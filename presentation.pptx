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8"/>
  </p:notesMasterIdLst>
  <p:sldIdLst>
    <p:sldId id="256" r:id="rId2"/>
    <p:sldId id="259" r:id="rId3"/>
    <p:sldId id="257" r:id="rId4"/>
    <p:sldId id="261" r:id="rId5"/>
    <p:sldId id="262" r:id="rId6"/>
    <p:sldId id="264" r:id="rId7"/>
    <p:sldId id="266" r:id="rId8"/>
    <p:sldId id="265" r:id="rId9"/>
    <p:sldId id="267" r:id="rId10"/>
    <p:sldId id="269" r:id="rId11"/>
    <p:sldId id="268" r:id="rId12"/>
    <p:sldId id="270" r:id="rId13"/>
    <p:sldId id="271" r:id="rId14"/>
    <p:sldId id="272" r:id="rId15"/>
    <p:sldId id="277" r:id="rId16"/>
    <p:sldId id="296" r:id="rId17"/>
  </p:sldIdLst>
  <p:sldSz cx="9144000" cy="5143500" type="screen16x9"/>
  <p:notesSz cx="6858000" cy="9144000"/>
  <p:embeddedFontLst>
    <p:embeddedFont>
      <p:font typeface="Aldrich" panose="020B0604020202020204" charset="0"/>
      <p:regular r:id="rId19"/>
    </p:embeddedFont>
    <p:embeddedFont>
      <p:font typeface="Nunito Light" pitchFamily="2" charset="0"/>
      <p:regular r:id="rId20"/>
      <p:italic r:id="rId21"/>
    </p:embeddedFont>
    <p:embeddedFont>
      <p:font typeface="Open Sans" panose="020B0606030504020204" pitchFamily="34" charset="0"/>
      <p:regular r:id="rId22"/>
      <p:bold r:id="rId23"/>
      <p:italic r:id="rId24"/>
      <p:boldItalic r:id="rId25"/>
    </p:embeddedFont>
    <p:embeddedFont>
      <p:font typeface="Saira" panose="020B0604020202020204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1474D9-AA46-46C8-9315-BDDC3534F16C}" v="98" dt="2025-05-04T12:34:19.947"/>
  </p1510:revLst>
</p1510:revInfo>
</file>

<file path=ppt/tableStyles.xml><?xml version="1.0" encoding="utf-8"?>
<a:tblStyleLst xmlns:a="http://schemas.openxmlformats.org/drawingml/2006/main" def="{3A76A374-CA08-4311-8C7B-E795A682B4E3}">
  <a:tblStyle styleId="{3A76A374-CA08-4311-8C7B-E795A682B4E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E878BE98-B024-407A-A94E-C6F73B0E894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41" autoAdjust="0"/>
    <p:restoredTop sz="94660"/>
  </p:normalViewPr>
  <p:slideViewPr>
    <p:cSldViewPr snapToGrid="0">
      <p:cViewPr>
        <p:scale>
          <a:sx n="108" d="100"/>
          <a:sy n="108" d="100"/>
        </p:scale>
        <p:origin x="378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shav Bansal" userId="c228fa0b922656d2" providerId="LiveId" clId="{001474D9-AA46-46C8-9315-BDDC3534F16C}"/>
    <pc:docChg chg="undo redo custSel delSld modSld sldOrd delMainMaster">
      <pc:chgData name="Keshav Bansal" userId="c228fa0b922656d2" providerId="LiveId" clId="{001474D9-AA46-46C8-9315-BDDC3534F16C}" dt="2025-05-08T04:24:22.083" v="1859" actId="1076"/>
      <pc:docMkLst>
        <pc:docMk/>
      </pc:docMkLst>
      <pc:sldChg chg="addSp modSp mod">
        <pc:chgData name="Keshav Bansal" userId="c228fa0b922656d2" providerId="LiveId" clId="{001474D9-AA46-46C8-9315-BDDC3534F16C}" dt="2025-05-04T12:35:40.146" v="1809" actId="1076"/>
        <pc:sldMkLst>
          <pc:docMk/>
          <pc:sldMk cId="0" sldId="256"/>
        </pc:sldMkLst>
        <pc:spChg chg="add mod">
          <ac:chgData name="Keshav Bansal" userId="c228fa0b922656d2" providerId="LiveId" clId="{001474D9-AA46-46C8-9315-BDDC3534F16C}" dt="2025-05-04T12:35:40.146" v="1809" actId="1076"/>
          <ac:spMkLst>
            <pc:docMk/>
            <pc:sldMk cId="0" sldId="256"/>
            <ac:spMk id="2" creationId="{BA273838-BFBB-E499-3B63-AB6BAF64396E}"/>
          </ac:spMkLst>
        </pc:spChg>
      </pc:sldChg>
      <pc:sldChg chg="addSp modSp">
        <pc:chgData name="Keshav Bansal" userId="c228fa0b922656d2" providerId="LiveId" clId="{001474D9-AA46-46C8-9315-BDDC3534F16C}" dt="2025-05-04T11:07:15.491" v="1424" actId="1076"/>
        <pc:sldMkLst>
          <pc:docMk/>
          <pc:sldMk cId="0" sldId="257"/>
        </pc:sldMkLst>
        <pc:picChg chg="add mod">
          <ac:chgData name="Keshav Bansal" userId="c228fa0b922656d2" providerId="LiveId" clId="{001474D9-AA46-46C8-9315-BDDC3534F16C}" dt="2025-05-04T11:07:15.491" v="1424" actId="1076"/>
          <ac:picMkLst>
            <pc:docMk/>
            <pc:sldMk cId="0" sldId="257"/>
            <ac:picMk id="3074" creationId="{224EE042-41DB-2678-2F77-313B6725AA8D}"/>
          </ac:picMkLst>
        </pc:picChg>
      </pc:sldChg>
      <pc:sldChg chg="addSp delSp modSp mod">
        <pc:chgData name="Keshav Bansal" userId="c228fa0b922656d2" providerId="LiveId" clId="{001474D9-AA46-46C8-9315-BDDC3534F16C}" dt="2025-05-04T11:22:55.150" v="1456" actId="1076"/>
        <pc:sldMkLst>
          <pc:docMk/>
          <pc:sldMk cId="0" sldId="259"/>
        </pc:sldMkLst>
        <pc:picChg chg="add mod">
          <ac:chgData name="Keshav Bansal" userId="c228fa0b922656d2" providerId="LiveId" clId="{001474D9-AA46-46C8-9315-BDDC3534F16C}" dt="2025-05-04T11:22:55.150" v="1456" actId="1076"/>
          <ac:picMkLst>
            <pc:docMk/>
            <pc:sldMk cId="0" sldId="259"/>
            <ac:picMk id="5" creationId="{9C173209-2637-2D19-B0A8-3852B2D3BFE9}"/>
          </ac:picMkLst>
        </pc:picChg>
      </pc:sldChg>
      <pc:sldChg chg="modSp mod">
        <pc:chgData name="Keshav Bansal" userId="c228fa0b922656d2" providerId="LiveId" clId="{001474D9-AA46-46C8-9315-BDDC3534F16C}" dt="2025-05-04T11:27:28.696" v="1476" actId="1076"/>
        <pc:sldMkLst>
          <pc:docMk/>
          <pc:sldMk cId="0" sldId="261"/>
        </pc:sldMkLst>
        <pc:spChg chg="mod">
          <ac:chgData name="Keshav Bansal" userId="c228fa0b922656d2" providerId="LiveId" clId="{001474D9-AA46-46C8-9315-BDDC3534F16C}" dt="2025-05-04T11:27:28.696" v="1476" actId="1076"/>
          <ac:spMkLst>
            <pc:docMk/>
            <pc:sldMk cId="0" sldId="261"/>
            <ac:spMk id="15" creationId="{2B18442F-F269-2E74-F278-8121913841B2}"/>
          </ac:spMkLst>
        </pc:spChg>
      </pc:sldChg>
      <pc:sldChg chg="addSp delSp modSp mod">
        <pc:chgData name="Keshav Bansal" userId="c228fa0b922656d2" providerId="LiveId" clId="{001474D9-AA46-46C8-9315-BDDC3534F16C}" dt="2025-05-08T04:24:22.083" v="1859" actId="1076"/>
        <pc:sldMkLst>
          <pc:docMk/>
          <pc:sldMk cId="0" sldId="262"/>
        </pc:sldMkLst>
        <pc:picChg chg="add mod">
          <ac:chgData name="Keshav Bansal" userId="c228fa0b922656d2" providerId="LiveId" clId="{001474D9-AA46-46C8-9315-BDDC3534F16C}" dt="2025-05-04T11:51:00.684" v="1539" actId="14100"/>
          <ac:picMkLst>
            <pc:docMk/>
            <pc:sldMk cId="0" sldId="262"/>
            <ac:picMk id="3" creationId="{AB1C7E77-426D-33E2-73B5-F7EDAD091CBA}"/>
          </ac:picMkLst>
        </pc:picChg>
        <pc:picChg chg="add mod">
          <ac:chgData name="Keshav Bansal" userId="c228fa0b922656d2" providerId="LiveId" clId="{001474D9-AA46-46C8-9315-BDDC3534F16C}" dt="2025-05-08T04:24:22.083" v="1859" actId="1076"/>
          <ac:picMkLst>
            <pc:docMk/>
            <pc:sldMk cId="0" sldId="262"/>
            <ac:picMk id="4" creationId="{8FC24E4A-69DF-9EBE-57A5-94FAD518451C}"/>
          </ac:picMkLst>
        </pc:picChg>
        <pc:picChg chg="add del mod">
          <ac:chgData name="Keshav Bansal" userId="c228fa0b922656d2" providerId="LiveId" clId="{001474D9-AA46-46C8-9315-BDDC3534F16C}" dt="2025-05-08T04:24:10.708" v="1854" actId="478"/>
          <ac:picMkLst>
            <pc:docMk/>
            <pc:sldMk cId="0" sldId="262"/>
            <ac:picMk id="5" creationId="{05843D7C-EBD6-C918-900B-1984FBBF1436}"/>
          </ac:picMkLst>
        </pc:picChg>
      </pc:sldChg>
      <pc:sldChg chg="addSp modSp del mod">
        <pc:chgData name="Keshav Bansal" userId="c228fa0b922656d2" providerId="LiveId" clId="{001474D9-AA46-46C8-9315-BDDC3534F16C}" dt="2025-05-08T03:58:53.162" v="1849" actId="47"/>
        <pc:sldMkLst>
          <pc:docMk/>
          <pc:sldMk cId="0" sldId="263"/>
        </pc:sldMkLst>
        <pc:spChg chg="mod">
          <ac:chgData name="Keshav Bansal" userId="c228fa0b922656d2" providerId="LiveId" clId="{001474D9-AA46-46C8-9315-BDDC3534F16C}" dt="2025-05-08T03:57:35.130" v="1848" actId="14100"/>
          <ac:spMkLst>
            <pc:docMk/>
            <pc:sldMk cId="0" sldId="263"/>
            <ac:spMk id="1587" creationId="{00000000-0000-0000-0000-000000000000}"/>
          </ac:spMkLst>
        </pc:spChg>
      </pc:sldChg>
      <pc:sldChg chg="addSp delSp modSp mod">
        <pc:chgData name="Keshav Bansal" userId="c228fa0b922656d2" providerId="LiveId" clId="{001474D9-AA46-46C8-9315-BDDC3534F16C}" dt="2025-05-07T06:58:46.117" v="1821" actId="20577"/>
        <pc:sldMkLst>
          <pc:docMk/>
          <pc:sldMk cId="0" sldId="264"/>
        </pc:sldMkLst>
        <pc:spChg chg="add del mod">
          <ac:chgData name="Keshav Bansal" userId="c228fa0b922656d2" providerId="LiveId" clId="{001474D9-AA46-46C8-9315-BDDC3534F16C}" dt="2025-05-04T09:47:35.134" v="412" actId="11530"/>
          <ac:spMkLst>
            <pc:docMk/>
            <pc:sldMk cId="0" sldId="264"/>
            <ac:spMk id="4" creationId="{9D764998-CFE4-DCE5-DDAC-712B9C5B6EDC}"/>
          </ac:spMkLst>
        </pc:spChg>
        <pc:spChg chg="add mod">
          <ac:chgData name="Keshav Bansal" userId="c228fa0b922656d2" providerId="LiveId" clId="{001474D9-AA46-46C8-9315-BDDC3534F16C}" dt="2025-05-07T06:58:46.117" v="1821" actId="20577"/>
          <ac:spMkLst>
            <pc:docMk/>
            <pc:sldMk cId="0" sldId="264"/>
            <ac:spMk id="6" creationId="{12C0B0C8-E8C7-6CE4-92F7-264FB3B94866}"/>
          </ac:spMkLst>
        </pc:spChg>
        <pc:spChg chg="add mod">
          <ac:chgData name="Keshav Bansal" userId="c228fa0b922656d2" providerId="LiveId" clId="{001474D9-AA46-46C8-9315-BDDC3534F16C}" dt="2025-05-04T09:47:59.595" v="414" actId="14100"/>
          <ac:spMkLst>
            <pc:docMk/>
            <pc:sldMk cId="0" sldId="264"/>
            <ac:spMk id="7" creationId="{20B6700E-10D1-7E8D-2A44-4DF1F747E3FB}"/>
          </ac:spMkLst>
        </pc:spChg>
        <pc:spChg chg="add mod">
          <ac:chgData name="Keshav Bansal" userId="c228fa0b922656d2" providerId="LiveId" clId="{001474D9-AA46-46C8-9315-BDDC3534F16C}" dt="2025-05-04T09:47:50.293" v="413" actId="11530"/>
          <ac:spMkLst>
            <pc:docMk/>
            <pc:sldMk cId="0" sldId="264"/>
            <ac:spMk id="8" creationId="{B06BD24C-1B2A-725A-9DD9-D91D3A921771}"/>
          </ac:spMkLst>
        </pc:spChg>
        <pc:spChg chg="add mod">
          <ac:chgData name="Keshav Bansal" userId="c228fa0b922656d2" providerId="LiveId" clId="{001474D9-AA46-46C8-9315-BDDC3534F16C}" dt="2025-05-04T09:47:50.293" v="413" actId="11530"/>
          <ac:spMkLst>
            <pc:docMk/>
            <pc:sldMk cId="0" sldId="264"/>
            <ac:spMk id="9" creationId="{D170E2A6-16BE-63E7-EE76-D54B436C4648}"/>
          </ac:spMkLst>
        </pc:spChg>
        <pc:spChg chg="add mod">
          <ac:chgData name="Keshav Bansal" userId="c228fa0b922656d2" providerId="LiveId" clId="{001474D9-AA46-46C8-9315-BDDC3534F16C}" dt="2025-05-04T09:47:50.293" v="413" actId="11530"/>
          <ac:spMkLst>
            <pc:docMk/>
            <pc:sldMk cId="0" sldId="264"/>
            <ac:spMk id="10" creationId="{4A8F5633-7D6B-2F3A-8584-3DA4D61555BD}"/>
          </ac:spMkLst>
        </pc:spChg>
        <pc:spChg chg="add del mod">
          <ac:chgData name="Keshav Bansal" userId="c228fa0b922656d2" providerId="LiveId" clId="{001474D9-AA46-46C8-9315-BDDC3534F16C}" dt="2025-05-04T09:48:22.358" v="421" actId="20577"/>
          <ac:spMkLst>
            <pc:docMk/>
            <pc:sldMk cId="0" sldId="264"/>
            <ac:spMk id="11" creationId="{21A96A13-579B-379C-DE89-8B17856DB8C7}"/>
          </ac:spMkLst>
        </pc:spChg>
        <pc:spChg chg="add mod">
          <ac:chgData name="Keshav Bansal" userId="c228fa0b922656d2" providerId="LiveId" clId="{001474D9-AA46-46C8-9315-BDDC3534F16C}" dt="2025-05-04T09:47:50.293" v="413" actId="11530"/>
          <ac:spMkLst>
            <pc:docMk/>
            <pc:sldMk cId="0" sldId="264"/>
            <ac:spMk id="12" creationId="{603FC1BD-564E-30A7-90B9-0B4EBD891AE2}"/>
          </ac:spMkLst>
        </pc:spChg>
        <pc:spChg chg="add mod">
          <ac:chgData name="Keshav Bansal" userId="c228fa0b922656d2" providerId="LiveId" clId="{001474D9-AA46-46C8-9315-BDDC3534F16C}" dt="2025-05-04T09:52:09.970" v="459" actId="14100"/>
          <ac:spMkLst>
            <pc:docMk/>
            <pc:sldMk cId="0" sldId="264"/>
            <ac:spMk id="14" creationId="{8D878690-6ABD-5160-D837-325DF2A1966F}"/>
          </ac:spMkLst>
        </pc:spChg>
        <pc:spChg chg="add mod">
          <ac:chgData name="Keshav Bansal" userId="c228fa0b922656d2" providerId="LiveId" clId="{001474D9-AA46-46C8-9315-BDDC3534F16C}" dt="2025-05-04T09:53:37.688" v="473" actId="1076"/>
          <ac:spMkLst>
            <pc:docMk/>
            <pc:sldMk cId="0" sldId="264"/>
            <ac:spMk id="62" creationId="{76710617-714E-04A7-E2EA-B79C3C915512}"/>
          </ac:spMkLst>
        </pc:spChg>
        <pc:spChg chg="add mod">
          <ac:chgData name="Keshav Bansal" userId="c228fa0b922656d2" providerId="LiveId" clId="{001474D9-AA46-46C8-9315-BDDC3534F16C}" dt="2025-05-04T09:54:03.350" v="478" actId="20577"/>
          <ac:spMkLst>
            <pc:docMk/>
            <pc:sldMk cId="0" sldId="264"/>
            <ac:spMk id="1600" creationId="{846EF8A3-0F1F-90E3-5AA4-042CE3B27107}"/>
          </ac:spMkLst>
        </pc:spChg>
        <pc:cxnChg chg="add">
          <ac:chgData name="Keshav Bansal" userId="c228fa0b922656d2" providerId="LiveId" clId="{001474D9-AA46-46C8-9315-BDDC3534F16C}" dt="2025-05-04T09:48:32.703" v="422" actId="11529"/>
          <ac:cxnSpMkLst>
            <pc:docMk/>
            <pc:sldMk cId="0" sldId="264"/>
            <ac:cxnSpMk id="18" creationId="{246B0F06-4DFC-F784-3E61-DE8F1CBEF9FE}"/>
          </ac:cxnSpMkLst>
        </pc:cxnChg>
        <pc:cxnChg chg="add">
          <ac:chgData name="Keshav Bansal" userId="c228fa0b922656d2" providerId="LiveId" clId="{001474D9-AA46-46C8-9315-BDDC3534F16C}" dt="2025-05-04T09:48:44.522" v="423" actId="11529"/>
          <ac:cxnSpMkLst>
            <pc:docMk/>
            <pc:sldMk cId="0" sldId="264"/>
            <ac:cxnSpMk id="20" creationId="{0DAE67C1-A1B3-3A25-7CBA-18F808CA7302}"/>
          </ac:cxnSpMkLst>
        </pc:cxnChg>
        <pc:cxnChg chg="add">
          <ac:chgData name="Keshav Bansal" userId="c228fa0b922656d2" providerId="LiveId" clId="{001474D9-AA46-46C8-9315-BDDC3534F16C}" dt="2025-05-04T09:48:53.948" v="424" actId="11529"/>
          <ac:cxnSpMkLst>
            <pc:docMk/>
            <pc:sldMk cId="0" sldId="264"/>
            <ac:cxnSpMk id="22" creationId="{62758BC6-4276-8499-892E-124AB7D9BE54}"/>
          </ac:cxnSpMkLst>
        </pc:cxnChg>
        <pc:cxnChg chg="add">
          <ac:chgData name="Keshav Bansal" userId="c228fa0b922656d2" providerId="LiveId" clId="{001474D9-AA46-46C8-9315-BDDC3534F16C}" dt="2025-05-04T09:49:19.645" v="427" actId="11529"/>
          <ac:cxnSpMkLst>
            <pc:docMk/>
            <pc:sldMk cId="0" sldId="264"/>
            <ac:cxnSpMk id="26" creationId="{0FF996E4-CF1A-4C0C-26E5-A7AFFF45BA6B}"/>
          </ac:cxnSpMkLst>
        </pc:cxnChg>
        <pc:cxnChg chg="add mod">
          <ac:chgData name="Keshav Bansal" userId="c228fa0b922656d2" providerId="LiveId" clId="{001474D9-AA46-46C8-9315-BDDC3534F16C}" dt="2025-05-04T09:52:44.271" v="463" actId="14100"/>
          <ac:cxnSpMkLst>
            <pc:docMk/>
            <pc:sldMk cId="0" sldId="264"/>
            <ac:cxnSpMk id="28" creationId="{A1AB3717-CBA7-AA2C-C585-2122C91BB8F4}"/>
          </ac:cxnSpMkLst>
        </pc:cxnChg>
        <pc:cxnChg chg="add mod">
          <ac:chgData name="Keshav Bansal" userId="c228fa0b922656d2" providerId="LiveId" clId="{001474D9-AA46-46C8-9315-BDDC3534F16C}" dt="2025-05-04T09:52:37.071" v="462" actId="14100"/>
          <ac:cxnSpMkLst>
            <pc:docMk/>
            <pc:sldMk cId="0" sldId="264"/>
            <ac:cxnSpMk id="33" creationId="{678E3F81-206A-E841-288E-DD125ADD4343}"/>
          </ac:cxnSpMkLst>
        </pc:cxnChg>
        <pc:cxnChg chg="add mod">
          <ac:chgData name="Keshav Bansal" userId="c228fa0b922656d2" providerId="LiveId" clId="{001474D9-AA46-46C8-9315-BDDC3534F16C}" dt="2025-05-04T09:50:45.022" v="440" actId="14100"/>
          <ac:cxnSpMkLst>
            <pc:docMk/>
            <pc:sldMk cId="0" sldId="264"/>
            <ac:cxnSpMk id="36" creationId="{D6216D20-DD20-0870-EA9B-345EEA170429}"/>
          </ac:cxnSpMkLst>
        </pc:cxnChg>
        <pc:cxnChg chg="add mod">
          <ac:chgData name="Keshav Bansal" userId="c228fa0b922656d2" providerId="LiveId" clId="{001474D9-AA46-46C8-9315-BDDC3534F16C}" dt="2025-05-04T09:50:56.065" v="444" actId="14100"/>
          <ac:cxnSpMkLst>
            <pc:docMk/>
            <pc:sldMk cId="0" sldId="264"/>
            <ac:cxnSpMk id="39" creationId="{86D3EBE8-D136-58E0-A182-D9D3D3655A42}"/>
          </ac:cxnSpMkLst>
        </pc:cxnChg>
        <pc:cxnChg chg="add mod">
          <ac:chgData name="Keshav Bansal" userId="c228fa0b922656d2" providerId="LiveId" clId="{001474D9-AA46-46C8-9315-BDDC3534F16C}" dt="2025-05-04T09:52:09.970" v="459" actId="14100"/>
          <ac:cxnSpMkLst>
            <pc:docMk/>
            <pc:sldMk cId="0" sldId="264"/>
            <ac:cxnSpMk id="46" creationId="{4A4FCE87-63A9-2203-4170-F3B1F1D74A41}"/>
          </ac:cxnSpMkLst>
        </pc:cxnChg>
        <pc:cxnChg chg="add mod">
          <ac:chgData name="Keshav Bansal" userId="c228fa0b922656d2" providerId="LiveId" clId="{001474D9-AA46-46C8-9315-BDDC3534F16C}" dt="2025-05-04T09:52:09.970" v="459" actId="14100"/>
          <ac:cxnSpMkLst>
            <pc:docMk/>
            <pc:sldMk cId="0" sldId="264"/>
            <ac:cxnSpMk id="49" creationId="{AAF8963D-77DC-6AE9-24AC-40970929CE71}"/>
          </ac:cxnSpMkLst>
        </pc:cxnChg>
      </pc:sldChg>
      <pc:sldChg chg="addSp delSp modSp mod ord">
        <pc:chgData name="Keshav Bansal" userId="c228fa0b922656d2" providerId="LiveId" clId="{001474D9-AA46-46C8-9315-BDDC3534F16C}" dt="2025-05-08T03:59:18.341" v="1851"/>
        <pc:sldMkLst>
          <pc:docMk/>
          <pc:sldMk cId="0" sldId="265"/>
        </pc:sldMkLst>
        <pc:spChg chg="add mod">
          <ac:chgData name="Keshav Bansal" userId="c228fa0b922656d2" providerId="LiveId" clId="{001474D9-AA46-46C8-9315-BDDC3534F16C}" dt="2025-05-04T10:27:13.041" v="1098" actId="17032"/>
          <ac:spMkLst>
            <pc:docMk/>
            <pc:sldMk cId="0" sldId="265"/>
            <ac:spMk id="3" creationId="{FAA2E1B6-A6E8-09F5-653F-858F004923B9}"/>
          </ac:spMkLst>
        </pc:spChg>
        <pc:spChg chg="add mod">
          <ac:chgData name="Keshav Bansal" userId="c228fa0b922656d2" providerId="LiveId" clId="{001474D9-AA46-46C8-9315-BDDC3534F16C}" dt="2025-05-04T10:27:13.041" v="1098" actId="17032"/>
          <ac:spMkLst>
            <pc:docMk/>
            <pc:sldMk cId="0" sldId="265"/>
            <ac:spMk id="4" creationId="{E99C27E7-8724-B0EF-41D1-2BF1BA95ECAE}"/>
          </ac:spMkLst>
        </pc:spChg>
        <pc:spChg chg="add mod">
          <ac:chgData name="Keshav Bansal" userId="c228fa0b922656d2" providerId="LiveId" clId="{001474D9-AA46-46C8-9315-BDDC3534F16C}" dt="2025-05-04T10:27:13.041" v="1098" actId="17032"/>
          <ac:spMkLst>
            <pc:docMk/>
            <pc:sldMk cId="0" sldId="265"/>
            <ac:spMk id="5" creationId="{93B6C09D-C576-8854-40D6-A67FDF203A87}"/>
          </ac:spMkLst>
        </pc:spChg>
        <pc:spChg chg="add mod">
          <ac:chgData name="Keshav Bansal" userId="c228fa0b922656d2" providerId="LiveId" clId="{001474D9-AA46-46C8-9315-BDDC3534F16C}" dt="2025-05-04T10:27:13.041" v="1098" actId="17032"/>
          <ac:spMkLst>
            <pc:docMk/>
            <pc:sldMk cId="0" sldId="265"/>
            <ac:spMk id="6" creationId="{754D6175-89DC-6658-1C90-C7F85539CB2F}"/>
          </ac:spMkLst>
        </pc:spChg>
        <pc:spChg chg="add mod">
          <ac:chgData name="Keshav Bansal" userId="c228fa0b922656d2" providerId="LiveId" clId="{001474D9-AA46-46C8-9315-BDDC3534F16C}" dt="2025-05-04T10:27:13.041" v="1098" actId="17032"/>
          <ac:spMkLst>
            <pc:docMk/>
            <pc:sldMk cId="0" sldId="265"/>
            <ac:spMk id="7" creationId="{B4FD742F-E752-70E8-522B-C3488CB07E44}"/>
          </ac:spMkLst>
        </pc:spChg>
        <pc:spChg chg="add mod">
          <ac:chgData name="Keshav Bansal" userId="c228fa0b922656d2" providerId="LiveId" clId="{001474D9-AA46-46C8-9315-BDDC3534F16C}" dt="2025-05-04T10:27:13.041" v="1098" actId="17032"/>
          <ac:spMkLst>
            <pc:docMk/>
            <pc:sldMk cId="0" sldId="265"/>
            <ac:spMk id="8" creationId="{607FDC43-9C02-5B23-493A-FB79F0AFCC16}"/>
          </ac:spMkLst>
        </pc:spChg>
        <pc:spChg chg="add del mod">
          <ac:chgData name="Keshav Bansal" userId="c228fa0b922656d2" providerId="LiveId" clId="{001474D9-AA46-46C8-9315-BDDC3534F16C}" dt="2025-05-04T10:27:13.041" v="1098" actId="17032"/>
          <ac:spMkLst>
            <pc:docMk/>
            <pc:sldMk cId="0" sldId="265"/>
            <ac:spMk id="21" creationId="{C7C6AE0C-C855-281C-08F0-1CBB8494FF3B}"/>
          </ac:spMkLst>
        </pc:spChg>
        <pc:spChg chg="add mod">
          <ac:chgData name="Keshav Bansal" userId="c228fa0b922656d2" providerId="LiveId" clId="{001474D9-AA46-46C8-9315-BDDC3534F16C}" dt="2025-05-04T10:27:13.041" v="1098" actId="17032"/>
          <ac:spMkLst>
            <pc:docMk/>
            <pc:sldMk cId="0" sldId="265"/>
            <ac:spMk id="22" creationId="{6F8560C2-7EF0-EB2A-812F-9B4C075EC47B}"/>
          </ac:spMkLst>
        </pc:spChg>
        <pc:spChg chg="mod">
          <ac:chgData name="Keshav Bansal" userId="c228fa0b922656d2" providerId="LiveId" clId="{001474D9-AA46-46C8-9315-BDDC3534F16C}" dt="2025-05-04T10:28:03.049" v="1102" actId="1076"/>
          <ac:spMkLst>
            <pc:docMk/>
            <pc:sldMk cId="0" sldId="265"/>
            <ac:spMk id="1616" creationId="{00000000-0000-0000-0000-000000000000}"/>
          </ac:spMkLst>
        </pc:spChg>
        <pc:cxnChg chg="add mod">
          <ac:chgData name="Keshav Bansal" userId="c228fa0b922656d2" providerId="LiveId" clId="{001474D9-AA46-46C8-9315-BDDC3534F16C}" dt="2025-05-04T10:27:01.869" v="1097" actId="1076"/>
          <ac:cxnSpMkLst>
            <pc:docMk/>
            <pc:sldMk cId="0" sldId="265"/>
            <ac:cxnSpMk id="10" creationId="{2FD46567-6230-EF78-B4CC-99CABE526281}"/>
          </ac:cxnSpMkLst>
        </pc:cxnChg>
        <pc:cxnChg chg="add mod">
          <ac:chgData name="Keshav Bansal" userId="c228fa0b922656d2" providerId="LiveId" clId="{001474D9-AA46-46C8-9315-BDDC3534F16C}" dt="2025-05-04T10:27:01.869" v="1097" actId="1076"/>
          <ac:cxnSpMkLst>
            <pc:docMk/>
            <pc:sldMk cId="0" sldId="265"/>
            <ac:cxnSpMk id="12" creationId="{065315E9-5098-C571-38DC-A5FEFC68AD58}"/>
          </ac:cxnSpMkLst>
        </pc:cxnChg>
        <pc:cxnChg chg="add mod">
          <ac:chgData name="Keshav Bansal" userId="c228fa0b922656d2" providerId="LiveId" clId="{001474D9-AA46-46C8-9315-BDDC3534F16C}" dt="2025-05-04T10:27:01.869" v="1097" actId="1076"/>
          <ac:cxnSpMkLst>
            <pc:docMk/>
            <pc:sldMk cId="0" sldId="265"/>
            <ac:cxnSpMk id="14" creationId="{34C8FD72-538D-AC76-375A-CC432ED3268A}"/>
          </ac:cxnSpMkLst>
        </pc:cxnChg>
        <pc:cxnChg chg="add mod">
          <ac:chgData name="Keshav Bansal" userId="c228fa0b922656d2" providerId="LiveId" clId="{001474D9-AA46-46C8-9315-BDDC3534F16C}" dt="2025-05-04T10:27:01.869" v="1097" actId="1076"/>
          <ac:cxnSpMkLst>
            <pc:docMk/>
            <pc:sldMk cId="0" sldId="265"/>
            <ac:cxnSpMk id="16" creationId="{0C382558-75D8-A452-D0C0-FF7CFB2CC8C0}"/>
          </ac:cxnSpMkLst>
        </pc:cxnChg>
        <pc:cxnChg chg="add mod">
          <ac:chgData name="Keshav Bansal" userId="c228fa0b922656d2" providerId="LiveId" clId="{001474D9-AA46-46C8-9315-BDDC3534F16C}" dt="2025-05-04T10:23:02.781" v="915" actId="14100"/>
          <ac:cxnSpMkLst>
            <pc:docMk/>
            <pc:sldMk cId="0" sldId="265"/>
            <ac:cxnSpMk id="18" creationId="{C66F3AE4-9C42-AF61-E466-40EAAACD3085}"/>
          </ac:cxnSpMkLst>
        </pc:cxnChg>
        <pc:cxnChg chg="add mod">
          <ac:chgData name="Keshav Bansal" userId="c228fa0b922656d2" providerId="LiveId" clId="{001474D9-AA46-46C8-9315-BDDC3534F16C}" dt="2025-05-04T10:27:01.869" v="1097" actId="1076"/>
          <ac:cxnSpMkLst>
            <pc:docMk/>
            <pc:sldMk cId="0" sldId="265"/>
            <ac:cxnSpMk id="24" creationId="{6E47E143-F360-2192-E63F-DC2BAF2B3E72}"/>
          </ac:cxnSpMkLst>
        </pc:cxnChg>
        <pc:cxnChg chg="add">
          <ac:chgData name="Keshav Bansal" userId="c228fa0b922656d2" providerId="LiveId" clId="{001474D9-AA46-46C8-9315-BDDC3534F16C}" dt="2025-05-04T10:26:55.230" v="1096" actId="11529"/>
          <ac:cxnSpMkLst>
            <pc:docMk/>
            <pc:sldMk cId="0" sldId="265"/>
            <ac:cxnSpMk id="26" creationId="{C8B31A67-1E61-24CC-18EE-5F3ABB1801CE}"/>
          </ac:cxnSpMkLst>
        </pc:cxnChg>
      </pc:sldChg>
      <pc:sldChg chg="addSp modSp mod">
        <pc:chgData name="Keshav Bansal" userId="c228fa0b922656d2" providerId="LiveId" clId="{001474D9-AA46-46C8-9315-BDDC3534F16C}" dt="2025-05-04T12:25:19.282" v="1658" actId="20577"/>
        <pc:sldMkLst>
          <pc:docMk/>
          <pc:sldMk cId="0" sldId="266"/>
        </pc:sldMkLst>
        <pc:graphicFrameChg chg="mod modGraphic">
          <ac:chgData name="Keshav Bansal" userId="c228fa0b922656d2" providerId="LiveId" clId="{001474D9-AA46-46C8-9315-BDDC3534F16C}" dt="2025-05-04T12:25:19.282" v="1658" actId="20577"/>
          <ac:graphicFrameMkLst>
            <pc:docMk/>
            <pc:sldMk cId="0" sldId="266"/>
            <ac:graphicFrameMk id="6" creationId="{C7FBD977-5B43-903C-0BE7-A46916F0E535}"/>
          </ac:graphicFrameMkLst>
        </pc:graphicFrameChg>
      </pc:sldChg>
      <pc:sldChg chg="addSp delSp modSp mod">
        <pc:chgData name="Keshav Bansal" userId="c228fa0b922656d2" providerId="LiveId" clId="{001474D9-AA46-46C8-9315-BDDC3534F16C}" dt="2025-05-04T12:30:48.470" v="1687" actId="1076"/>
        <pc:sldMkLst>
          <pc:docMk/>
          <pc:sldMk cId="0" sldId="267"/>
        </pc:sldMkLst>
        <pc:spChg chg="mod">
          <ac:chgData name="Keshav Bansal" userId="c228fa0b922656d2" providerId="LiveId" clId="{001474D9-AA46-46C8-9315-BDDC3534F16C}" dt="2025-05-04T12:30:48.470" v="1687" actId="1076"/>
          <ac:spMkLst>
            <pc:docMk/>
            <pc:sldMk cId="0" sldId="267"/>
            <ac:spMk id="1633" creationId="{00000000-0000-0000-0000-000000000000}"/>
          </ac:spMkLst>
        </pc:spChg>
        <pc:spChg chg="mod">
          <ac:chgData name="Keshav Bansal" userId="c228fa0b922656d2" providerId="LiveId" clId="{001474D9-AA46-46C8-9315-BDDC3534F16C}" dt="2025-05-04T11:02:24.834" v="1402" actId="1076"/>
          <ac:spMkLst>
            <pc:docMk/>
            <pc:sldMk cId="0" sldId="267"/>
            <ac:spMk id="1636" creationId="{00000000-0000-0000-0000-000000000000}"/>
          </ac:spMkLst>
        </pc:spChg>
        <pc:picChg chg="add mod">
          <ac:chgData name="Keshav Bansal" userId="c228fa0b922656d2" providerId="LiveId" clId="{001474D9-AA46-46C8-9315-BDDC3534F16C}" dt="2025-05-04T11:02:28.908" v="1403" actId="1076"/>
          <ac:picMkLst>
            <pc:docMk/>
            <pc:sldMk cId="0" sldId="267"/>
            <ac:picMk id="5" creationId="{3192163E-EBF9-26CB-3F22-79AC0E83B3C7}"/>
          </ac:picMkLst>
        </pc:picChg>
      </pc:sldChg>
      <pc:sldChg chg="addSp modSp mod">
        <pc:chgData name="Keshav Bansal" userId="c228fa0b922656d2" providerId="LiveId" clId="{001474D9-AA46-46C8-9315-BDDC3534F16C}" dt="2025-05-08T04:17:27.780" v="1853" actId="20577"/>
        <pc:sldMkLst>
          <pc:docMk/>
          <pc:sldMk cId="0" sldId="268"/>
        </pc:sldMkLst>
        <pc:spChg chg="mod">
          <ac:chgData name="Keshav Bansal" userId="c228fa0b922656d2" providerId="LiveId" clId="{001474D9-AA46-46C8-9315-BDDC3534F16C}" dt="2025-05-08T04:17:27.780" v="1853" actId="20577"/>
          <ac:spMkLst>
            <pc:docMk/>
            <pc:sldMk cId="0" sldId="268"/>
            <ac:spMk id="3" creationId="{B7A57CD5-1A28-5B14-FEF2-312D169BAFC2}"/>
          </ac:spMkLst>
        </pc:spChg>
        <pc:spChg chg="mod">
          <ac:chgData name="Keshav Bansal" userId="c228fa0b922656d2" providerId="LiveId" clId="{001474D9-AA46-46C8-9315-BDDC3534F16C}" dt="2025-05-04T11:28:51.511" v="1477"/>
          <ac:spMkLst>
            <pc:docMk/>
            <pc:sldMk cId="0" sldId="268"/>
            <ac:spMk id="4" creationId="{252D70E8-C092-3E1D-09D7-7B3C5548C0BF}"/>
          </ac:spMkLst>
        </pc:spChg>
        <pc:spChg chg="mod">
          <ac:chgData name="Keshav Bansal" userId="c228fa0b922656d2" providerId="LiveId" clId="{001474D9-AA46-46C8-9315-BDDC3534F16C}" dt="2025-05-04T11:28:51.511" v="1477"/>
          <ac:spMkLst>
            <pc:docMk/>
            <pc:sldMk cId="0" sldId="268"/>
            <ac:spMk id="5" creationId="{5F073151-0CA5-B476-39B0-083B9BB4ACFD}"/>
          </ac:spMkLst>
        </pc:spChg>
        <pc:spChg chg="mod">
          <ac:chgData name="Keshav Bansal" userId="c228fa0b922656d2" providerId="LiveId" clId="{001474D9-AA46-46C8-9315-BDDC3534F16C}" dt="2025-05-04T11:28:51.511" v="1477"/>
          <ac:spMkLst>
            <pc:docMk/>
            <pc:sldMk cId="0" sldId="268"/>
            <ac:spMk id="6" creationId="{20ADBCF6-C92F-268F-14C0-E1D20A541BC9}"/>
          </ac:spMkLst>
        </pc:spChg>
        <pc:spChg chg="mod">
          <ac:chgData name="Keshav Bansal" userId="c228fa0b922656d2" providerId="LiveId" clId="{001474D9-AA46-46C8-9315-BDDC3534F16C}" dt="2025-05-04T11:28:51.511" v="1477"/>
          <ac:spMkLst>
            <pc:docMk/>
            <pc:sldMk cId="0" sldId="268"/>
            <ac:spMk id="7" creationId="{A7A227A5-4F89-5445-1BCB-6832EFBDB26A}"/>
          </ac:spMkLst>
        </pc:spChg>
        <pc:spChg chg="add mod">
          <ac:chgData name="Keshav Bansal" userId="c228fa0b922656d2" providerId="LiveId" clId="{001474D9-AA46-46C8-9315-BDDC3534F16C}" dt="2025-05-04T11:33:53.443" v="1514" actId="1076"/>
          <ac:spMkLst>
            <pc:docMk/>
            <pc:sldMk cId="0" sldId="268"/>
            <ac:spMk id="8" creationId="{320C33A0-9D1C-6C34-D55C-D7909685A9BC}"/>
          </ac:spMkLst>
        </pc:spChg>
        <pc:spChg chg="mod">
          <ac:chgData name="Keshav Bansal" userId="c228fa0b922656d2" providerId="LiveId" clId="{001474D9-AA46-46C8-9315-BDDC3534F16C}" dt="2025-05-04T11:29:39.373" v="1483"/>
          <ac:spMkLst>
            <pc:docMk/>
            <pc:sldMk cId="0" sldId="268"/>
            <ac:spMk id="10" creationId="{F415F9A5-E2CD-AAC3-ABA1-52CFC2DDF437}"/>
          </ac:spMkLst>
        </pc:spChg>
        <pc:spChg chg="mod">
          <ac:chgData name="Keshav Bansal" userId="c228fa0b922656d2" providerId="LiveId" clId="{001474D9-AA46-46C8-9315-BDDC3534F16C}" dt="2025-05-04T11:29:39.373" v="1483"/>
          <ac:spMkLst>
            <pc:docMk/>
            <pc:sldMk cId="0" sldId="268"/>
            <ac:spMk id="11" creationId="{EFB99DAA-1844-C463-6BA4-2F5A0C8386CF}"/>
          </ac:spMkLst>
        </pc:spChg>
        <pc:spChg chg="mod">
          <ac:chgData name="Keshav Bansal" userId="c228fa0b922656d2" providerId="LiveId" clId="{001474D9-AA46-46C8-9315-BDDC3534F16C}" dt="2025-05-04T11:30:11.465" v="1489"/>
          <ac:spMkLst>
            <pc:docMk/>
            <pc:sldMk cId="0" sldId="268"/>
            <ac:spMk id="13" creationId="{B6103DF4-6440-EEDF-D142-932A68DA17EC}"/>
          </ac:spMkLst>
        </pc:spChg>
        <pc:spChg chg="mod">
          <ac:chgData name="Keshav Bansal" userId="c228fa0b922656d2" providerId="LiveId" clId="{001474D9-AA46-46C8-9315-BDDC3534F16C}" dt="2025-05-04T11:30:11.465" v="1489"/>
          <ac:spMkLst>
            <pc:docMk/>
            <pc:sldMk cId="0" sldId="268"/>
            <ac:spMk id="14" creationId="{10E1B1B8-2365-86FA-376F-902366A7932A}"/>
          </ac:spMkLst>
        </pc:spChg>
        <pc:spChg chg="mod">
          <ac:chgData name="Keshav Bansal" userId="c228fa0b922656d2" providerId="LiveId" clId="{001474D9-AA46-46C8-9315-BDDC3534F16C}" dt="2025-05-04T11:30:11.465" v="1489"/>
          <ac:spMkLst>
            <pc:docMk/>
            <pc:sldMk cId="0" sldId="268"/>
            <ac:spMk id="15" creationId="{7AC22EAE-2F85-BF48-92E1-07C6977505E8}"/>
          </ac:spMkLst>
        </pc:spChg>
        <pc:spChg chg="mod">
          <ac:chgData name="Keshav Bansal" userId="c228fa0b922656d2" providerId="LiveId" clId="{001474D9-AA46-46C8-9315-BDDC3534F16C}" dt="2025-05-04T11:30:11.465" v="1489"/>
          <ac:spMkLst>
            <pc:docMk/>
            <pc:sldMk cId="0" sldId="268"/>
            <ac:spMk id="16" creationId="{1C691706-214F-6E63-E689-D34A0C4771E9}"/>
          </ac:spMkLst>
        </pc:spChg>
        <pc:spChg chg="mod">
          <ac:chgData name="Keshav Bansal" userId="c228fa0b922656d2" providerId="LiveId" clId="{001474D9-AA46-46C8-9315-BDDC3534F16C}" dt="2025-05-04T11:30:11.465" v="1489"/>
          <ac:spMkLst>
            <pc:docMk/>
            <pc:sldMk cId="0" sldId="268"/>
            <ac:spMk id="17" creationId="{26695E50-7000-A8DF-61D1-A1245DA1FD3B}"/>
          </ac:spMkLst>
        </pc:spChg>
        <pc:spChg chg="mod">
          <ac:chgData name="Keshav Bansal" userId="c228fa0b922656d2" providerId="LiveId" clId="{001474D9-AA46-46C8-9315-BDDC3534F16C}" dt="2025-05-04T11:30:11.465" v="1489"/>
          <ac:spMkLst>
            <pc:docMk/>
            <pc:sldMk cId="0" sldId="268"/>
            <ac:spMk id="18" creationId="{0A3194A6-5CAD-55E5-E63B-DC413F360835}"/>
          </ac:spMkLst>
        </pc:spChg>
        <pc:spChg chg="mod">
          <ac:chgData name="Keshav Bansal" userId="c228fa0b922656d2" providerId="LiveId" clId="{001474D9-AA46-46C8-9315-BDDC3534F16C}" dt="2025-05-04T11:30:11.465" v="1489"/>
          <ac:spMkLst>
            <pc:docMk/>
            <pc:sldMk cId="0" sldId="268"/>
            <ac:spMk id="20" creationId="{147DD68C-5730-FA44-1299-CD246D8AD7BA}"/>
          </ac:spMkLst>
        </pc:spChg>
        <pc:spChg chg="mod">
          <ac:chgData name="Keshav Bansal" userId="c228fa0b922656d2" providerId="LiveId" clId="{001474D9-AA46-46C8-9315-BDDC3534F16C}" dt="2025-05-04T11:30:11.465" v="1489"/>
          <ac:spMkLst>
            <pc:docMk/>
            <pc:sldMk cId="0" sldId="268"/>
            <ac:spMk id="23" creationId="{BAF693D4-91AD-EC7F-A9E8-C0F775A094F0}"/>
          </ac:spMkLst>
        </pc:spChg>
        <pc:spChg chg="mod">
          <ac:chgData name="Keshav Bansal" userId="c228fa0b922656d2" providerId="LiveId" clId="{001474D9-AA46-46C8-9315-BDDC3534F16C}" dt="2025-05-04T11:30:11.465" v="1489"/>
          <ac:spMkLst>
            <pc:docMk/>
            <pc:sldMk cId="0" sldId="268"/>
            <ac:spMk id="24" creationId="{87CC743E-B188-9A46-920D-48588D9539F5}"/>
          </ac:spMkLst>
        </pc:spChg>
        <pc:spChg chg="mod">
          <ac:chgData name="Keshav Bansal" userId="c228fa0b922656d2" providerId="LiveId" clId="{001474D9-AA46-46C8-9315-BDDC3534F16C}" dt="2025-05-04T11:30:11.465" v="1489"/>
          <ac:spMkLst>
            <pc:docMk/>
            <pc:sldMk cId="0" sldId="268"/>
            <ac:spMk id="25" creationId="{3BE6383E-0EC8-7BA3-F2C1-56807FE146A4}"/>
          </ac:spMkLst>
        </pc:spChg>
        <pc:spChg chg="mod">
          <ac:chgData name="Keshav Bansal" userId="c228fa0b922656d2" providerId="LiveId" clId="{001474D9-AA46-46C8-9315-BDDC3534F16C}" dt="2025-05-04T11:30:40.412" v="1494"/>
          <ac:spMkLst>
            <pc:docMk/>
            <pc:sldMk cId="0" sldId="268"/>
            <ac:spMk id="42" creationId="{2FC3DA10-B782-BAFA-12FE-8A2C2C09E059}"/>
          </ac:spMkLst>
        </pc:spChg>
        <pc:spChg chg="mod">
          <ac:chgData name="Keshav Bansal" userId="c228fa0b922656d2" providerId="LiveId" clId="{001474D9-AA46-46C8-9315-BDDC3534F16C}" dt="2025-05-04T11:30:40.412" v="1494"/>
          <ac:spMkLst>
            <pc:docMk/>
            <pc:sldMk cId="0" sldId="268"/>
            <ac:spMk id="43" creationId="{96BA564F-8321-3255-72B5-734E6DFBA1D4}"/>
          </ac:spMkLst>
        </pc:spChg>
        <pc:spChg chg="mod">
          <ac:chgData name="Keshav Bansal" userId="c228fa0b922656d2" providerId="LiveId" clId="{001474D9-AA46-46C8-9315-BDDC3534F16C}" dt="2025-05-04T11:30:40.412" v="1494"/>
          <ac:spMkLst>
            <pc:docMk/>
            <pc:sldMk cId="0" sldId="268"/>
            <ac:spMk id="46" creationId="{42ABB5CE-6BBB-CB75-517B-06F6643E6CD2}"/>
          </ac:spMkLst>
        </pc:spChg>
        <pc:spChg chg="mod">
          <ac:chgData name="Keshav Bansal" userId="c228fa0b922656d2" providerId="LiveId" clId="{001474D9-AA46-46C8-9315-BDDC3534F16C}" dt="2025-05-04T11:30:40.412" v="1494"/>
          <ac:spMkLst>
            <pc:docMk/>
            <pc:sldMk cId="0" sldId="268"/>
            <ac:spMk id="47" creationId="{4794D51E-98B6-4034-B86A-21EBBF954573}"/>
          </ac:spMkLst>
        </pc:spChg>
        <pc:spChg chg="mod">
          <ac:chgData name="Keshav Bansal" userId="c228fa0b922656d2" providerId="LiveId" clId="{001474D9-AA46-46C8-9315-BDDC3534F16C}" dt="2025-05-04T11:30:40.412" v="1494"/>
          <ac:spMkLst>
            <pc:docMk/>
            <pc:sldMk cId="0" sldId="268"/>
            <ac:spMk id="48" creationId="{E4EA8C57-D9B1-9A92-33B4-E1FD7346CC40}"/>
          </ac:spMkLst>
        </pc:spChg>
        <pc:spChg chg="mod">
          <ac:chgData name="Keshav Bansal" userId="c228fa0b922656d2" providerId="LiveId" clId="{001474D9-AA46-46C8-9315-BDDC3534F16C}" dt="2025-05-04T11:30:40.412" v="1494"/>
          <ac:spMkLst>
            <pc:docMk/>
            <pc:sldMk cId="0" sldId="268"/>
            <ac:spMk id="49" creationId="{D6A05EFE-B0FD-0D23-FDB9-FA6F1333FCA4}"/>
          </ac:spMkLst>
        </pc:spChg>
        <pc:spChg chg="mod">
          <ac:chgData name="Keshav Bansal" userId="c228fa0b922656d2" providerId="LiveId" clId="{001474D9-AA46-46C8-9315-BDDC3534F16C}" dt="2025-05-04T11:30:40.412" v="1494"/>
          <ac:spMkLst>
            <pc:docMk/>
            <pc:sldMk cId="0" sldId="268"/>
            <ac:spMk id="50" creationId="{032FBD29-95D6-8F1B-5C72-6F9CE8F9D2E9}"/>
          </ac:spMkLst>
        </pc:spChg>
        <pc:spChg chg="mod">
          <ac:chgData name="Keshav Bansal" userId="c228fa0b922656d2" providerId="LiveId" clId="{001474D9-AA46-46C8-9315-BDDC3534F16C}" dt="2025-05-04T11:30:40.412" v="1494"/>
          <ac:spMkLst>
            <pc:docMk/>
            <pc:sldMk cId="0" sldId="268"/>
            <ac:spMk id="51" creationId="{24B72854-418B-5B5A-915B-B6DB6F38BF31}"/>
          </ac:spMkLst>
        </pc:spChg>
        <pc:spChg chg="mod">
          <ac:chgData name="Keshav Bansal" userId="c228fa0b922656d2" providerId="LiveId" clId="{001474D9-AA46-46C8-9315-BDDC3534F16C}" dt="2025-05-04T11:30:40.412" v="1494"/>
          <ac:spMkLst>
            <pc:docMk/>
            <pc:sldMk cId="0" sldId="268"/>
            <ac:spMk id="52" creationId="{CAD30ACF-01FC-84EB-1A5B-283FC10B04D9}"/>
          </ac:spMkLst>
        </pc:spChg>
        <pc:spChg chg="mod">
          <ac:chgData name="Keshav Bansal" userId="c228fa0b922656d2" providerId="LiveId" clId="{001474D9-AA46-46C8-9315-BDDC3534F16C}" dt="2025-05-04T11:30:40.412" v="1494"/>
          <ac:spMkLst>
            <pc:docMk/>
            <pc:sldMk cId="0" sldId="268"/>
            <ac:spMk id="53" creationId="{DC155342-C079-80D0-C8D7-BFA1FC6507FF}"/>
          </ac:spMkLst>
        </pc:spChg>
        <pc:spChg chg="mod">
          <ac:chgData name="Keshav Bansal" userId="c228fa0b922656d2" providerId="LiveId" clId="{001474D9-AA46-46C8-9315-BDDC3534F16C}" dt="2025-05-04T11:31:28.888" v="1498"/>
          <ac:spMkLst>
            <pc:docMk/>
            <pc:sldMk cId="0" sldId="268"/>
            <ac:spMk id="56" creationId="{A35F5526-3D7B-E6BE-84D0-88E1827F80EF}"/>
          </ac:spMkLst>
        </pc:spChg>
        <pc:spChg chg="mod">
          <ac:chgData name="Keshav Bansal" userId="c228fa0b922656d2" providerId="LiveId" clId="{001474D9-AA46-46C8-9315-BDDC3534F16C}" dt="2025-05-04T11:34:43.338" v="1520" actId="1076"/>
          <ac:spMkLst>
            <pc:docMk/>
            <pc:sldMk cId="0" sldId="268"/>
            <ac:spMk id="57" creationId="{5E7ADE64-2190-23CC-355F-78E46DE27C34}"/>
          </ac:spMkLst>
        </pc:spChg>
        <pc:spChg chg="mod">
          <ac:chgData name="Keshav Bansal" userId="c228fa0b922656d2" providerId="LiveId" clId="{001474D9-AA46-46C8-9315-BDDC3534F16C}" dt="2025-05-04T11:32:18.624" v="1502"/>
          <ac:spMkLst>
            <pc:docMk/>
            <pc:sldMk cId="0" sldId="268"/>
            <ac:spMk id="59" creationId="{1D86394C-2BDD-3717-5B6B-C9D13D1F12C8}"/>
          </ac:spMkLst>
        </pc:spChg>
        <pc:spChg chg="mod">
          <ac:chgData name="Keshav Bansal" userId="c228fa0b922656d2" providerId="LiveId" clId="{001474D9-AA46-46C8-9315-BDDC3534F16C}" dt="2025-05-04T11:32:18.624" v="1502"/>
          <ac:spMkLst>
            <pc:docMk/>
            <pc:sldMk cId="0" sldId="268"/>
            <ac:spMk id="60" creationId="{E88ED6AD-C26D-6864-A9A6-ECF4C288D250}"/>
          </ac:spMkLst>
        </pc:spChg>
        <pc:spChg chg="mod">
          <ac:chgData name="Keshav Bansal" userId="c228fa0b922656d2" providerId="LiveId" clId="{001474D9-AA46-46C8-9315-BDDC3534F16C}" dt="2025-05-04T11:32:18.624" v="1502"/>
          <ac:spMkLst>
            <pc:docMk/>
            <pc:sldMk cId="0" sldId="268"/>
            <ac:spMk id="61" creationId="{193E6A97-0D71-BA67-C65F-9E4340D0D9F8}"/>
          </ac:spMkLst>
        </pc:spChg>
        <pc:spChg chg="mod">
          <ac:chgData name="Keshav Bansal" userId="c228fa0b922656d2" providerId="LiveId" clId="{001474D9-AA46-46C8-9315-BDDC3534F16C}" dt="2025-05-04T11:34:10.914" v="1515"/>
          <ac:spMkLst>
            <pc:docMk/>
            <pc:sldMk cId="0" sldId="268"/>
            <ac:spMk id="63" creationId="{00DB7AB2-EB40-4739-DB94-D44B375AE065}"/>
          </ac:spMkLst>
        </pc:spChg>
        <pc:spChg chg="mod">
          <ac:chgData name="Keshav Bansal" userId="c228fa0b922656d2" providerId="LiveId" clId="{001474D9-AA46-46C8-9315-BDDC3534F16C}" dt="2025-05-04T11:34:10.914" v="1515"/>
          <ac:spMkLst>
            <pc:docMk/>
            <pc:sldMk cId="0" sldId="268"/>
            <ac:spMk id="1600" creationId="{1E8F4FE7-EC32-49FA-E891-A492B5268CD4}"/>
          </ac:spMkLst>
        </pc:spChg>
        <pc:spChg chg="mod">
          <ac:chgData name="Keshav Bansal" userId="c228fa0b922656d2" providerId="LiveId" clId="{001474D9-AA46-46C8-9315-BDDC3534F16C}" dt="2025-05-04T11:34:10.914" v="1515"/>
          <ac:spMkLst>
            <pc:docMk/>
            <pc:sldMk cId="0" sldId="268"/>
            <ac:spMk id="1601" creationId="{CB17B8A2-2E1A-2011-F9ED-4D93795FA64D}"/>
          </ac:spMkLst>
        </pc:spChg>
        <pc:spChg chg="mod">
          <ac:chgData name="Keshav Bansal" userId="c228fa0b922656d2" providerId="LiveId" clId="{001474D9-AA46-46C8-9315-BDDC3534F16C}" dt="2025-05-04T11:34:10.914" v="1515"/>
          <ac:spMkLst>
            <pc:docMk/>
            <pc:sldMk cId="0" sldId="268"/>
            <ac:spMk id="1602" creationId="{58A2CFA2-085B-719A-1BFF-ABB4E3B163F5}"/>
          </ac:spMkLst>
        </pc:spChg>
        <pc:spChg chg="mod">
          <ac:chgData name="Keshav Bansal" userId="c228fa0b922656d2" providerId="LiveId" clId="{001474D9-AA46-46C8-9315-BDDC3534F16C}" dt="2025-05-04T12:30:55.356" v="1688"/>
          <ac:spMkLst>
            <pc:docMk/>
            <pc:sldMk cId="0" sldId="268"/>
            <ac:spMk id="1642" creationId="{00000000-0000-0000-0000-000000000000}"/>
          </ac:spMkLst>
        </pc:spChg>
        <pc:grpChg chg="add mod">
          <ac:chgData name="Keshav Bansal" userId="c228fa0b922656d2" providerId="LiveId" clId="{001474D9-AA46-46C8-9315-BDDC3534F16C}" dt="2025-05-04T11:35:03.215" v="1524" actId="1076"/>
          <ac:grpSpMkLst>
            <pc:docMk/>
            <pc:sldMk cId="0" sldId="268"/>
            <ac:grpSpMk id="2" creationId="{EEEC6D2D-539A-76B8-6AAB-0106717E6B92}"/>
          </ac:grpSpMkLst>
        </pc:grpChg>
        <pc:grpChg chg="add mod">
          <ac:chgData name="Keshav Bansal" userId="c228fa0b922656d2" providerId="LiveId" clId="{001474D9-AA46-46C8-9315-BDDC3534F16C}" dt="2025-05-04T11:34:49.195" v="1522" actId="1076"/>
          <ac:grpSpMkLst>
            <pc:docMk/>
            <pc:sldMk cId="0" sldId="268"/>
            <ac:grpSpMk id="9" creationId="{B0383F21-D99C-0AFF-FD9C-55DD519367FC}"/>
          </ac:grpSpMkLst>
        </pc:grpChg>
        <pc:grpChg chg="mod">
          <ac:chgData name="Keshav Bansal" userId="c228fa0b922656d2" providerId="LiveId" clId="{001474D9-AA46-46C8-9315-BDDC3534F16C}" dt="2025-05-04T11:33:43.649" v="1511" actId="1076"/>
          <ac:grpSpMkLst>
            <pc:docMk/>
            <pc:sldMk cId="0" sldId="268"/>
            <ac:grpSpMk id="12" creationId="{376C65CB-BE93-F49F-0803-8913FE7B8365}"/>
          </ac:grpSpMkLst>
        </pc:grpChg>
        <pc:grpChg chg="mod">
          <ac:chgData name="Keshav Bansal" userId="c228fa0b922656d2" providerId="LiveId" clId="{001474D9-AA46-46C8-9315-BDDC3534F16C}" dt="2025-05-04T11:33:46.967" v="1513" actId="1076"/>
          <ac:grpSpMkLst>
            <pc:docMk/>
            <pc:sldMk cId="0" sldId="268"/>
            <ac:grpSpMk id="41" creationId="{EC5EBDAC-F331-A5D2-8D5D-66680E05DE05}"/>
          </ac:grpSpMkLst>
        </pc:grpChg>
        <pc:grpChg chg="add mod">
          <ac:chgData name="Keshav Bansal" userId="c228fa0b922656d2" providerId="LiveId" clId="{001474D9-AA46-46C8-9315-BDDC3534F16C}" dt="2025-05-04T11:34:46.328" v="1521" actId="1076"/>
          <ac:grpSpMkLst>
            <pc:docMk/>
            <pc:sldMk cId="0" sldId="268"/>
            <ac:grpSpMk id="55" creationId="{4E274466-E76F-EC35-DB44-FEB1A5FB9FC7}"/>
          </ac:grpSpMkLst>
        </pc:grpChg>
        <pc:grpChg chg="add mod">
          <ac:chgData name="Keshav Bansal" userId="c228fa0b922656d2" providerId="LiveId" clId="{001474D9-AA46-46C8-9315-BDDC3534F16C}" dt="2025-05-04T11:35:08.274" v="1526" actId="1076"/>
          <ac:grpSpMkLst>
            <pc:docMk/>
            <pc:sldMk cId="0" sldId="268"/>
            <ac:grpSpMk id="58" creationId="{10541F1A-2C70-2B89-35B1-13441C38D814}"/>
          </ac:grpSpMkLst>
        </pc:grpChg>
        <pc:grpChg chg="add mod">
          <ac:chgData name="Keshav Bansal" userId="c228fa0b922656d2" providerId="LiveId" clId="{001474D9-AA46-46C8-9315-BDDC3534F16C}" dt="2025-05-04T11:34:22.930" v="1518" actId="1076"/>
          <ac:grpSpMkLst>
            <pc:docMk/>
            <pc:sldMk cId="0" sldId="268"/>
            <ac:grpSpMk id="62" creationId="{3270D21B-8CD7-20BF-FB9C-B90FE96AA28E}"/>
          </ac:grpSpMkLst>
        </pc:grpChg>
      </pc:sldChg>
      <pc:sldChg chg="addSp modSp mod">
        <pc:chgData name="Keshav Bansal" userId="c228fa0b922656d2" providerId="LiveId" clId="{001474D9-AA46-46C8-9315-BDDC3534F16C}" dt="2025-05-07T10:38:51.193" v="1833" actId="20577"/>
        <pc:sldMkLst>
          <pc:docMk/>
          <pc:sldMk cId="0" sldId="269"/>
        </pc:sldMkLst>
        <pc:spChg chg="add mod">
          <ac:chgData name="Keshav Bansal" userId="c228fa0b922656d2" providerId="LiveId" clId="{001474D9-AA46-46C8-9315-BDDC3534F16C}" dt="2025-05-04T11:11:22.839" v="1438" actId="1076"/>
          <ac:spMkLst>
            <pc:docMk/>
            <pc:sldMk cId="0" sldId="269"/>
            <ac:spMk id="3" creationId="{386184A3-C77F-87A6-A0A1-C47B1A74BB0E}"/>
          </ac:spMkLst>
        </pc:spChg>
        <pc:spChg chg="mod">
          <ac:chgData name="Keshav Bansal" userId="c228fa0b922656d2" providerId="LiveId" clId="{001474D9-AA46-46C8-9315-BDDC3534F16C}" dt="2025-05-07T10:38:51.193" v="1833" actId="20577"/>
          <ac:spMkLst>
            <pc:docMk/>
            <pc:sldMk cId="0" sldId="269"/>
            <ac:spMk id="1649" creationId="{00000000-0000-0000-0000-000000000000}"/>
          </ac:spMkLst>
        </pc:spChg>
        <pc:cxnChg chg="add">
          <ac:chgData name="Keshav Bansal" userId="c228fa0b922656d2" providerId="LiveId" clId="{001474D9-AA46-46C8-9315-BDDC3534F16C}" dt="2025-05-04T11:10:29.083" v="1430" actId="11529"/>
          <ac:cxnSpMkLst>
            <pc:docMk/>
            <pc:sldMk cId="0" sldId="269"/>
            <ac:cxnSpMk id="5" creationId="{A9AFE22D-A4B9-DFE8-67DF-861FC82F27A8}"/>
          </ac:cxnSpMkLst>
        </pc:cxnChg>
      </pc:sldChg>
      <pc:sldChg chg="addSp delSp modSp mod">
        <pc:chgData name="Keshav Bansal" userId="c228fa0b922656d2" providerId="LiveId" clId="{001474D9-AA46-46C8-9315-BDDC3534F16C}" dt="2025-05-04T12:40:20.550" v="1813" actId="20577"/>
        <pc:sldMkLst>
          <pc:docMk/>
          <pc:sldMk cId="0" sldId="270"/>
        </pc:sldMkLst>
        <pc:spChg chg="add mod">
          <ac:chgData name="Keshav Bansal" userId="c228fa0b922656d2" providerId="LiveId" clId="{001474D9-AA46-46C8-9315-BDDC3534F16C}" dt="2025-05-04T12:25:59.019" v="1659"/>
          <ac:spMkLst>
            <pc:docMk/>
            <pc:sldMk cId="0" sldId="270"/>
            <ac:spMk id="3" creationId="{37409A56-5D5B-C06C-9908-571E41844FF1}"/>
          </ac:spMkLst>
        </pc:spChg>
        <pc:spChg chg="add mod">
          <ac:chgData name="Keshav Bansal" userId="c228fa0b922656d2" providerId="LiveId" clId="{001474D9-AA46-46C8-9315-BDDC3534F16C}" dt="2025-05-04T12:25:59.019" v="1659"/>
          <ac:spMkLst>
            <pc:docMk/>
            <pc:sldMk cId="0" sldId="270"/>
            <ac:spMk id="4" creationId="{C8FC686D-C08D-C279-B15B-C6ABBDD562BD}"/>
          </ac:spMkLst>
        </pc:spChg>
        <pc:spChg chg="add mod">
          <ac:chgData name="Keshav Bansal" userId="c228fa0b922656d2" providerId="LiveId" clId="{001474D9-AA46-46C8-9315-BDDC3534F16C}" dt="2025-05-04T12:27:05.218" v="1663"/>
          <ac:spMkLst>
            <pc:docMk/>
            <pc:sldMk cId="0" sldId="270"/>
            <ac:spMk id="6" creationId="{8B5AF444-E9AC-4490-DE62-8387BB7B846E}"/>
          </ac:spMkLst>
        </pc:spChg>
        <pc:spChg chg="add mod">
          <ac:chgData name="Keshav Bansal" userId="c228fa0b922656d2" providerId="LiveId" clId="{001474D9-AA46-46C8-9315-BDDC3534F16C}" dt="2025-05-04T12:27:05.218" v="1663"/>
          <ac:spMkLst>
            <pc:docMk/>
            <pc:sldMk cId="0" sldId="270"/>
            <ac:spMk id="8" creationId="{2C1BB0BB-E13F-C878-4B75-34B9F0B3D35F}"/>
          </ac:spMkLst>
        </pc:spChg>
        <pc:spChg chg="add mod">
          <ac:chgData name="Keshav Bansal" userId="c228fa0b922656d2" providerId="LiveId" clId="{001474D9-AA46-46C8-9315-BDDC3534F16C}" dt="2025-05-04T12:27:55.414" v="1667"/>
          <ac:spMkLst>
            <pc:docMk/>
            <pc:sldMk cId="0" sldId="270"/>
            <ac:spMk id="10" creationId="{79DC285C-974C-573E-F8BE-50EB90D782A0}"/>
          </ac:spMkLst>
        </pc:spChg>
        <pc:spChg chg="add mod">
          <ac:chgData name="Keshav Bansal" userId="c228fa0b922656d2" providerId="LiveId" clId="{001474D9-AA46-46C8-9315-BDDC3534F16C}" dt="2025-05-04T12:27:55.414" v="1667"/>
          <ac:spMkLst>
            <pc:docMk/>
            <pc:sldMk cId="0" sldId="270"/>
            <ac:spMk id="11" creationId="{9E0F9A36-4073-6D07-CE45-5F7E788579FC}"/>
          </ac:spMkLst>
        </pc:spChg>
        <pc:spChg chg="add mod">
          <ac:chgData name="Keshav Bansal" userId="c228fa0b922656d2" providerId="LiveId" clId="{001474D9-AA46-46C8-9315-BDDC3534F16C}" dt="2025-05-04T12:27:55.414" v="1667"/>
          <ac:spMkLst>
            <pc:docMk/>
            <pc:sldMk cId="0" sldId="270"/>
            <ac:spMk id="12" creationId="{63D09552-3110-27E8-3CE7-58CDE14B10BF}"/>
          </ac:spMkLst>
        </pc:spChg>
        <pc:spChg chg="add mod">
          <ac:chgData name="Keshav Bansal" userId="c228fa0b922656d2" providerId="LiveId" clId="{001474D9-AA46-46C8-9315-BDDC3534F16C}" dt="2025-05-04T12:27:55.414" v="1667"/>
          <ac:spMkLst>
            <pc:docMk/>
            <pc:sldMk cId="0" sldId="270"/>
            <ac:spMk id="13" creationId="{F4287F92-16C2-AE50-30BC-EF6059A1C0FB}"/>
          </ac:spMkLst>
        </pc:spChg>
        <pc:spChg chg="add mod">
          <ac:chgData name="Keshav Bansal" userId="c228fa0b922656d2" providerId="LiveId" clId="{001474D9-AA46-46C8-9315-BDDC3534F16C}" dt="2025-05-04T12:27:55.414" v="1667"/>
          <ac:spMkLst>
            <pc:docMk/>
            <pc:sldMk cId="0" sldId="270"/>
            <ac:spMk id="14" creationId="{50146BE7-2865-C960-384C-CD4B3E69DA2D}"/>
          </ac:spMkLst>
        </pc:spChg>
        <pc:spChg chg="add mod">
          <ac:chgData name="Keshav Bansal" userId="c228fa0b922656d2" providerId="LiveId" clId="{001474D9-AA46-46C8-9315-BDDC3534F16C}" dt="2025-05-04T12:27:55.414" v="1667"/>
          <ac:spMkLst>
            <pc:docMk/>
            <pc:sldMk cId="0" sldId="270"/>
            <ac:spMk id="15" creationId="{BE3218D5-DA8D-846B-0B0E-77514EA0CA3D}"/>
          </ac:spMkLst>
        </pc:spChg>
        <pc:spChg chg="add mod">
          <ac:chgData name="Keshav Bansal" userId="c228fa0b922656d2" providerId="LiveId" clId="{001474D9-AA46-46C8-9315-BDDC3534F16C}" dt="2025-05-04T12:27:55.414" v="1667"/>
          <ac:spMkLst>
            <pc:docMk/>
            <pc:sldMk cId="0" sldId="270"/>
            <ac:spMk id="16" creationId="{3560EFC4-25F4-9E28-F91D-0618C9CA37CD}"/>
          </ac:spMkLst>
        </pc:spChg>
        <pc:spChg chg="add mod">
          <ac:chgData name="Keshav Bansal" userId="c228fa0b922656d2" providerId="LiveId" clId="{001474D9-AA46-46C8-9315-BDDC3534F16C}" dt="2025-05-04T12:27:55.414" v="1667"/>
          <ac:spMkLst>
            <pc:docMk/>
            <pc:sldMk cId="0" sldId="270"/>
            <ac:spMk id="17" creationId="{3B0637A3-986D-3EED-1D67-BF27050118D2}"/>
          </ac:spMkLst>
        </pc:spChg>
        <pc:spChg chg="add mod">
          <ac:chgData name="Keshav Bansal" userId="c228fa0b922656d2" providerId="LiveId" clId="{001474D9-AA46-46C8-9315-BDDC3534F16C}" dt="2025-05-04T12:27:55.414" v="1667"/>
          <ac:spMkLst>
            <pc:docMk/>
            <pc:sldMk cId="0" sldId="270"/>
            <ac:spMk id="19" creationId="{E2FD4C49-9210-D80E-DD4E-3A7AA5FDAB11}"/>
          </ac:spMkLst>
        </pc:spChg>
        <pc:spChg chg="add mod">
          <ac:chgData name="Keshav Bansal" userId="c228fa0b922656d2" providerId="LiveId" clId="{001474D9-AA46-46C8-9315-BDDC3534F16C}" dt="2025-05-04T12:27:55.414" v="1667"/>
          <ac:spMkLst>
            <pc:docMk/>
            <pc:sldMk cId="0" sldId="270"/>
            <ac:spMk id="20" creationId="{9BB8BC1D-317B-A15B-1441-CC7E0584E34B}"/>
          </ac:spMkLst>
        </pc:spChg>
        <pc:spChg chg="add mod">
          <ac:chgData name="Keshav Bansal" userId="c228fa0b922656d2" providerId="LiveId" clId="{001474D9-AA46-46C8-9315-BDDC3534F16C}" dt="2025-05-04T12:28:38.904" v="1671"/>
          <ac:spMkLst>
            <pc:docMk/>
            <pc:sldMk cId="0" sldId="270"/>
            <ac:spMk id="22" creationId="{FCE6F172-993B-83EE-F675-060C4CDB6738}"/>
          </ac:spMkLst>
        </pc:spChg>
        <pc:spChg chg="add mod">
          <ac:chgData name="Keshav Bansal" userId="c228fa0b922656d2" providerId="LiveId" clId="{001474D9-AA46-46C8-9315-BDDC3534F16C}" dt="2025-05-04T12:28:38.904" v="1671"/>
          <ac:spMkLst>
            <pc:docMk/>
            <pc:sldMk cId="0" sldId="270"/>
            <ac:spMk id="23" creationId="{13F9F358-310A-EDC4-8A6A-4505ED2A9216}"/>
          </ac:spMkLst>
        </pc:spChg>
        <pc:spChg chg="add mod">
          <ac:chgData name="Keshav Bansal" userId="c228fa0b922656d2" providerId="LiveId" clId="{001474D9-AA46-46C8-9315-BDDC3534F16C}" dt="2025-05-04T12:28:38.904" v="1671"/>
          <ac:spMkLst>
            <pc:docMk/>
            <pc:sldMk cId="0" sldId="270"/>
            <ac:spMk id="24" creationId="{32E1CC44-559D-CBCA-A4D9-19C25B0F0DAC}"/>
          </ac:spMkLst>
        </pc:spChg>
        <pc:spChg chg="add mod">
          <ac:chgData name="Keshav Bansal" userId="c228fa0b922656d2" providerId="LiveId" clId="{001474D9-AA46-46C8-9315-BDDC3534F16C}" dt="2025-05-04T12:28:38.904" v="1671"/>
          <ac:spMkLst>
            <pc:docMk/>
            <pc:sldMk cId="0" sldId="270"/>
            <ac:spMk id="25" creationId="{F2601EA4-1FDE-4A33-EB05-EE6F8145DDFF}"/>
          </ac:spMkLst>
        </pc:spChg>
        <pc:spChg chg="add mod">
          <ac:chgData name="Keshav Bansal" userId="c228fa0b922656d2" providerId="LiveId" clId="{001474D9-AA46-46C8-9315-BDDC3534F16C}" dt="2025-05-04T12:28:38.904" v="1671"/>
          <ac:spMkLst>
            <pc:docMk/>
            <pc:sldMk cId="0" sldId="270"/>
            <ac:spMk id="26" creationId="{BCA2C17A-0FAD-FD71-7E4B-4AB495A6FD5D}"/>
          </ac:spMkLst>
        </pc:spChg>
        <pc:spChg chg="add mod">
          <ac:chgData name="Keshav Bansal" userId="c228fa0b922656d2" providerId="LiveId" clId="{001474D9-AA46-46C8-9315-BDDC3534F16C}" dt="2025-05-04T12:28:38.904" v="1671"/>
          <ac:spMkLst>
            <pc:docMk/>
            <pc:sldMk cId="0" sldId="270"/>
            <ac:spMk id="27" creationId="{3181138D-B3EE-0752-1596-422B2860A8DC}"/>
          </ac:spMkLst>
        </pc:spChg>
        <pc:spChg chg="add mod">
          <ac:chgData name="Keshav Bansal" userId="c228fa0b922656d2" providerId="LiveId" clId="{001474D9-AA46-46C8-9315-BDDC3534F16C}" dt="2025-05-04T12:30:07.194" v="1681"/>
          <ac:spMkLst>
            <pc:docMk/>
            <pc:sldMk cId="0" sldId="270"/>
            <ac:spMk id="35" creationId="{3C4D6DF0-99F6-30AE-D35B-510547E68776}"/>
          </ac:spMkLst>
        </pc:spChg>
        <pc:spChg chg="add mod">
          <ac:chgData name="Keshav Bansal" userId="c228fa0b922656d2" providerId="LiveId" clId="{001474D9-AA46-46C8-9315-BDDC3534F16C}" dt="2025-05-04T12:30:07.194" v="1681"/>
          <ac:spMkLst>
            <pc:docMk/>
            <pc:sldMk cId="0" sldId="270"/>
            <ac:spMk id="36" creationId="{DF58EBFC-AF02-C398-76ED-B73E0EDE4F8C}"/>
          </ac:spMkLst>
        </pc:spChg>
        <pc:spChg chg="add mod">
          <ac:chgData name="Keshav Bansal" userId="c228fa0b922656d2" providerId="LiveId" clId="{001474D9-AA46-46C8-9315-BDDC3534F16C}" dt="2025-05-04T12:30:07.194" v="1681"/>
          <ac:spMkLst>
            <pc:docMk/>
            <pc:sldMk cId="0" sldId="270"/>
            <ac:spMk id="37" creationId="{7C6CB1D5-4715-0A08-9C6D-1B2181D00105}"/>
          </ac:spMkLst>
        </pc:spChg>
        <pc:spChg chg="add mod">
          <ac:chgData name="Keshav Bansal" userId="c228fa0b922656d2" providerId="LiveId" clId="{001474D9-AA46-46C8-9315-BDDC3534F16C}" dt="2025-05-04T12:30:07.194" v="1681"/>
          <ac:spMkLst>
            <pc:docMk/>
            <pc:sldMk cId="0" sldId="270"/>
            <ac:spMk id="38" creationId="{676CBA80-2935-ABF6-9F03-0F08F47B4736}"/>
          </ac:spMkLst>
        </pc:spChg>
        <pc:spChg chg="add mod">
          <ac:chgData name="Keshav Bansal" userId="c228fa0b922656d2" providerId="LiveId" clId="{001474D9-AA46-46C8-9315-BDDC3534F16C}" dt="2025-05-04T12:30:07.194" v="1681"/>
          <ac:spMkLst>
            <pc:docMk/>
            <pc:sldMk cId="0" sldId="270"/>
            <ac:spMk id="39" creationId="{71C2D329-7B37-9FC9-364F-1D6A4548238E}"/>
          </ac:spMkLst>
        </pc:spChg>
        <pc:spChg chg="add mod">
          <ac:chgData name="Keshav Bansal" userId="c228fa0b922656d2" providerId="LiveId" clId="{001474D9-AA46-46C8-9315-BDDC3534F16C}" dt="2025-05-04T12:32:12.735" v="1696"/>
          <ac:spMkLst>
            <pc:docMk/>
            <pc:sldMk cId="0" sldId="270"/>
            <ac:spMk id="41" creationId="{FF395DC6-F8A7-8C32-71B9-D04EE4AB3099}"/>
          </ac:spMkLst>
        </pc:spChg>
        <pc:spChg chg="add mod">
          <ac:chgData name="Keshav Bansal" userId="c228fa0b922656d2" providerId="LiveId" clId="{001474D9-AA46-46C8-9315-BDDC3534F16C}" dt="2025-05-04T12:32:12.735" v="1696"/>
          <ac:spMkLst>
            <pc:docMk/>
            <pc:sldMk cId="0" sldId="270"/>
            <ac:spMk id="42" creationId="{7F60785C-5EF1-5C50-1501-3F2BDEEF5B4C}"/>
          </ac:spMkLst>
        </pc:spChg>
        <pc:spChg chg="add mod">
          <ac:chgData name="Keshav Bansal" userId="c228fa0b922656d2" providerId="LiveId" clId="{001474D9-AA46-46C8-9315-BDDC3534F16C}" dt="2025-05-04T12:32:12.735" v="1696"/>
          <ac:spMkLst>
            <pc:docMk/>
            <pc:sldMk cId="0" sldId="270"/>
            <ac:spMk id="43" creationId="{EACBB533-251D-0832-A380-B9DA70B4CFBF}"/>
          </ac:spMkLst>
        </pc:spChg>
        <pc:spChg chg="add mod">
          <ac:chgData name="Keshav Bansal" userId="c228fa0b922656d2" providerId="LiveId" clId="{001474D9-AA46-46C8-9315-BDDC3534F16C}" dt="2025-05-04T12:32:12.735" v="1696"/>
          <ac:spMkLst>
            <pc:docMk/>
            <pc:sldMk cId="0" sldId="270"/>
            <ac:spMk id="44" creationId="{D09C1836-0771-2794-1874-F316DAD2268E}"/>
          </ac:spMkLst>
        </pc:spChg>
        <pc:spChg chg="add mod">
          <ac:chgData name="Keshav Bansal" userId="c228fa0b922656d2" providerId="LiveId" clId="{001474D9-AA46-46C8-9315-BDDC3534F16C}" dt="2025-05-04T12:32:12.735" v="1696"/>
          <ac:spMkLst>
            <pc:docMk/>
            <pc:sldMk cId="0" sldId="270"/>
            <ac:spMk id="45" creationId="{8A2F02E5-0D14-5483-E656-04BFD673B39B}"/>
          </ac:spMkLst>
        </pc:spChg>
        <pc:spChg chg="add mod">
          <ac:chgData name="Keshav Bansal" userId="c228fa0b922656d2" providerId="LiveId" clId="{001474D9-AA46-46C8-9315-BDDC3534F16C}" dt="2025-05-04T12:32:12.735" v="1696"/>
          <ac:spMkLst>
            <pc:docMk/>
            <pc:sldMk cId="0" sldId="270"/>
            <ac:spMk id="46" creationId="{87AB5885-E834-9C65-1DBA-61AFC438B2E0}"/>
          </ac:spMkLst>
        </pc:spChg>
        <pc:spChg chg="add mod">
          <ac:chgData name="Keshav Bansal" userId="c228fa0b922656d2" providerId="LiveId" clId="{001474D9-AA46-46C8-9315-BDDC3534F16C}" dt="2025-05-04T12:32:12.735" v="1696"/>
          <ac:spMkLst>
            <pc:docMk/>
            <pc:sldMk cId="0" sldId="270"/>
            <ac:spMk id="47" creationId="{14F76A48-5D74-CEB2-7331-C4243E99C6E2}"/>
          </ac:spMkLst>
        </pc:spChg>
        <pc:spChg chg="add mod">
          <ac:chgData name="Keshav Bansal" userId="c228fa0b922656d2" providerId="LiveId" clId="{001474D9-AA46-46C8-9315-BDDC3534F16C}" dt="2025-05-04T12:32:12.735" v="1696"/>
          <ac:spMkLst>
            <pc:docMk/>
            <pc:sldMk cId="0" sldId="270"/>
            <ac:spMk id="48" creationId="{37979EC9-3294-0F26-2946-E464EC5122F7}"/>
          </ac:spMkLst>
        </pc:spChg>
        <pc:spChg chg="add mod">
          <ac:chgData name="Keshav Bansal" userId="c228fa0b922656d2" providerId="LiveId" clId="{001474D9-AA46-46C8-9315-BDDC3534F16C}" dt="2025-05-04T12:32:12.735" v="1696"/>
          <ac:spMkLst>
            <pc:docMk/>
            <pc:sldMk cId="0" sldId="270"/>
            <ac:spMk id="50" creationId="{F40C8631-017B-1E96-0889-CFD12C9E402A}"/>
          </ac:spMkLst>
        </pc:spChg>
        <pc:spChg chg="add mod">
          <ac:chgData name="Keshav Bansal" userId="c228fa0b922656d2" providerId="LiveId" clId="{001474D9-AA46-46C8-9315-BDDC3534F16C}" dt="2025-05-04T12:32:12.735" v="1696"/>
          <ac:spMkLst>
            <pc:docMk/>
            <pc:sldMk cId="0" sldId="270"/>
            <ac:spMk id="51" creationId="{57C9EA84-7848-695F-304D-726171A649B7}"/>
          </ac:spMkLst>
        </pc:spChg>
        <pc:spChg chg="add mod">
          <ac:chgData name="Keshav Bansal" userId="c228fa0b922656d2" providerId="LiveId" clId="{001474D9-AA46-46C8-9315-BDDC3534F16C}" dt="2025-05-04T12:32:43.127" v="1701"/>
          <ac:spMkLst>
            <pc:docMk/>
            <pc:sldMk cId="0" sldId="270"/>
            <ac:spMk id="57" creationId="{5F0ABA5A-EAD7-8DDF-5A9F-24023D23E1F2}"/>
          </ac:spMkLst>
        </pc:spChg>
        <pc:spChg chg="add mod">
          <ac:chgData name="Keshav Bansal" userId="c228fa0b922656d2" providerId="LiveId" clId="{001474D9-AA46-46C8-9315-BDDC3534F16C}" dt="2025-05-04T12:32:43.127" v="1701"/>
          <ac:spMkLst>
            <pc:docMk/>
            <pc:sldMk cId="0" sldId="270"/>
            <ac:spMk id="58" creationId="{C65D58FA-FBBD-6E01-5EA3-E1FB2F416C3A}"/>
          </ac:spMkLst>
        </pc:spChg>
        <pc:spChg chg="add mod">
          <ac:chgData name="Keshav Bansal" userId="c228fa0b922656d2" providerId="LiveId" clId="{001474D9-AA46-46C8-9315-BDDC3534F16C}" dt="2025-05-04T12:32:43.127" v="1701"/>
          <ac:spMkLst>
            <pc:docMk/>
            <pc:sldMk cId="0" sldId="270"/>
            <ac:spMk id="60" creationId="{D322B081-41BC-96C5-051C-7269C899381F}"/>
          </ac:spMkLst>
        </pc:spChg>
        <pc:spChg chg="add mod">
          <ac:chgData name="Keshav Bansal" userId="c228fa0b922656d2" providerId="LiveId" clId="{001474D9-AA46-46C8-9315-BDDC3534F16C}" dt="2025-05-04T12:32:43.127" v="1701"/>
          <ac:spMkLst>
            <pc:docMk/>
            <pc:sldMk cId="0" sldId="270"/>
            <ac:spMk id="61" creationId="{919FCDF5-AB94-A6B7-4CD0-BA0A53218A81}"/>
          </ac:spMkLst>
        </pc:spChg>
        <pc:spChg chg="add mod">
          <ac:chgData name="Keshav Bansal" userId="c228fa0b922656d2" providerId="LiveId" clId="{001474D9-AA46-46C8-9315-BDDC3534F16C}" dt="2025-05-04T12:32:43.127" v="1701"/>
          <ac:spMkLst>
            <pc:docMk/>
            <pc:sldMk cId="0" sldId="270"/>
            <ac:spMk id="62" creationId="{1DC61390-0969-1DC4-93A7-568E775B98D9}"/>
          </ac:spMkLst>
        </pc:spChg>
        <pc:spChg chg="add mod">
          <ac:chgData name="Keshav Bansal" userId="c228fa0b922656d2" providerId="LiveId" clId="{001474D9-AA46-46C8-9315-BDDC3534F16C}" dt="2025-05-04T12:32:43.127" v="1701"/>
          <ac:spMkLst>
            <pc:docMk/>
            <pc:sldMk cId="0" sldId="270"/>
            <ac:spMk id="63" creationId="{1A9E4C21-8BBB-04DC-1197-9ABD39E4554E}"/>
          </ac:spMkLst>
        </pc:spChg>
        <pc:spChg chg="add mod">
          <ac:chgData name="Keshav Bansal" userId="c228fa0b922656d2" providerId="LiveId" clId="{001474D9-AA46-46C8-9315-BDDC3534F16C}" dt="2025-05-04T12:32:43.127" v="1701"/>
          <ac:spMkLst>
            <pc:docMk/>
            <pc:sldMk cId="0" sldId="270"/>
            <ac:spMk id="1600" creationId="{F4EE17EE-61A3-5AE1-F58E-53E36D802FDF}"/>
          </ac:spMkLst>
        </pc:spChg>
        <pc:spChg chg="add mod">
          <ac:chgData name="Keshav Bansal" userId="c228fa0b922656d2" providerId="LiveId" clId="{001474D9-AA46-46C8-9315-BDDC3534F16C}" dt="2025-05-04T12:32:43.127" v="1701"/>
          <ac:spMkLst>
            <pc:docMk/>
            <pc:sldMk cId="0" sldId="270"/>
            <ac:spMk id="1601" creationId="{7F3F3E34-B67D-B701-F3DF-4D84DA234BD7}"/>
          </ac:spMkLst>
        </pc:spChg>
        <pc:spChg chg="add mod">
          <ac:chgData name="Keshav Bansal" userId="c228fa0b922656d2" providerId="LiveId" clId="{001474D9-AA46-46C8-9315-BDDC3534F16C}" dt="2025-05-04T12:32:43.127" v="1701"/>
          <ac:spMkLst>
            <pc:docMk/>
            <pc:sldMk cId="0" sldId="270"/>
            <ac:spMk id="1602" creationId="{2C7766F4-0FF9-C0A2-C6C8-7E20BDC20AA0}"/>
          </ac:spMkLst>
        </pc:spChg>
        <pc:spChg chg="add mod">
          <ac:chgData name="Keshav Bansal" userId="c228fa0b922656d2" providerId="LiveId" clId="{001474D9-AA46-46C8-9315-BDDC3534F16C}" dt="2025-05-04T12:32:43.127" v="1701"/>
          <ac:spMkLst>
            <pc:docMk/>
            <pc:sldMk cId="0" sldId="270"/>
            <ac:spMk id="1603" creationId="{1D44AF42-C524-ED40-0512-BFF6E93ABA08}"/>
          </ac:spMkLst>
        </pc:spChg>
        <pc:spChg chg="add mod">
          <ac:chgData name="Keshav Bansal" userId="c228fa0b922656d2" providerId="LiveId" clId="{001474D9-AA46-46C8-9315-BDDC3534F16C}" dt="2025-05-04T12:33:08.355" v="1705"/>
          <ac:spMkLst>
            <pc:docMk/>
            <pc:sldMk cId="0" sldId="270"/>
            <ac:spMk id="1605" creationId="{1C0393D7-C56D-3919-2BE3-07D3FF4AE7AD}"/>
          </ac:spMkLst>
        </pc:spChg>
        <pc:spChg chg="add mod">
          <ac:chgData name="Keshav Bansal" userId="c228fa0b922656d2" providerId="LiveId" clId="{001474D9-AA46-46C8-9315-BDDC3534F16C}" dt="2025-05-04T12:33:08.355" v="1705"/>
          <ac:spMkLst>
            <pc:docMk/>
            <pc:sldMk cId="0" sldId="270"/>
            <ac:spMk id="1606" creationId="{1815646A-64B7-8F42-BAEB-6B0AEB7938C5}"/>
          </ac:spMkLst>
        </pc:spChg>
        <pc:spChg chg="add mod">
          <ac:chgData name="Keshav Bansal" userId="c228fa0b922656d2" providerId="LiveId" clId="{001474D9-AA46-46C8-9315-BDDC3534F16C}" dt="2025-05-04T12:33:08.355" v="1705"/>
          <ac:spMkLst>
            <pc:docMk/>
            <pc:sldMk cId="0" sldId="270"/>
            <ac:spMk id="1607" creationId="{BB6C1D50-C894-3FB9-2D56-86CFBB3C6077}"/>
          </ac:spMkLst>
        </pc:spChg>
        <pc:spChg chg="add mod">
          <ac:chgData name="Keshav Bansal" userId="c228fa0b922656d2" providerId="LiveId" clId="{001474D9-AA46-46C8-9315-BDDC3534F16C}" dt="2025-05-04T12:33:08.355" v="1705"/>
          <ac:spMkLst>
            <pc:docMk/>
            <pc:sldMk cId="0" sldId="270"/>
            <ac:spMk id="1608" creationId="{985677B0-8E9A-209C-86CB-9B16525A6F83}"/>
          </ac:spMkLst>
        </pc:spChg>
        <pc:spChg chg="add mod">
          <ac:chgData name="Keshav Bansal" userId="c228fa0b922656d2" providerId="LiveId" clId="{001474D9-AA46-46C8-9315-BDDC3534F16C}" dt="2025-05-04T12:33:08.355" v="1705"/>
          <ac:spMkLst>
            <pc:docMk/>
            <pc:sldMk cId="0" sldId="270"/>
            <ac:spMk id="1609" creationId="{210BD3D3-7453-A6B3-0D82-010E07CA8A11}"/>
          </ac:spMkLst>
        </pc:spChg>
        <pc:spChg chg="add mod">
          <ac:chgData name="Keshav Bansal" userId="c228fa0b922656d2" providerId="LiveId" clId="{001474D9-AA46-46C8-9315-BDDC3534F16C}" dt="2025-05-04T12:33:39.253" v="1709"/>
          <ac:spMkLst>
            <pc:docMk/>
            <pc:sldMk cId="0" sldId="270"/>
            <ac:spMk id="1611" creationId="{5F8BB09E-1E7D-C500-55EA-050F024A2BA7}"/>
          </ac:spMkLst>
        </pc:spChg>
        <pc:spChg chg="add mod">
          <ac:chgData name="Keshav Bansal" userId="c228fa0b922656d2" providerId="LiveId" clId="{001474D9-AA46-46C8-9315-BDDC3534F16C}" dt="2025-05-04T12:33:39.253" v="1709"/>
          <ac:spMkLst>
            <pc:docMk/>
            <pc:sldMk cId="0" sldId="270"/>
            <ac:spMk id="1612" creationId="{3B99AE67-896F-B89F-FE2E-3BEBC1DF29AE}"/>
          </ac:spMkLst>
        </pc:spChg>
        <pc:spChg chg="add mod">
          <ac:chgData name="Keshav Bansal" userId="c228fa0b922656d2" providerId="LiveId" clId="{001474D9-AA46-46C8-9315-BDDC3534F16C}" dt="2025-05-04T12:33:39.253" v="1709"/>
          <ac:spMkLst>
            <pc:docMk/>
            <pc:sldMk cId="0" sldId="270"/>
            <ac:spMk id="1613" creationId="{9E8B28A3-9257-3EF2-A7D5-ACE0D94B80BF}"/>
          </ac:spMkLst>
        </pc:spChg>
        <pc:spChg chg="add mod">
          <ac:chgData name="Keshav Bansal" userId="c228fa0b922656d2" providerId="LiveId" clId="{001474D9-AA46-46C8-9315-BDDC3534F16C}" dt="2025-05-04T12:33:39.253" v="1709"/>
          <ac:spMkLst>
            <pc:docMk/>
            <pc:sldMk cId="0" sldId="270"/>
            <ac:spMk id="1616" creationId="{5F1024A0-56EC-4904-5FAC-FE57AECB8D09}"/>
          </ac:spMkLst>
        </pc:spChg>
        <pc:spChg chg="add mod">
          <ac:chgData name="Keshav Bansal" userId="c228fa0b922656d2" providerId="LiveId" clId="{001474D9-AA46-46C8-9315-BDDC3534F16C}" dt="2025-05-04T12:33:39.253" v="1709"/>
          <ac:spMkLst>
            <pc:docMk/>
            <pc:sldMk cId="0" sldId="270"/>
            <ac:spMk id="1617" creationId="{CF5215F5-F88D-4086-67D6-DC69C66C8F72}"/>
          </ac:spMkLst>
        </pc:spChg>
        <pc:spChg chg="add mod">
          <ac:chgData name="Keshav Bansal" userId="c228fa0b922656d2" providerId="LiveId" clId="{001474D9-AA46-46C8-9315-BDDC3534F16C}" dt="2025-05-04T12:33:39.253" v="1709"/>
          <ac:spMkLst>
            <pc:docMk/>
            <pc:sldMk cId="0" sldId="270"/>
            <ac:spMk id="1618" creationId="{47713662-F460-EBC6-D529-51BCA55B521B}"/>
          </ac:spMkLst>
        </pc:spChg>
        <pc:spChg chg="add mod">
          <ac:chgData name="Keshav Bansal" userId="c228fa0b922656d2" providerId="LiveId" clId="{001474D9-AA46-46C8-9315-BDDC3534F16C}" dt="2025-05-04T12:33:39.253" v="1709"/>
          <ac:spMkLst>
            <pc:docMk/>
            <pc:sldMk cId="0" sldId="270"/>
            <ac:spMk id="1619" creationId="{6B5ECFA7-A6CA-3FE3-85E8-7D520D237A27}"/>
          </ac:spMkLst>
        </pc:spChg>
        <pc:spChg chg="add mod">
          <ac:chgData name="Keshav Bansal" userId="c228fa0b922656d2" providerId="LiveId" clId="{001474D9-AA46-46C8-9315-BDDC3534F16C}" dt="2025-05-04T12:33:39.253" v="1709"/>
          <ac:spMkLst>
            <pc:docMk/>
            <pc:sldMk cId="0" sldId="270"/>
            <ac:spMk id="1620" creationId="{FD9CE457-0A8F-6A8B-3958-66A01B8DA994}"/>
          </ac:spMkLst>
        </pc:spChg>
        <pc:spChg chg="add mod">
          <ac:chgData name="Keshav Bansal" userId="c228fa0b922656d2" providerId="LiveId" clId="{001474D9-AA46-46C8-9315-BDDC3534F16C}" dt="2025-05-04T12:33:39.253" v="1709"/>
          <ac:spMkLst>
            <pc:docMk/>
            <pc:sldMk cId="0" sldId="270"/>
            <ac:spMk id="1621" creationId="{349B3F30-5EC0-04C4-5F2F-260B6D1E0CFF}"/>
          </ac:spMkLst>
        </pc:spChg>
        <pc:spChg chg="add mod">
          <ac:chgData name="Keshav Bansal" userId="c228fa0b922656d2" providerId="LiveId" clId="{001474D9-AA46-46C8-9315-BDDC3534F16C}" dt="2025-05-04T12:33:39.253" v="1709"/>
          <ac:spMkLst>
            <pc:docMk/>
            <pc:sldMk cId="0" sldId="270"/>
            <ac:spMk id="1623" creationId="{1D7CB385-7FD6-3373-ECBA-9AF6A895C62A}"/>
          </ac:spMkLst>
        </pc:spChg>
        <pc:spChg chg="mod">
          <ac:chgData name="Keshav Bansal" userId="c228fa0b922656d2" providerId="LiveId" clId="{001474D9-AA46-46C8-9315-BDDC3534F16C}" dt="2025-05-04T12:31:16.032" v="1692" actId="1076"/>
          <ac:spMkLst>
            <pc:docMk/>
            <pc:sldMk cId="0" sldId="270"/>
            <ac:spMk id="1659" creationId="{00000000-0000-0000-0000-000000000000}"/>
          </ac:spMkLst>
        </pc:spChg>
        <pc:grpChg chg="add mod">
          <ac:chgData name="Keshav Bansal" userId="c228fa0b922656d2" providerId="LiveId" clId="{001474D9-AA46-46C8-9315-BDDC3534F16C}" dt="2025-05-04T12:26:09.131" v="1662" actId="1076"/>
          <ac:grpSpMkLst>
            <pc:docMk/>
            <pc:sldMk cId="0" sldId="270"/>
            <ac:grpSpMk id="2" creationId="{A8107B2D-7ACD-FDF5-3524-B25544D05BD6}"/>
          </ac:grpSpMkLst>
        </pc:grpChg>
        <pc:grpChg chg="add mod">
          <ac:chgData name="Keshav Bansal" userId="c228fa0b922656d2" providerId="LiveId" clId="{001474D9-AA46-46C8-9315-BDDC3534F16C}" dt="2025-05-04T12:27:18.910" v="1666" actId="1076"/>
          <ac:grpSpMkLst>
            <pc:docMk/>
            <pc:sldMk cId="0" sldId="270"/>
            <ac:grpSpMk id="5" creationId="{21C69551-E5A0-B78B-0E0B-3BBDC3D5C83D}"/>
          </ac:grpSpMkLst>
        </pc:grpChg>
        <pc:grpChg chg="mod">
          <ac:chgData name="Keshav Bansal" userId="c228fa0b922656d2" providerId="LiveId" clId="{001474D9-AA46-46C8-9315-BDDC3534F16C}" dt="2025-05-04T12:28:07.532" v="1670" actId="1076"/>
          <ac:grpSpMkLst>
            <pc:docMk/>
            <pc:sldMk cId="0" sldId="270"/>
            <ac:grpSpMk id="9" creationId="{10C40B03-7D5E-E93A-7992-8A6EC5742A7E}"/>
          </ac:grpSpMkLst>
        </pc:grpChg>
        <pc:grpChg chg="add mod">
          <ac:chgData name="Keshav Bansal" userId="c228fa0b922656d2" providerId="LiveId" clId="{001474D9-AA46-46C8-9315-BDDC3534F16C}" dt="2025-05-04T12:28:47.818" v="1674" actId="1076"/>
          <ac:grpSpMkLst>
            <pc:docMk/>
            <pc:sldMk cId="0" sldId="270"/>
            <ac:grpSpMk id="21" creationId="{C95B5680-5D09-629B-8C10-62CC5174458E}"/>
          </ac:grpSpMkLst>
        </pc:grpChg>
        <pc:grpChg chg="add mod">
          <ac:chgData name="Keshav Bansal" userId="c228fa0b922656d2" providerId="LiveId" clId="{001474D9-AA46-46C8-9315-BDDC3534F16C}" dt="2025-05-04T12:30:16.196" v="1684" actId="1076"/>
          <ac:grpSpMkLst>
            <pc:docMk/>
            <pc:sldMk cId="0" sldId="270"/>
            <ac:grpSpMk id="34" creationId="{F521784A-DDA9-97FC-D1E3-B8789B60F99E}"/>
          </ac:grpSpMkLst>
        </pc:grpChg>
        <pc:grpChg chg="mod">
          <ac:chgData name="Keshav Bansal" userId="c228fa0b922656d2" providerId="LiveId" clId="{001474D9-AA46-46C8-9315-BDDC3534F16C}" dt="2025-05-04T12:32:30.557" v="1700" actId="1076"/>
          <ac:grpSpMkLst>
            <pc:docMk/>
            <pc:sldMk cId="0" sldId="270"/>
            <ac:grpSpMk id="40" creationId="{89156C49-01B1-88B4-8416-C7F5156A493C}"/>
          </ac:grpSpMkLst>
        </pc:grpChg>
        <pc:grpChg chg="mod">
          <ac:chgData name="Keshav Bansal" userId="c228fa0b922656d2" providerId="LiveId" clId="{001474D9-AA46-46C8-9315-BDDC3534F16C}" dt="2025-05-04T12:32:56.598" v="1704" actId="1076"/>
          <ac:grpSpMkLst>
            <pc:docMk/>
            <pc:sldMk cId="0" sldId="270"/>
            <ac:grpSpMk id="52" creationId="{33B7A15C-A266-24DB-0045-5327DF8B7599}"/>
          </ac:grpSpMkLst>
        </pc:grpChg>
        <pc:grpChg chg="add mod">
          <ac:chgData name="Keshav Bansal" userId="c228fa0b922656d2" providerId="LiveId" clId="{001474D9-AA46-46C8-9315-BDDC3534F16C}" dt="2025-05-04T12:33:16.644" v="1708" actId="1076"/>
          <ac:grpSpMkLst>
            <pc:docMk/>
            <pc:sldMk cId="0" sldId="270"/>
            <ac:grpSpMk id="1604" creationId="{F1BE61CF-AE38-1CC5-D832-554797FCE7F0}"/>
          </ac:grpSpMkLst>
        </pc:grpChg>
        <pc:grpChg chg="mod">
          <ac:chgData name="Keshav Bansal" userId="c228fa0b922656d2" providerId="LiveId" clId="{001474D9-AA46-46C8-9315-BDDC3534F16C}" dt="2025-05-04T12:33:51.440" v="1712" actId="1076"/>
          <ac:grpSpMkLst>
            <pc:docMk/>
            <pc:sldMk cId="0" sldId="270"/>
            <ac:grpSpMk id="1610" creationId="{76F0DDAA-8AF0-4A86-6B9E-9271A60B2206}"/>
          </ac:grpSpMkLst>
        </pc:grpChg>
        <pc:graphicFrameChg chg="mod modGraphic">
          <ac:chgData name="Keshav Bansal" userId="c228fa0b922656d2" providerId="LiveId" clId="{001474D9-AA46-46C8-9315-BDDC3534F16C}" dt="2025-05-04T12:40:20.550" v="1813" actId="20577"/>
          <ac:graphicFrameMkLst>
            <pc:docMk/>
            <pc:sldMk cId="0" sldId="270"/>
            <ac:graphicFrameMk id="7" creationId="{5220CCF5-E593-CD97-B0B1-096D4B2B6C03}"/>
          </ac:graphicFrameMkLst>
        </pc:graphicFrameChg>
      </pc:sldChg>
      <pc:sldChg chg="addSp delSp modSp mod">
        <pc:chgData name="Keshav Bansal" userId="c228fa0b922656d2" providerId="LiveId" clId="{001474D9-AA46-46C8-9315-BDDC3534F16C}" dt="2025-05-04T12:31:24.040" v="1693"/>
        <pc:sldMkLst>
          <pc:docMk/>
          <pc:sldMk cId="0" sldId="271"/>
        </pc:sldMkLst>
        <pc:spChg chg="mod">
          <ac:chgData name="Keshav Bansal" userId="c228fa0b922656d2" providerId="LiveId" clId="{001474D9-AA46-46C8-9315-BDDC3534F16C}" dt="2025-05-04T12:04:31.426" v="1575" actId="1076"/>
          <ac:spMkLst>
            <pc:docMk/>
            <pc:sldMk cId="0" sldId="271"/>
            <ac:spMk id="2" creationId="{B48BC141-06AE-F09B-4183-28AFFEEECB4C}"/>
          </ac:spMkLst>
        </pc:spChg>
        <pc:spChg chg="mod">
          <ac:chgData name="Keshav Bansal" userId="c228fa0b922656d2" providerId="LiveId" clId="{001474D9-AA46-46C8-9315-BDDC3534F16C}" dt="2025-05-04T11:59:29.886" v="1541"/>
          <ac:spMkLst>
            <pc:docMk/>
            <pc:sldMk cId="0" sldId="271"/>
            <ac:spMk id="4" creationId="{9573E6EE-9604-B113-3315-5CDE113CDDDD}"/>
          </ac:spMkLst>
        </pc:spChg>
        <pc:spChg chg="mod">
          <ac:chgData name="Keshav Bansal" userId="c228fa0b922656d2" providerId="LiveId" clId="{001474D9-AA46-46C8-9315-BDDC3534F16C}" dt="2025-05-04T11:59:29.886" v="1541"/>
          <ac:spMkLst>
            <pc:docMk/>
            <pc:sldMk cId="0" sldId="271"/>
            <ac:spMk id="5" creationId="{C27C803B-2ABD-4C1B-AB13-4AF02EC6A88D}"/>
          </ac:spMkLst>
        </pc:spChg>
        <pc:spChg chg="mod">
          <ac:chgData name="Keshav Bansal" userId="c228fa0b922656d2" providerId="LiveId" clId="{001474D9-AA46-46C8-9315-BDDC3534F16C}" dt="2025-05-04T11:59:29.886" v="1541"/>
          <ac:spMkLst>
            <pc:docMk/>
            <pc:sldMk cId="0" sldId="271"/>
            <ac:spMk id="6" creationId="{0C4A5A57-E3E6-760B-163B-615F7D74B31F}"/>
          </ac:spMkLst>
        </pc:spChg>
        <pc:spChg chg="mod">
          <ac:chgData name="Keshav Bansal" userId="c228fa0b922656d2" providerId="LiveId" clId="{001474D9-AA46-46C8-9315-BDDC3534F16C}" dt="2025-05-04T11:59:29.886" v="1541"/>
          <ac:spMkLst>
            <pc:docMk/>
            <pc:sldMk cId="0" sldId="271"/>
            <ac:spMk id="10" creationId="{7D415AC2-9004-EB66-5059-864649122B6B}"/>
          </ac:spMkLst>
        </pc:spChg>
        <pc:spChg chg="mod">
          <ac:chgData name="Keshav Bansal" userId="c228fa0b922656d2" providerId="LiveId" clId="{001474D9-AA46-46C8-9315-BDDC3534F16C}" dt="2025-05-04T11:59:29.886" v="1541"/>
          <ac:spMkLst>
            <pc:docMk/>
            <pc:sldMk cId="0" sldId="271"/>
            <ac:spMk id="11" creationId="{78096F66-79D0-4323-32CE-8CB467E7A114}"/>
          </ac:spMkLst>
        </pc:spChg>
        <pc:spChg chg="mod">
          <ac:chgData name="Keshav Bansal" userId="c228fa0b922656d2" providerId="LiveId" clId="{001474D9-AA46-46C8-9315-BDDC3534F16C}" dt="2025-05-04T11:59:29.886" v="1541"/>
          <ac:spMkLst>
            <pc:docMk/>
            <pc:sldMk cId="0" sldId="271"/>
            <ac:spMk id="12" creationId="{5A51E11B-70D9-A586-F55B-1A99106600B2}"/>
          </ac:spMkLst>
        </pc:spChg>
        <pc:spChg chg="mod">
          <ac:chgData name="Keshav Bansal" userId="c228fa0b922656d2" providerId="LiveId" clId="{001474D9-AA46-46C8-9315-BDDC3534F16C}" dt="2025-05-04T11:59:29.886" v="1541"/>
          <ac:spMkLst>
            <pc:docMk/>
            <pc:sldMk cId="0" sldId="271"/>
            <ac:spMk id="13" creationId="{5DD67E53-1C04-3A7A-D99D-001F40E3D019}"/>
          </ac:spMkLst>
        </pc:spChg>
        <pc:spChg chg="mod">
          <ac:chgData name="Keshav Bansal" userId="c228fa0b922656d2" providerId="LiveId" clId="{001474D9-AA46-46C8-9315-BDDC3534F16C}" dt="2025-05-04T11:59:29.886" v="1541"/>
          <ac:spMkLst>
            <pc:docMk/>
            <pc:sldMk cId="0" sldId="271"/>
            <ac:spMk id="14" creationId="{1EE6515A-0ED6-C46F-A40C-09A56AC60787}"/>
          </ac:spMkLst>
        </pc:spChg>
        <pc:spChg chg="mod">
          <ac:chgData name="Keshav Bansal" userId="c228fa0b922656d2" providerId="LiveId" clId="{001474D9-AA46-46C8-9315-BDDC3534F16C}" dt="2025-05-04T11:59:29.886" v="1541"/>
          <ac:spMkLst>
            <pc:docMk/>
            <pc:sldMk cId="0" sldId="271"/>
            <ac:spMk id="15" creationId="{D4518547-F063-2F22-A612-EEBFB4506980}"/>
          </ac:spMkLst>
        </pc:spChg>
        <pc:spChg chg="mod">
          <ac:chgData name="Keshav Bansal" userId="c228fa0b922656d2" providerId="LiveId" clId="{001474D9-AA46-46C8-9315-BDDC3534F16C}" dt="2025-05-04T11:59:29.886" v="1541"/>
          <ac:spMkLst>
            <pc:docMk/>
            <pc:sldMk cId="0" sldId="271"/>
            <ac:spMk id="16" creationId="{BB0E3141-2939-62FA-72ED-257A7BC403DD}"/>
          </ac:spMkLst>
        </pc:spChg>
        <pc:spChg chg="mod">
          <ac:chgData name="Keshav Bansal" userId="c228fa0b922656d2" providerId="LiveId" clId="{001474D9-AA46-46C8-9315-BDDC3534F16C}" dt="2025-05-04T12:00:10.240" v="1545"/>
          <ac:spMkLst>
            <pc:docMk/>
            <pc:sldMk cId="0" sldId="271"/>
            <ac:spMk id="23" creationId="{BC77E6B6-1A97-E89C-09C3-3F7AD7175735}"/>
          </ac:spMkLst>
        </pc:spChg>
        <pc:spChg chg="mod">
          <ac:chgData name="Keshav Bansal" userId="c228fa0b922656d2" providerId="LiveId" clId="{001474D9-AA46-46C8-9315-BDDC3534F16C}" dt="2025-05-04T12:00:10.240" v="1545"/>
          <ac:spMkLst>
            <pc:docMk/>
            <pc:sldMk cId="0" sldId="271"/>
            <ac:spMk id="25" creationId="{BBA4069B-E631-C026-A971-257661DB317B}"/>
          </ac:spMkLst>
        </pc:spChg>
        <pc:spChg chg="mod">
          <ac:chgData name="Keshav Bansal" userId="c228fa0b922656d2" providerId="LiveId" clId="{001474D9-AA46-46C8-9315-BDDC3534F16C}" dt="2025-05-04T12:00:10.240" v="1545"/>
          <ac:spMkLst>
            <pc:docMk/>
            <pc:sldMk cId="0" sldId="271"/>
            <ac:spMk id="28" creationId="{7E40D0E2-1148-9E07-1316-7DB1CC0C2312}"/>
          </ac:spMkLst>
        </pc:spChg>
        <pc:spChg chg="mod">
          <ac:chgData name="Keshav Bansal" userId="c228fa0b922656d2" providerId="LiveId" clId="{001474D9-AA46-46C8-9315-BDDC3534F16C}" dt="2025-05-04T12:00:10.240" v="1545"/>
          <ac:spMkLst>
            <pc:docMk/>
            <pc:sldMk cId="0" sldId="271"/>
            <ac:spMk id="32" creationId="{0B128E9F-7590-13C8-5084-A342B189A391}"/>
          </ac:spMkLst>
        </pc:spChg>
        <pc:spChg chg="mod">
          <ac:chgData name="Keshav Bansal" userId="c228fa0b922656d2" providerId="LiveId" clId="{001474D9-AA46-46C8-9315-BDDC3534F16C}" dt="2025-05-04T12:00:10.240" v="1545"/>
          <ac:spMkLst>
            <pc:docMk/>
            <pc:sldMk cId="0" sldId="271"/>
            <ac:spMk id="33" creationId="{4B33D099-C1F4-66BF-B365-5DEC072EFC30}"/>
          </ac:spMkLst>
        </pc:spChg>
        <pc:spChg chg="mod">
          <ac:chgData name="Keshav Bansal" userId="c228fa0b922656d2" providerId="LiveId" clId="{001474D9-AA46-46C8-9315-BDDC3534F16C}" dt="2025-05-04T12:00:10.240" v="1545"/>
          <ac:spMkLst>
            <pc:docMk/>
            <pc:sldMk cId="0" sldId="271"/>
            <ac:spMk id="34" creationId="{8DB943EE-9D0A-EB4D-B01A-2D89232F18EF}"/>
          </ac:spMkLst>
        </pc:spChg>
        <pc:spChg chg="mod">
          <ac:chgData name="Keshav Bansal" userId="c228fa0b922656d2" providerId="LiveId" clId="{001474D9-AA46-46C8-9315-BDDC3534F16C}" dt="2025-05-04T12:00:10.240" v="1545"/>
          <ac:spMkLst>
            <pc:docMk/>
            <pc:sldMk cId="0" sldId="271"/>
            <ac:spMk id="36" creationId="{455A0130-659C-4759-DADA-E10EFF964FCD}"/>
          </ac:spMkLst>
        </pc:spChg>
        <pc:spChg chg="mod">
          <ac:chgData name="Keshav Bansal" userId="c228fa0b922656d2" providerId="LiveId" clId="{001474D9-AA46-46C8-9315-BDDC3534F16C}" dt="2025-05-04T12:00:10.240" v="1545"/>
          <ac:spMkLst>
            <pc:docMk/>
            <pc:sldMk cId="0" sldId="271"/>
            <ac:spMk id="42" creationId="{5D19A5B0-DD1E-75FE-58B1-2F2F18E4383B}"/>
          </ac:spMkLst>
        </pc:spChg>
        <pc:spChg chg="mod">
          <ac:chgData name="Keshav Bansal" userId="c228fa0b922656d2" providerId="LiveId" clId="{001474D9-AA46-46C8-9315-BDDC3534F16C}" dt="2025-05-04T12:00:10.240" v="1545"/>
          <ac:spMkLst>
            <pc:docMk/>
            <pc:sldMk cId="0" sldId="271"/>
            <ac:spMk id="49" creationId="{301E964B-F230-50F2-B109-20FF11F2EFB7}"/>
          </ac:spMkLst>
        </pc:spChg>
        <pc:spChg chg="mod">
          <ac:chgData name="Keshav Bansal" userId="c228fa0b922656d2" providerId="LiveId" clId="{001474D9-AA46-46C8-9315-BDDC3534F16C}" dt="2025-05-04T12:00:10.240" v="1545"/>
          <ac:spMkLst>
            <pc:docMk/>
            <pc:sldMk cId="0" sldId="271"/>
            <ac:spMk id="50" creationId="{E5056382-D36C-0BD8-4F59-31780C0962BB}"/>
          </ac:spMkLst>
        </pc:spChg>
        <pc:spChg chg="mod">
          <ac:chgData name="Keshav Bansal" userId="c228fa0b922656d2" providerId="LiveId" clId="{001474D9-AA46-46C8-9315-BDDC3534F16C}" dt="2025-05-04T12:00:31.930" v="1549"/>
          <ac:spMkLst>
            <pc:docMk/>
            <pc:sldMk cId="0" sldId="271"/>
            <ac:spMk id="53" creationId="{2103F3FE-8170-A048-A7EA-7C590C55E1C2}"/>
          </ac:spMkLst>
        </pc:spChg>
        <pc:spChg chg="mod">
          <ac:chgData name="Keshav Bansal" userId="c228fa0b922656d2" providerId="LiveId" clId="{001474D9-AA46-46C8-9315-BDDC3534F16C}" dt="2025-05-04T12:00:31.930" v="1549"/>
          <ac:spMkLst>
            <pc:docMk/>
            <pc:sldMk cId="0" sldId="271"/>
            <ac:spMk id="57" creationId="{7F7D4361-F75D-7E4F-17CB-331B1BC8532B}"/>
          </ac:spMkLst>
        </pc:spChg>
        <pc:spChg chg="mod">
          <ac:chgData name="Keshav Bansal" userId="c228fa0b922656d2" providerId="LiveId" clId="{001474D9-AA46-46C8-9315-BDDC3534F16C}" dt="2025-05-04T12:00:31.930" v="1549"/>
          <ac:spMkLst>
            <pc:docMk/>
            <pc:sldMk cId="0" sldId="271"/>
            <ac:spMk id="58" creationId="{E5A62276-AF8E-04AE-1D58-AF83DA796426}"/>
          </ac:spMkLst>
        </pc:spChg>
        <pc:spChg chg="mod">
          <ac:chgData name="Keshav Bansal" userId="c228fa0b922656d2" providerId="LiveId" clId="{001474D9-AA46-46C8-9315-BDDC3534F16C}" dt="2025-05-04T12:00:31.930" v="1549"/>
          <ac:spMkLst>
            <pc:docMk/>
            <pc:sldMk cId="0" sldId="271"/>
            <ac:spMk id="61" creationId="{415779EB-2E01-DB0B-B9D6-E34FDC0E83E6}"/>
          </ac:spMkLst>
        </pc:spChg>
        <pc:spChg chg="mod">
          <ac:chgData name="Keshav Bansal" userId="c228fa0b922656d2" providerId="LiveId" clId="{001474D9-AA46-46C8-9315-BDDC3534F16C}" dt="2025-05-04T12:00:31.930" v="1549"/>
          <ac:spMkLst>
            <pc:docMk/>
            <pc:sldMk cId="0" sldId="271"/>
            <ac:spMk id="62" creationId="{1A54F336-11A2-432F-DA1E-6294AF94DDF0}"/>
          </ac:spMkLst>
        </pc:spChg>
        <pc:spChg chg="mod">
          <ac:chgData name="Keshav Bansal" userId="c228fa0b922656d2" providerId="LiveId" clId="{001474D9-AA46-46C8-9315-BDDC3534F16C}" dt="2025-05-04T12:00:31.930" v="1549"/>
          <ac:spMkLst>
            <pc:docMk/>
            <pc:sldMk cId="0" sldId="271"/>
            <ac:spMk id="63" creationId="{7408B87A-D543-D98A-648F-FD0BE1F83488}"/>
          </ac:spMkLst>
        </pc:spChg>
        <pc:spChg chg="mod">
          <ac:chgData name="Keshav Bansal" userId="c228fa0b922656d2" providerId="LiveId" clId="{001474D9-AA46-46C8-9315-BDDC3534F16C}" dt="2025-05-04T12:00:31.930" v="1549"/>
          <ac:spMkLst>
            <pc:docMk/>
            <pc:sldMk cId="0" sldId="271"/>
            <ac:spMk id="1665" creationId="{0B5B8CF9-D170-1B21-62B8-B42C411F1269}"/>
          </ac:spMkLst>
        </pc:spChg>
        <pc:spChg chg="mod">
          <ac:chgData name="Keshav Bansal" userId="c228fa0b922656d2" providerId="LiveId" clId="{001474D9-AA46-46C8-9315-BDDC3534F16C}" dt="2025-05-04T12:00:31.930" v="1549"/>
          <ac:spMkLst>
            <pc:docMk/>
            <pc:sldMk cId="0" sldId="271"/>
            <ac:spMk id="1668" creationId="{A46FAC66-DAF6-EC7C-7505-4467D8A7D105}"/>
          </ac:spMkLst>
        </pc:spChg>
        <pc:spChg chg="mod">
          <ac:chgData name="Keshav Bansal" userId="c228fa0b922656d2" providerId="LiveId" clId="{001474D9-AA46-46C8-9315-BDDC3534F16C}" dt="2025-05-04T12:00:31.930" v="1549"/>
          <ac:spMkLst>
            <pc:docMk/>
            <pc:sldMk cId="0" sldId="271"/>
            <ac:spMk id="1669" creationId="{CB087EF8-72AF-0706-1EB4-EDC79C19873C}"/>
          </ac:spMkLst>
        </pc:spChg>
        <pc:spChg chg="mod">
          <ac:chgData name="Keshav Bansal" userId="c228fa0b922656d2" providerId="LiveId" clId="{001474D9-AA46-46C8-9315-BDDC3534F16C}" dt="2025-05-04T12:00:31.930" v="1549"/>
          <ac:spMkLst>
            <pc:docMk/>
            <pc:sldMk cId="0" sldId="271"/>
            <ac:spMk id="1672" creationId="{CFAF3467-FD54-1D1B-5E7A-5777F40E053B}"/>
          </ac:spMkLst>
        </pc:spChg>
        <pc:spChg chg="mod">
          <ac:chgData name="Keshav Bansal" userId="c228fa0b922656d2" providerId="LiveId" clId="{001474D9-AA46-46C8-9315-BDDC3534F16C}" dt="2025-05-04T12:00:51.421" v="1551"/>
          <ac:spMkLst>
            <pc:docMk/>
            <pc:sldMk cId="0" sldId="271"/>
            <ac:spMk id="1678" creationId="{38F2CA47-DC12-1114-7BFC-D7F7A6587F97}"/>
          </ac:spMkLst>
        </pc:spChg>
        <pc:spChg chg="mod">
          <ac:chgData name="Keshav Bansal" userId="c228fa0b922656d2" providerId="LiveId" clId="{001474D9-AA46-46C8-9315-BDDC3534F16C}" dt="2025-05-04T12:00:51.421" v="1551"/>
          <ac:spMkLst>
            <pc:docMk/>
            <pc:sldMk cId="0" sldId="271"/>
            <ac:spMk id="1679" creationId="{C74CA499-F6F9-CC59-7394-B88374B353EE}"/>
          </ac:spMkLst>
        </pc:spChg>
        <pc:spChg chg="mod">
          <ac:chgData name="Keshav Bansal" userId="c228fa0b922656d2" providerId="LiveId" clId="{001474D9-AA46-46C8-9315-BDDC3534F16C}" dt="2025-05-04T12:00:51.421" v="1551"/>
          <ac:spMkLst>
            <pc:docMk/>
            <pc:sldMk cId="0" sldId="271"/>
            <ac:spMk id="1680" creationId="{C67BF8FE-11A8-C2F9-0411-BBA2C86E6A02}"/>
          </ac:spMkLst>
        </pc:spChg>
        <pc:spChg chg="mod">
          <ac:chgData name="Keshav Bansal" userId="c228fa0b922656d2" providerId="LiveId" clId="{001474D9-AA46-46C8-9315-BDDC3534F16C}" dt="2025-05-04T12:00:51.421" v="1551"/>
          <ac:spMkLst>
            <pc:docMk/>
            <pc:sldMk cId="0" sldId="271"/>
            <ac:spMk id="1681" creationId="{D75CE72A-95F5-2B94-06D1-98A5492A86EF}"/>
          </ac:spMkLst>
        </pc:spChg>
        <pc:spChg chg="mod">
          <ac:chgData name="Keshav Bansal" userId="c228fa0b922656d2" providerId="LiveId" clId="{001474D9-AA46-46C8-9315-BDDC3534F16C}" dt="2025-05-04T12:00:51.421" v="1551"/>
          <ac:spMkLst>
            <pc:docMk/>
            <pc:sldMk cId="0" sldId="271"/>
            <ac:spMk id="1683" creationId="{384332F0-B34B-C52D-423E-7A5D7A6597A8}"/>
          </ac:spMkLst>
        </pc:spChg>
        <pc:spChg chg="mod">
          <ac:chgData name="Keshav Bansal" userId="c228fa0b922656d2" providerId="LiveId" clId="{001474D9-AA46-46C8-9315-BDDC3534F16C}" dt="2025-05-04T12:00:51.421" v="1551"/>
          <ac:spMkLst>
            <pc:docMk/>
            <pc:sldMk cId="0" sldId="271"/>
            <ac:spMk id="1684" creationId="{C17A18C0-5CA3-24F7-1890-CC3EC29907E1}"/>
          </ac:spMkLst>
        </pc:spChg>
        <pc:spChg chg="mod">
          <ac:chgData name="Keshav Bansal" userId="c228fa0b922656d2" providerId="LiveId" clId="{001474D9-AA46-46C8-9315-BDDC3534F16C}" dt="2025-05-04T12:00:51.421" v="1551"/>
          <ac:spMkLst>
            <pc:docMk/>
            <pc:sldMk cId="0" sldId="271"/>
            <ac:spMk id="1686" creationId="{23EAE3DF-2D39-E19A-680A-B42BA0466DF1}"/>
          </ac:spMkLst>
        </pc:spChg>
        <pc:spChg chg="mod">
          <ac:chgData name="Keshav Bansal" userId="c228fa0b922656d2" providerId="LiveId" clId="{001474D9-AA46-46C8-9315-BDDC3534F16C}" dt="2025-05-04T12:00:51.421" v="1551"/>
          <ac:spMkLst>
            <pc:docMk/>
            <pc:sldMk cId="0" sldId="271"/>
            <ac:spMk id="1687" creationId="{AFF67E35-8FBC-4BAC-E5DF-ACEF3E0C0097}"/>
          </ac:spMkLst>
        </pc:spChg>
        <pc:spChg chg="mod">
          <ac:chgData name="Keshav Bansal" userId="c228fa0b922656d2" providerId="LiveId" clId="{001474D9-AA46-46C8-9315-BDDC3534F16C}" dt="2025-05-04T12:00:51.421" v="1551"/>
          <ac:spMkLst>
            <pc:docMk/>
            <pc:sldMk cId="0" sldId="271"/>
            <ac:spMk id="1688" creationId="{26EAE8D1-2E4C-9024-32C7-E9EDA3F5FBE6}"/>
          </ac:spMkLst>
        </pc:spChg>
        <pc:spChg chg="mod">
          <ac:chgData name="Keshav Bansal" userId="c228fa0b922656d2" providerId="LiveId" clId="{001474D9-AA46-46C8-9315-BDDC3534F16C}" dt="2025-05-04T12:00:51.421" v="1551"/>
          <ac:spMkLst>
            <pc:docMk/>
            <pc:sldMk cId="0" sldId="271"/>
            <ac:spMk id="1689" creationId="{F59EC5E7-52C8-6A54-C758-E0695F20ABEC}"/>
          </ac:spMkLst>
        </pc:spChg>
        <pc:spChg chg="mod">
          <ac:chgData name="Keshav Bansal" userId="c228fa0b922656d2" providerId="LiveId" clId="{001474D9-AA46-46C8-9315-BDDC3534F16C}" dt="2025-05-04T12:31:24.040" v="1693"/>
          <ac:spMkLst>
            <pc:docMk/>
            <pc:sldMk cId="0" sldId="271"/>
            <ac:spMk id="1695" creationId="{00000000-0000-0000-0000-000000000000}"/>
          </ac:spMkLst>
        </pc:spChg>
        <pc:spChg chg="mod">
          <ac:chgData name="Keshav Bansal" userId="c228fa0b922656d2" providerId="LiveId" clId="{001474D9-AA46-46C8-9315-BDDC3534F16C}" dt="2025-05-04T12:01:14.928" v="1553"/>
          <ac:spMkLst>
            <pc:docMk/>
            <pc:sldMk cId="0" sldId="271"/>
            <ac:spMk id="1702" creationId="{10F03EC5-D9EF-658F-E124-A5923C23CB40}"/>
          </ac:spMkLst>
        </pc:spChg>
        <pc:spChg chg="mod">
          <ac:chgData name="Keshav Bansal" userId="c228fa0b922656d2" providerId="LiveId" clId="{001474D9-AA46-46C8-9315-BDDC3534F16C}" dt="2025-05-04T12:01:14.928" v="1553"/>
          <ac:spMkLst>
            <pc:docMk/>
            <pc:sldMk cId="0" sldId="271"/>
            <ac:spMk id="1705" creationId="{69F788D9-3F60-2A87-77A7-AFA288CA22E4}"/>
          </ac:spMkLst>
        </pc:spChg>
        <pc:spChg chg="mod">
          <ac:chgData name="Keshav Bansal" userId="c228fa0b922656d2" providerId="LiveId" clId="{001474D9-AA46-46C8-9315-BDDC3534F16C}" dt="2025-05-04T12:01:14.928" v="1553"/>
          <ac:spMkLst>
            <pc:docMk/>
            <pc:sldMk cId="0" sldId="271"/>
            <ac:spMk id="1706" creationId="{E4389F3C-EC83-E7F3-CB38-EE21302A8AD2}"/>
          </ac:spMkLst>
        </pc:spChg>
        <pc:spChg chg="mod">
          <ac:chgData name="Keshav Bansal" userId="c228fa0b922656d2" providerId="LiveId" clId="{001474D9-AA46-46C8-9315-BDDC3534F16C}" dt="2025-05-04T12:01:14.928" v="1553"/>
          <ac:spMkLst>
            <pc:docMk/>
            <pc:sldMk cId="0" sldId="271"/>
            <ac:spMk id="1707" creationId="{85BF6B5A-CB81-53B7-4403-D0555EE36CB1}"/>
          </ac:spMkLst>
        </pc:spChg>
        <pc:spChg chg="mod">
          <ac:chgData name="Keshav Bansal" userId="c228fa0b922656d2" providerId="LiveId" clId="{001474D9-AA46-46C8-9315-BDDC3534F16C}" dt="2025-05-04T12:01:14.928" v="1553"/>
          <ac:spMkLst>
            <pc:docMk/>
            <pc:sldMk cId="0" sldId="271"/>
            <ac:spMk id="1709" creationId="{244BA91F-EFD8-5E68-E7D0-255EF4987B47}"/>
          </ac:spMkLst>
        </pc:spChg>
        <pc:spChg chg="mod">
          <ac:chgData name="Keshav Bansal" userId="c228fa0b922656d2" providerId="LiveId" clId="{001474D9-AA46-46C8-9315-BDDC3534F16C}" dt="2025-05-04T12:01:14.928" v="1553"/>
          <ac:spMkLst>
            <pc:docMk/>
            <pc:sldMk cId="0" sldId="271"/>
            <ac:spMk id="1710" creationId="{A7B92654-6DF9-E845-7DA6-D498C4DE706E}"/>
          </ac:spMkLst>
        </pc:spChg>
        <pc:spChg chg="mod">
          <ac:chgData name="Keshav Bansal" userId="c228fa0b922656d2" providerId="LiveId" clId="{001474D9-AA46-46C8-9315-BDDC3534F16C}" dt="2025-05-04T12:01:14.928" v="1553"/>
          <ac:spMkLst>
            <pc:docMk/>
            <pc:sldMk cId="0" sldId="271"/>
            <ac:spMk id="1711" creationId="{8B254918-2456-EC1E-95BB-8B424AA6E494}"/>
          </ac:spMkLst>
        </pc:spChg>
        <pc:spChg chg="mod">
          <ac:chgData name="Keshav Bansal" userId="c228fa0b922656d2" providerId="LiveId" clId="{001474D9-AA46-46C8-9315-BDDC3534F16C}" dt="2025-05-04T12:01:14.928" v="1553"/>
          <ac:spMkLst>
            <pc:docMk/>
            <pc:sldMk cId="0" sldId="271"/>
            <ac:spMk id="1712" creationId="{FFD6B887-9DBE-1DA5-EAF3-2FBC0FD3B7E7}"/>
          </ac:spMkLst>
        </pc:spChg>
        <pc:spChg chg="mod">
          <ac:chgData name="Keshav Bansal" userId="c228fa0b922656d2" providerId="LiveId" clId="{001474D9-AA46-46C8-9315-BDDC3534F16C}" dt="2025-05-04T12:01:14.928" v="1553"/>
          <ac:spMkLst>
            <pc:docMk/>
            <pc:sldMk cId="0" sldId="271"/>
            <ac:spMk id="1713" creationId="{8B652167-9A62-F21E-08B2-4660BAE9B020}"/>
          </ac:spMkLst>
        </pc:spChg>
        <pc:spChg chg="mod">
          <ac:chgData name="Keshav Bansal" userId="c228fa0b922656d2" providerId="LiveId" clId="{001474D9-AA46-46C8-9315-BDDC3534F16C}" dt="2025-05-04T12:01:14.928" v="1553"/>
          <ac:spMkLst>
            <pc:docMk/>
            <pc:sldMk cId="0" sldId="271"/>
            <ac:spMk id="1714" creationId="{15B66C1C-7871-C36E-C99D-0F8EBD065581}"/>
          </ac:spMkLst>
        </pc:spChg>
        <pc:spChg chg="mod">
          <ac:chgData name="Keshav Bansal" userId="c228fa0b922656d2" providerId="LiveId" clId="{001474D9-AA46-46C8-9315-BDDC3534F16C}" dt="2025-05-04T12:01:41.495" v="1556"/>
          <ac:spMkLst>
            <pc:docMk/>
            <pc:sldMk cId="0" sldId="271"/>
            <ac:spMk id="1716" creationId="{46D70C60-8859-FB6E-1074-256FE3B3D33B}"/>
          </ac:spMkLst>
        </pc:spChg>
        <pc:spChg chg="mod">
          <ac:chgData name="Keshav Bansal" userId="c228fa0b922656d2" providerId="LiveId" clId="{001474D9-AA46-46C8-9315-BDDC3534F16C}" dt="2025-05-04T12:01:41.495" v="1556"/>
          <ac:spMkLst>
            <pc:docMk/>
            <pc:sldMk cId="0" sldId="271"/>
            <ac:spMk id="1717" creationId="{C395BB71-2D90-3DE1-7DBC-992B33E59017}"/>
          </ac:spMkLst>
        </pc:spChg>
        <pc:spChg chg="mod">
          <ac:chgData name="Keshav Bansal" userId="c228fa0b922656d2" providerId="LiveId" clId="{001474D9-AA46-46C8-9315-BDDC3534F16C}" dt="2025-05-04T12:01:41.495" v="1556"/>
          <ac:spMkLst>
            <pc:docMk/>
            <pc:sldMk cId="0" sldId="271"/>
            <ac:spMk id="1718" creationId="{63C64C71-0569-767E-4FDB-41EC932ADF8B}"/>
          </ac:spMkLst>
        </pc:spChg>
        <pc:spChg chg="mod">
          <ac:chgData name="Keshav Bansal" userId="c228fa0b922656d2" providerId="LiveId" clId="{001474D9-AA46-46C8-9315-BDDC3534F16C}" dt="2025-05-04T12:01:41.495" v="1556"/>
          <ac:spMkLst>
            <pc:docMk/>
            <pc:sldMk cId="0" sldId="271"/>
            <ac:spMk id="1719" creationId="{4E3BF485-5F11-96A1-0B55-DCB6D615EC93}"/>
          </ac:spMkLst>
        </pc:spChg>
        <pc:spChg chg="mod">
          <ac:chgData name="Keshav Bansal" userId="c228fa0b922656d2" providerId="LiveId" clId="{001474D9-AA46-46C8-9315-BDDC3534F16C}" dt="2025-05-04T12:01:41.495" v="1556"/>
          <ac:spMkLst>
            <pc:docMk/>
            <pc:sldMk cId="0" sldId="271"/>
            <ac:spMk id="1720" creationId="{DA8B6FE7-34BD-0618-0728-DDBA5E56C353}"/>
          </ac:spMkLst>
        </pc:spChg>
        <pc:spChg chg="mod">
          <ac:chgData name="Keshav Bansal" userId="c228fa0b922656d2" providerId="LiveId" clId="{001474D9-AA46-46C8-9315-BDDC3534F16C}" dt="2025-05-04T12:01:41.495" v="1556"/>
          <ac:spMkLst>
            <pc:docMk/>
            <pc:sldMk cId="0" sldId="271"/>
            <ac:spMk id="1721" creationId="{CF89866F-549A-CE67-8967-44D10D86E16D}"/>
          </ac:spMkLst>
        </pc:spChg>
        <pc:spChg chg="mod">
          <ac:chgData name="Keshav Bansal" userId="c228fa0b922656d2" providerId="LiveId" clId="{001474D9-AA46-46C8-9315-BDDC3534F16C}" dt="2025-05-04T12:01:41.495" v="1556"/>
          <ac:spMkLst>
            <pc:docMk/>
            <pc:sldMk cId="0" sldId="271"/>
            <ac:spMk id="1722" creationId="{9D2072E1-62D2-1175-A8A8-63A1CC554BAE}"/>
          </ac:spMkLst>
        </pc:spChg>
        <pc:spChg chg="mod">
          <ac:chgData name="Keshav Bansal" userId="c228fa0b922656d2" providerId="LiveId" clId="{001474D9-AA46-46C8-9315-BDDC3534F16C}" dt="2025-05-04T12:02:11.668" v="1560"/>
          <ac:spMkLst>
            <pc:docMk/>
            <pc:sldMk cId="0" sldId="271"/>
            <ac:spMk id="1724" creationId="{BB18B58A-AF3F-EF06-B311-9619F4BD49DC}"/>
          </ac:spMkLst>
        </pc:spChg>
        <pc:spChg chg="mod">
          <ac:chgData name="Keshav Bansal" userId="c228fa0b922656d2" providerId="LiveId" clId="{001474D9-AA46-46C8-9315-BDDC3534F16C}" dt="2025-05-04T12:02:11.668" v="1560"/>
          <ac:spMkLst>
            <pc:docMk/>
            <pc:sldMk cId="0" sldId="271"/>
            <ac:spMk id="1725" creationId="{0D43BD17-9218-DBDE-EDC7-FD0BB4B1A1C3}"/>
          </ac:spMkLst>
        </pc:spChg>
        <pc:spChg chg="mod">
          <ac:chgData name="Keshav Bansal" userId="c228fa0b922656d2" providerId="LiveId" clId="{001474D9-AA46-46C8-9315-BDDC3534F16C}" dt="2025-05-04T12:02:11.668" v="1560"/>
          <ac:spMkLst>
            <pc:docMk/>
            <pc:sldMk cId="0" sldId="271"/>
            <ac:spMk id="1726" creationId="{3C833D7A-8EB1-B1EF-6A3A-2A6336C41777}"/>
          </ac:spMkLst>
        </pc:spChg>
        <pc:spChg chg="mod">
          <ac:chgData name="Keshav Bansal" userId="c228fa0b922656d2" providerId="LiveId" clId="{001474D9-AA46-46C8-9315-BDDC3534F16C}" dt="2025-05-04T12:02:11.668" v="1560"/>
          <ac:spMkLst>
            <pc:docMk/>
            <pc:sldMk cId="0" sldId="271"/>
            <ac:spMk id="1732" creationId="{FBB8D456-19AB-D9ED-4E7B-F9FBCC4F9E75}"/>
          </ac:spMkLst>
        </pc:spChg>
        <pc:spChg chg="mod">
          <ac:chgData name="Keshav Bansal" userId="c228fa0b922656d2" providerId="LiveId" clId="{001474D9-AA46-46C8-9315-BDDC3534F16C}" dt="2025-05-04T12:02:11.668" v="1560"/>
          <ac:spMkLst>
            <pc:docMk/>
            <pc:sldMk cId="0" sldId="271"/>
            <ac:spMk id="1733" creationId="{1A5FA37A-F1F4-0C14-8210-AB8338870A4C}"/>
          </ac:spMkLst>
        </pc:spChg>
        <pc:spChg chg="mod">
          <ac:chgData name="Keshav Bansal" userId="c228fa0b922656d2" providerId="LiveId" clId="{001474D9-AA46-46C8-9315-BDDC3534F16C}" dt="2025-05-04T12:02:11.668" v="1560"/>
          <ac:spMkLst>
            <pc:docMk/>
            <pc:sldMk cId="0" sldId="271"/>
            <ac:spMk id="1734" creationId="{385D4327-1953-59B9-AD55-1B46850CA0B2}"/>
          </ac:spMkLst>
        </pc:spChg>
        <pc:spChg chg="mod">
          <ac:chgData name="Keshav Bansal" userId="c228fa0b922656d2" providerId="LiveId" clId="{001474D9-AA46-46C8-9315-BDDC3534F16C}" dt="2025-05-04T12:02:11.668" v="1560"/>
          <ac:spMkLst>
            <pc:docMk/>
            <pc:sldMk cId="0" sldId="271"/>
            <ac:spMk id="1735" creationId="{355D21A1-DF02-3CEC-9E51-CED35E5E5A3B}"/>
          </ac:spMkLst>
        </pc:spChg>
        <pc:spChg chg="mod">
          <ac:chgData name="Keshav Bansal" userId="c228fa0b922656d2" providerId="LiveId" clId="{001474D9-AA46-46C8-9315-BDDC3534F16C}" dt="2025-05-04T12:02:11.668" v="1560"/>
          <ac:spMkLst>
            <pc:docMk/>
            <pc:sldMk cId="0" sldId="271"/>
            <ac:spMk id="1742" creationId="{3F5F2EA8-0D74-DA4B-2A33-989C7B24D0E7}"/>
          </ac:spMkLst>
        </pc:spChg>
        <pc:spChg chg="mod">
          <ac:chgData name="Keshav Bansal" userId="c228fa0b922656d2" providerId="LiveId" clId="{001474D9-AA46-46C8-9315-BDDC3534F16C}" dt="2025-05-04T12:02:11.668" v="1560"/>
          <ac:spMkLst>
            <pc:docMk/>
            <pc:sldMk cId="0" sldId="271"/>
            <ac:spMk id="1748" creationId="{4DB7F9F2-84E3-506D-1DAF-771EE4642036}"/>
          </ac:spMkLst>
        </pc:spChg>
        <pc:spChg chg="mod">
          <ac:chgData name="Keshav Bansal" userId="c228fa0b922656d2" providerId="LiveId" clId="{001474D9-AA46-46C8-9315-BDDC3534F16C}" dt="2025-05-04T12:02:11.668" v="1560"/>
          <ac:spMkLst>
            <pc:docMk/>
            <pc:sldMk cId="0" sldId="271"/>
            <ac:spMk id="1754" creationId="{41196B19-2499-2527-D368-83A7494BC638}"/>
          </ac:spMkLst>
        </pc:spChg>
        <pc:spChg chg="mod">
          <ac:chgData name="Keshav Bansal" userId="c228fa0b922656d2" providerId="LiveId" clId="{001474D9-AA46-46C8-9315-BDDC3534F16C}" dt="2025-05-04T12:03:23.647" v="1566"/>
          <ac:spMkLst>
            <pc:docMk/>
            <pc:sldMk cId="0" sldId="271"/>
            <ac:spMk id="1763" creationId="{5D21A756-9A95-187F-96C3-C8E0FAB73855}"/>
          </ac:spMkLst>
        </pc:spChg>
        <pc:spChg chg="mod">
          <ac:chgData name="Keshav Bansal" userId="c228fa0b922656d2" providerId="LiveId" clId="{001474D9-AA46-46C8-9315-BDDC3534F16C}" dt="2025-05-04T12:03:23.647" v="1566"/>
          <ac:spMkLst>
            <pc:docMk/>
            <pc:sldMk cId="0" sldId="271"/>
            <ac:spMk id="1764" creationId="{27B8E6C0-E532-E8FB-8E22-41B6087B676B}"/>
          </ac:spMkLst>
        </pc:spChg>
        <pc:spChg chg="mod">
          <ac:chgData name="Keshav Bansal" userId="c228fa0b922656d2" providerId="LiveId" clId="{001474D9-AA46-46C8-9315-BDDC3534F16C}" dt="2025-05-04T12:03:23.647" v="1566"/>
          <ac:spMkLst>
            <pc:docMk/>
            <pc:sldMk cId="0" sldId="271"/>
            <ac:spMk id="1765" creationId="{31BB314B-2269-DC76-1FC1-8D89DE0081A7}"/>
          </ac:spMkLst>
        </pc:spChg>
        <pc:spChg chg="mod">
          <ac:chgData name="Keshav Bansal" userId="c228fa0b922656d2" providerId="LiveId" clId="{001474D9-AA46-46C8-9315-BDDC3534F16C}" dt="2025-05-04T12:03:23.647" v="1566"/>
          <ac:spMkLst>
            <pc:docMk/>
            <pc:sldMk cId="0" sldId="271"/>
            <ac:spMk id="1766" creationId="{5DB89C74-0B08-732D-0D58-BF7E83F97DEF}"/>
          </ac:spMkLst>
        </pc:spChg>
        <pc:spChg chg="mod">
          <ac:chgData name="Keshav Bansal" userId="c228fa0b922656d2" providerId="LiveId" clId="{001474D9-AA46-46C8-9315-BDDC3534F16C}" dt="2025-05-04T12:03:23.647" v="1566"/>
          <ac:spMkLst>
            <pc:docMk/>
            <pc:sldMk cId="0" sldId="271"/>
            <ac:spMk id="1767" creationId="{07EA0854-8ED3-2223-54E7-800BC85F7BAD}"/>
          </ac:spMkLst>
        </pc:spChg>
        <pc:spChg chg="mod">
          <ac:chgData name="Keshav Bansal" userId="c228fa0b922656d2" providerId="LiveId" clId="{001474D9-AA46-46C8-9315-BDDC3534F16C}" dt="2025-05-04T12:03:23.647" v="1566"/>
          <ac:spMkLst>
            <pc:docMk/>
            <pc:sldMk cId="0" sldId="271"/>
            <ac:spMk id="1768" creationId="{3951D623-78D3-FDCA-5A7F-F852EB38ACBE}"/>
          </ac:spMkLst>
        </pc:spChg>
        <pc:spChg chg="mod">
          <ac:chgData name="Keshav Bansal" userId="c228fa0b922656d2" providerId="LiveId" clId="{001474D9-AA46-46C8-9315-BDDC3534F16C}" dt="2025-05-04T12:03:23.647" v="1566"/>
          <ac:spMkLst>
            <pc:docMk/>
            <pc:sldMk cId="0" sldId="271"/>
            <ac:spMk id="1769" creationId="{9FFE5488-0FCE-3860-BE90-EB944D9EC54C}"/>
          </ac:spMkLst>
        </pc:spChg>
        <pc:spChg chg="mod">
          <ac:chgData name="Keshav Bansal" userId="c228fa0b922656d2" providerId="LiveId" clId="{001474D9-AA46-46C8-9315-BDDC3534F16C}" dt="2025-05-04T12:03:23.647" v="1566"/>
          <ac:spMkLst>
            <pc:docMk/>
            <pc:sldMk cId="0" sldId="271"/>
            <ac:spMk id="1770" creationId="{10DF64DE-B016-87ED-884B-60A18FB1D60B}"/>
          </ac:spMkLst>
        </pc:spChg>
        <pc:spChg chg="mod">
          <ac:chgData name="Keshav Bansal" userId="c228fa0b922656d2" providerId="LiveId" clId="{001474D9-AA46-46C8-9315-BDDC3534F16C}" dt="2025-05-04T12:03:23.647" v="1566"/>
          <ac:spMkLst>
            <pc:docMk/>
            <pc:sldMk cId="0" sldId="271"/>
            <ac:spMk id="1771" creationId="{92F685E0-2CEC-BF3A-25B1-12F92318BA83}"/>
          </ac:spMkLst>
        </pc:spChg>
        <pc:grpChg chg="mod">
          <ac:chgData name="Keshav Bansal" userId="c228fa0b922656d2" providerId="LiveId" clId="{001474D9-AA46-46C8-9315-BDDC3534F16C}" dt="2025-05-04T11:59:55.777" v="1544" actId="1076"/>
          <ac:grpSpMkLst>
            <pc:docMk/>
            <pc:sldMk cId="0" sldId="271"/>
            <ac:grpSpMk id="3" creationId="{C2F6DFC4-AA5D-8EB0-42F6-C50A0E32A78A}"/>
          </ac:grpSpMkLst>
        </pc:grpChg>
        <pc:grpChg chg="mod">
          <ac:chgData name="Keshav Bansal" userId="c228fa0b922656d2" providerId="LiveId" clId="{001474D9-AA46-46C8-9315-BDDC3534F16C}" dt="2025-05-04T12:00:17.714" v="1548" actId="1076"/>
          <ac:grpSpMkLst>
            <pc:docMk/>
            <pc:sldMk cId="0" sldId="271"/>
            <ac:grpSpMk id="17" creationId="{16E39676-9030-E744-C89C-DB18F61308A4}"/>
          </ac:grpSpMkLst>
        </pc:grpChg>
        <pc:grpChg chg="mod">
          <ac:chgData name="Keshav Bansal" userId="c228fa0b922656d2" providerId="LiveId" clId="{001474D9-AA46-46C8-9315-BDDC3534F16C}" dt="2025-05-04T12:00:38.523" v="1550" actId="1076"/>
          <ac:grpSpMkLst>
            <pc:docMk/>
            <pc:sldMk cId="0" sldId="271"/>
            <ac:grpSpMk id="52" creationId="{3BFF9463-8714-820D-C545-3B8FCE8538FC}"/>
          </ac:grpSpMkLst>
        </pc:grpChg>
        <pc:grpChg chg="mod">
          <ac:chgData name="Keshav Bansal" userId="c228fa0b922656d2" providerId="LiveId" clId="{001474D9-AA46-46C8-9315-BDDC3534F16C}" dt="2025-05-04T12:00:54.582" v="1552" actId="1076"/>
          <ac:grpSpMkLst>
            <pc:docMk/>
            <pc:sldMk cId="0" sldId="271"/>
            <ac:grpSpMk id="1674" creationId="{99E700B9-E961-DBB1-A695-79C99215795B}"/>
          </ac:grpSpMkLst>
        </pc:grpChg>
        <pc:grpChg chg="mod">
          <ac:chgData name="Keshav Bansal" userId="c228fa0b922656d2" providerId="LiveId" clId="{001474D9-AA46-46C8-9315-BDDC3534F16C}" dt="2025-05-04T12:01:23.002" v="1555" actId="1076"/>
          <ac:grpSpMkLst>
            <pc:docMk/>
            <pc:sldMk cId="0" sldId="271"/>
            <ac:grpSpMk id="1690" creationId="{ABFD695E-2B24-83FE-FCC1-99E7A8859311}"/>
          </ac:grpSpMkLst>
        </pc:grpChg>
        <pc:grpChg chg="add mod">
          <ac:chgData name="Keshav Bansal" userId="c228fa0b922656d2" providerId="LiveId" clId="{001474D9-AA46-46C8-9315-BDDC3534F16C}" dt="2025-05-04T12:02:33.445" v="1564" actId="1076"/>
          <ac:grpSpMkLst>
            <pc:docMk/>
            <pc:sldMk cId="0" sldId="271"/>
            <ac:grpSpMk id="1715" creationId="{1FDA3426-4AD2-842C-3280-251D4C4C851A}"/>
          </ac:grpSpMkLst>
        </pc:grpChg>
        <pc:grpChg chg="mod">
          <ac:chgData name="Keshav Bansal" userId="c228fa0b922656d2" providerId="LiveId" clId="{001474D9-AA46-46C8-9315-BDDC3534F16C}" dt="2025-05-04T12:02:37.558" v="1565" actId="1076"/>
          <ac:grpSpMkLst>
            <pc:docMk/>
            <pc:sldMk cId="0" sldId="271"/>
            <ac:grpSpMk id="1723" creationId="{165AAF9B-3632-E998-6731-93B65DCD8D76}"/>
          </ac:grpSpMkLst>
        </pc:grpChg>
        <pc:grpChg chg="add mod">
          <ac:chgData name="Keshav Bansal" userId="c228fa0b922656d2" providerId="LiveId" clId="{001474D9-AA46-46C8-9315-BDDC3534F16C}" dt="2025-05-04T12:03:30.446" v="1568" actId="14100"/>
          <ac:grpSpMkLst>
            <pc:docMk/>
            <pc:sldMk cId="0" sldId="271"/>
            <ac:grpSpMk id="1762" creationId="{5313CED3-6720-E22D-48DE-7EA154F2A15F}"/>
          </ac:grpSpMkLst>
        </pc:grpChg>
      </pc:sldChg>
      <pc:sldChg chg="modSp mod">
        <pc:chgData name="Keshav Bansal" userId="c228fa0b922656d2" providerId="LiveId" clId="{001474D9-AA46-46C8-9315-BDDC3534F16C}" dt="2025-05-04T12:31:29.766" v="1694"/>
        <pc:sldMkLst>
          <pc:docMk/>
          <pc:sldMk cId="0" sldId="272"/>
        </pc:sldMkLst>
        <pc:spChg chg="mod">
          <ac:chgData name="Keshav Bansal" userId="c228fa0b922656d2" providerId="LiveId" clId="{001474D9-AA46-46C8-9315-BDDC3534F16C}" dt="2025-05-04T12:31:29.766" v="1694"/>
          <ac:spMkLst>
            <pc:docMk/>
            <pc:sldMk cId="0" sldId="272"/>
            <ac:spMk id="1701" creationId="{00000000-0000-0000-0000-000000000000}"/>
          </ac:spMkLst>
        </pc:spChg>
        <pc:spChg chg="mod">
          <ac:chgData name="Keshav Bansal" userId="c228fa0b922656d2" providerId="LiveId" clId="{001474D9-AA46-46C8-9315-BDDC3534F16C}" dt="2025-05-04T11:15:30.090" v="1445" actId="1076"/>
          <ac:spMkLst>
            <pc:docMk/>
            <pc:sldMk cId="0" sldId="272"/>
            <ac:spMk id="1702" creationId="{00000000-0000-0000-0000-000000000000}"/>
          </ac:spMkLst>
        </pc:spChg>
      </pc:sldChg>
      <pc:sldChg chg="modSp mod">
        <pc:chgData name="Keshav Bansal" userId="c228fa0b922656d2" providerId="LiveId" clId="{001474D9-AA46-46C8-9315-BDDC3534F16C}" dt="2025-05-04T12:31:42.985" v="1695"/>
        <pc:sldMkLst>
          <pc:docMk/>
          <pc:sldMk cId="0" sldId="277"/>
        </pc:sldMkLst>
        <pc:spChg chg="mod">
          <ac:chgData name="Keshav Bansal" userId="c228fa0b922656d2" providerId="LiveId" clId="{001474D9-AA46-46C8-9315-BDDC3534F16C}" dt="2025-05-04T12:31:42.985" v="1695"/>
          <ac:spMkLst>
            <pc:docMk/>
            <pc:sldMk cId="0" sldId="277"/>
            <ac:spMk id="1859" creationId="{00000000-0000-0000-0000-000000000000}"/>
          </ac:spMkLst>
        </pc:spChg>
        <pc:spChg chg="mod">
          <ac:chgData name="Keshav Bansal" userId="c228fa0b922656d2" providerId="LiveId" clId="{001474D9-AA46-46C8-9315-BDDC3534F16C}" dt="2025-05-04T11:17:41.317" v="1448" actId="1076"/>
          <ac:spMkLst>
            <pc:docMk/>
            <pc:sldMk cId="0" sldId="277"/>
            <ac:spMk id="1860" creationId="{00000000-0000-0000-0000-000000000000}"/>
          </ac:spMkLst>
        </pc:spChg>
      </pc:sldChg>
      <pc:sldChg chg="del">
        <pc:chgData name="Keshav Bansal" userId="c228fa0b922656d2" providerId="LiveId" clId="{001474D9-AA46-46C8-9315-BDDC3534F16C}" dt="2025-05-04T12:09:09.145" v="1581" actId="47"/>
        <pc:sldMkLst>
          <pc:docMk/>
          <pc:sldMk cId="0" sldId="278"/>
        </pc:sldMkLst>
      </pc:sldChg>
      <pc:sldChg chg="del">
        <pc:chgData name="Keshav Bansal" userId="c228fa0b922656d2" providerId="LiveId" clId="{001474D9-AA46-46C8-9315-BDDC3534F16C}" dt="2025-05-04T12:09:09.858" v="1582" actId="47"/>
        <pc:sldMkLst>
          <pc:docMk/>
          <pc:sldMk cId="0" sldId="279"/>
        </pc:sldMkLst>
      </pc:sldChg>
      <pc:sldChg chg="del">
        <pc:chgData name="Keshav Bansal" userId="c228fa0b922656d2" providerId="LiveId" clId="{001474D9-AA46-46C8-9315-BDDC3534F16C}" dt="2025-05-04T12:09:10.765" v="1583" actId="47"/>
        <pc:sldMkLst>
          <pc:docMk/>
          <pc:sldMk cId="0" sldId="280"/>
        </pc:sldMkLst>
      </pc:sldChg>
      <pc:sldChg chg="del">
        <pc:chgData name="Keshav Bansal" userId="c228fa0b922656d2" providerId="LiveId" clId="{001474D9-AA46-46C8-9315-BDDC3534F16C}" dt="2025-05-04T12:09:11.422" v="1584" actId="47"/>
        <pc:sldMkLst>
          <pc:docMk/>
          <pc:sldMk cId="0" sldId="281"/>
        </pc:sldMkLst>
      </pc:sldChg>
      <pc:sldChg chg="del">
        <pc:chgData name="Keshav Bansal" userId="c228fa0b922656d2" providerId="LiveId" clId="{001474D9-AA46-46C8-9315-BDDC3534F16C}" dt="2025-05-04T12:09:12.309" v="1585" actId="47"/>
        <pc:sldMkLst>
          <pc:docMk/>
          <pc:sldMk cId="0" sldId="282"/>
        </pc:sldMkLst>
      </pc:sldChg>
      <pc:sldChg chg="del">
        <pc:chgData name="Keshav Bansal" userId="c228fa0b922656d2" providerId="LiveId" clId="{001474D9-AA46-46C8-9315-BDDC3534F16C}" dt="2025-05-04T12:09:12.951" v="1586" actId="47"/>
        <pc:sldMkLst>
          <pc:docMk/>
          <pc:sldMk cId="0" sldId="283"/>
        </pc:sldMkLst>
      </pc:sldChg>
      <pc:sldChg chg="del">
        <pc:chgData name="Keshav Bansal" userId="c228fa0b922656d2" providerId="LiveId" clId="{001474D9-AA46-46C8-9315-BDDC3534F16C}" dt="2025-05-04T12:09:13.605" v="1587" actId="47"/>
        <pc:sldMkLst>
          <pc:docMk/>
          <pc:sldMk cId="0" sldId="284"/>
        </pc:sldMkLst>
      </pc:sldChg>
      <pc:sldChg chg="del">
        <pc:chgData name="Keshav Bansal" userId="c228fa0b922656d2" providerId="LiveId" clId="{001474D9-AA46-46C8-9315-BDDC3534F16C}" dt="2025-05-04T12:09:14.261" v="1588" actId="47"/>
        <pc:sldMkLst>
          <pc:docMk/>
          <pc:sldMk cId="0" sldId="285"/>
        </pc:sldMkLst>
      </pc:sldChg>
      <pc:sldChg chg="del">
        <pc:chgData name="Keshav Bansal" userId="c228fa0b922656d2" providerId="LiveId" clId="{001474D9-AA46-46C8-9315-BDDC3534F16C}" dt="2025-05-04T12:09:16.538" v="1589" actId="47"/>
        <pc:sldMkLst>
          <pc:docMk/>
          <pc:sldMk cId="0" sldId="286"/>
        </pc:sldMkLst>
      </pc:sldChg>
      <pc:sldChg chg="del">
        <pc:chgData name="Keshav Bansal" userId="c228fa0b922656d2" providerId="LiveId" clId="{001474D9-AA46-46C8-9315-BDDC3534F16C}" dt="2025-05-04T12:09:17.190" v="1590" actId="47"/>
        <pc:sldMkLst>
          <pc:docMk/>
          <pc:sldMk cId="0" sldId="287"/>
        </pc:sldMkLst>
      </pc:sldChg>
      <pc:sldChg chg="del">
        <pc:chgData name="Keshav Bansal" userId="c228fa0b922656d2" providerId="LiveId" clId="{001474D9-AA46-46C8-9315-BDDC3534F16C}" dt="2025-05-04T12:09:17.890" v="1591" actId="47"/>
        <pc:sldMkLst>
          <pc:docMk/>
          <pc:sldMk cId="0" sldId="288"/>
        </pc:sldMkLst>
      </pc:sldChg>
      <pc:sldChg chg="del">
        <pc:chgData name="Keshav Bansal" userId="c228fa0b922656d2" providerId="LiveId" clId="{001474D9-AA46-46C8-9315-BDDC3534F16C}" dt="2025-05-04T12:09:18.578" v="1592" actId="47"/>
        <pc:sldMkLst>
          <pc:docMk/>
          <pc:sldMk cId="0" sldId="289"/>
        </pc:sldMkLst>
      </pc:sldChg>
      <pc:sldChg chg="del">
        <pc:chgData name="Keshav Bansal" userId="c228fa0b922656d2" providerId="LiveId" clId="{001474D9-AA46-46C8-9315-BDDC3534F16C}" dt="2025-05-04T12:09:19.260" v="1593" actId="47"/>
        <pc:sldMkLst>
          <pc:docMk/>
          <pc:sldMk cId="0" sldId="290"/>
        </pc:sldMkLst>
      </pc:sldChg>
      <pc:sldChg chg="del">
        <pc:chgData name="Keshav Bansal" userId="c228fa0b922656d2" providerId="LiveId" clId="{001474D9-AA46-46C8-9315-BDDC3534F16C}" dt="2025-05-04T12:09:19.965" v="1594" actId="47"/>
        <pc:sldMkLst>
          <pc:docMk/>
          <pc:sldMk cId="0" sldId="291"/>
        </pc:sldMkLst>
      </pc:sldChg>
      <pc:sldChg chg="del">
        <pc:chgData name="Keshav Bansal" userId="c228fa0b922656d2" providerId="LiveId" clId="{001474D9-AA46-46C8-9315-BDDC3534F16C}" dt="2025-05-04T12:09:20.539" v="1595" actId="47"/>
        <pc:sldMkLst>
          <pc:docMk/>
          <pc:sldMk cId="0" sldId="292"/>
        </pc:sldMkLst>
      </pc:sldChg>
      <pc:sldChg chg="del">
        <pc:chgData name="Keshav Bansal" userId="c228fa0b922656d2" providerId="LiveId" clId="{001474D9-AA46-46C8-9315-BDDC3534F16C}" dt="2025-05-04T12:09:21.114" v="1596" actId="47"/>
        <pc:sldMkLst>
          <pc:docMk/>
          <pc:sldMk cId="0" sldId="293"/>
        </pc:sldMkLst>
      </pc:sldChg>
      <pc:sldChg chg="del">
        <pc:chgData name="Keshav Bansal" userId="c228fa0b922656d2" providerId="LiveId" clId="{001474D9-AA46-46C8-9315-BDDC3534F16C}" dt="2025-05-04T12:09:21.575" v="1597" actId="47"/>
        <pc:sldMkLst>
          <pc:docMk/>
          <pc:sldMk cId="0" sldId="294"/>
        </pc:sldMkLst>
      </pc:sldChg>
      <pc:sldChg chg="del">
        <pc:chgData name="Keshav Bansal" userId="c228fa0b922656d2" providerId="LiveId" clId="{001474D9-AA46-46C8-9315-BDDC3534F16C}" dt="2025-05-04T12:09:22.022" v="1598" actId="47"/>
        <pc:sldMkLst>
          <pc:docMk/>
          <pc:sldMk cId="0" sldId="295"/>
        </pc:sldMkLst>
      </pc:sldChg>
      <pc:sldMasterChg chg="delSldLayout">
        <pc:chgData name="Keshav Bansal" userId="c228fa0b922656d2" providerId="LiveId" clId="{001474D9-AA46-46C8-9315-BDDC3534F16C}" dt="2025-05-08T03:58:53.162" v="1849" actId="47"/>
        <pc:sldMasterMkLst>
          <pc:docMk/>
          <pc:sldMasterMk cId="0" sldId="2147483674"/>
        </pc:sldMasterMkLst>
        <pc:sldLayoutChg chg="del">
          <pc:chgData name="Keshav Bansal" userId="c228fa0b922656d2" providerId="LiveId" clId="{001474D9-AA46-46C8-9315-BDDC3534F16C}" dt="2025-05-08T03:58:53.162" v="1849" actId="47"/>
          <pc:sldLayoutMkLst>
            <pc:docMk/>
            <pc:sldMasterMk cId="0" sldId="2147483674"/>
            <pc:sldLayoutMk cId="0" sldId="2147483666"/>
          </pc:sldLayoutMkLst>
        </pc:sldLayoutChg>
      </pc:sldMasterChg>
      <pc:sldMasterChg chg="del delSldLayout">
        <pc:chgData name="Keshav Bansal" userId="c228fa0b922656d2" providerId="LiveId" clId="{001474D9-AA46-46C8-9315-BDDC3534F16C}" dt="2025-05-04T12:09:22.022" v="1598" actId="47"/>
        <pc:sldMasterMkLst>
          <pc:docMk/>
          <pc:sldMasterMk cId="0" sldId="2147483675"/>
        </pc:sldMasterMkLst>
        <pc:sldLayoutChg chg="del">
          <pc:chgData name="Keshav Bansal" userId="c228fa0b922656d2" providerId="LiveId" clId="{001474D9-AA46-46C8-9315-BDDC3534F16C}" dt="2025-05-04T12:09:22.022" v="1598" actId="47"/>
          <pc:sldLayoutMkLst>
            <pc:docMk/>
            <pc:sldMasterMk cId="0" sldId="2147483675"/>
            <pc:sldLayoutMk cId="0" sldId="2147483672"/>
          </pc:sldLayoutMkLst>
        </pc:sldLayoutChg>
        <pc:sldLayoutChg chg="del">
          <pc:chgData name="Keshav Bansal" userId="c228fa0b922656d2" providerId="LiveId" clId="{001474D9-AA46-46C8-9315-BDDC3534F16C}" dt="2025-05-04T12:09:21.575" v="1597" actId="47"/>
          <pc:sldLayoutMkLst>
            <pc:docMk/>
            <pc:sldMasterMk cId="0" sldId="2147483675"/>
            <pc:sldLayoutMk cId="0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g1e81e8eaf55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4" name="Google Shape;1524;g1e81e8eaf55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e81e8eaf55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81e8eaf55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3" name="Google Shape;1563;g1e81e8eaf55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4" name="Google Shape;1564;g1e81e8eaf55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2" name="Google Shape;1572;g1e839195da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3" name="Google Shape;1573;g1e839195da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6" name="Google Shape;1596;g1e839195da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7" name="Google Shape;1597;g1e839195dab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g1e839195dab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4" name="Google Shape;1624;g1e839195dab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1e839195dab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1e839195dab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0" name="Google Shape;1630;g1e839195dab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1" name="Google Shape;1631;g1e839195dab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5" name="Google Shape;1645;g1e839195dab_0_1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6" name="Google Shape;1646;g1e839195dab_0_1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" name="Google Shape;1639;g1e839195dab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0" name="Google Shape;1640;g1e839195dab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6" name="Google Shape;1656;g1e839195dab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7" name="Google Shape;1657;g1e839195dab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2" name="Google Shape;1692;g1e839195dab_0_3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3" name="Google Shape;1693;g1e839195dab_0_3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8" name="Google Shape;1698;g1e839195dab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9" name="Google Shape;1699;g1e839195dab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" name="Google Shape;1856;g1e81e8eaf55_0_1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7" name="Google Shape;1857;g1e81e8eaf55_0_1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5">
          <a:extLst>
            <a:ext uri="{FF2B5EF4-FFF2-40B4-BE49-F238E27FC236}">
              <a16:creationId xmlns:a16="http://schemas.microsoft.com/office/drawing/2014/main" id="{DB00E653-218D-28D4-1276-263B89F04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1e81e8eaf55_0_119:notes">
            <a:extLst>
              <a:ext uri="{FF2B5EF4-FFF2-40B4-BE49-F238E27FC236}">
                <a16:creationId xmlns:a16="http://schemas.microsoft.com/office/drawing/2014/main" id="{3420B8E0-68A8-8189-6640-932C4E76C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1e81e8eaf55_0_119:notes">
            <a:extLst>
              <a:ext uri="{FF2B5EF4-FFF2-40B4-BE49-F238E27FC236}">
                <a16:creationId xmlns:a16="http://schemas.microsoft.com/office/drawing/2014/main" id="{D81C8A38-41E8-9454-3336-D5D615AEC5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09285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22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962600" y="3706181"/>
            <a:ext cx="5218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133023" y="2480375"/>
            <a:ext cx="3764400" cy="137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2475223" y="1291225"/>
            <a:ext cx="1080000" cy="100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5406576" y="694950"/>
            <a:ext cx="2604300" cy="375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17" name="Google Shape;17;p3"/>
          <p:cNvGrpSpPr/>
          <p:nvPr/>
        </p:nvGrpSpPr>
        <p:grpSpPr>
          <a:xfrm>
            <a:off x="8161834" y="75534"/>
            <a:ext cx="3751693" cy="1477275"/>
            <a:chOff x="8161834" y="75534"/>
            <a:chExt cx="3751693" cy="1477275"/>
          </a:xfrm>
        </p:grpSpPr>
        <p:grpSp>
          <p:nvGrpSpPr>
            <p:cNvPr id="18" name="Google Shape;18;p3"/>
            <p:cNvGrpSpPr/>
            <p:nvPr/>
          </p:nvGrpSpPr>
          <p:grpSpPr>
            <a:xfrm>
              <a:off x="8371972" y="75540"/>
              <a:ext cx="3541556" cy="1323917"/>
              <a:chOff x="2133050" y="2071900"/>
              <a:chExt cx="2132825" cy="797300"/>
            </a:xfrm>
          </p:grpSpPr>
          <p:sp>
            <p:nvSpPr>
              <p:cNvPr id="19" name="Google Shape;19;p3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;p3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3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3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3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3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3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3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3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8;p3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9;p3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30;p3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31;p3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33;p3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3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" name="Google Shape;49;p3"/>
            <p:cNvSpPr/>
            <p:nvPr/>
          </p:nvSpPr>
          <p:spPr>
            <a:xfrm>
              <a:off x="8161834" y="721209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9036759" y="75534"/>
              <a:ext cx="831600" cy="831600"/>
            </a:xfrm>
            <a:prstGeom prst="ellipse">
              <a:avLst/>
            </a:prstGeom>
            <a:gradFill>
              <a:gsLst>
                <a:gs pos="0">
                  <a:srgbClr val="FFFFFF">
                    <a:alpha val="52549"/>
                  </a:srgbClr>
                </a:gs>
                <a:gs pos="68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Saira"/>
                <a:ea typeface="Saira"/>
                <a:cs typeface="Saira"/>
                <a:sym typeface="Saira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grpSp>
        <p:nvGrpSpPr>
          <p:cNvPr id="55" name="Google Shape;55;p4"/>
          <p:cNvGrpSpPr/>
          <p:nvPr/>
        </p:nvGrpSpPr>
        <p:grpSpPr>
          <a:xfrm>
            <a:off x="-1684333" y="361707"/>
            <a:ext cx="3423458" cy="1696293"/>
            <a:chOff x="-1684333" y="361707"/>
            <a:chExt cx="3423458" cy="1696293"/>
          </a:xfrm>
        </p:grpSpPr>
        <p:grpSp>
          <p:nvGrpSpPr>
            <p:cNvPr id="56" name="Google Shape;56;p4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7" name="Google Shape;57;p4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8" name="Google Shape;78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45200" y="880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9" name="Google Shape;79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1775" y="739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0" name="Google Shape;80;p4"/>
          <p:cNvGrpSpPr/>
          <p:nvPr/>
        </p:nvGrpSpPr>
        <p:grpSpPr>
          <a:xfrm>
            <a:off x="7378900" y="3638900"/>
            <a:ext cx="3965187" cy="1653150"/>
            <a:chOff x="7378900" y="3638900"/>
            <a:chExt cx="3965187" cy="1653150"/>
          </a:xfrm>
        </p:grpSpPr>
        <p:grpSp>
          <p:nvGrpSpPr>
            <p:cNvPr id="81" name="Google Shape;81;p4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2" name="Google Shape;82;p4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Google Shape;91;p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92;p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93;p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95;p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96;p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98;p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99;p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Google Shape;100;p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Google Shape;101;p4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Google Shape;102;p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Google Shape;103;p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Google Shape;104;p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05;p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2" name="Google Shape;112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8900" y="4114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7650" y="3638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>
            <a:spLocks noGrp="1"/>
          </p:cNvSpPr>
          <p:nvPr>
            <p:ph type="subTitle" idx="1"/>
          </p:nvPr>
        </p:nvSpPr>
        <p:spPr>
          <a:xfrm>
            <a:off x="1363388" y="2048300"/>
            <a:ext cx="30015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17" name="Google Shape;117;p5"/>
          <p:cNvSpPr txBox="1">
            <a:spLocks noGrp="1"/>
          </p:cNvSpPr>
          <p:nvPr>
            <p:ph type="subTitle" idx="2"/>
          </p:nvPr>
        </p:nvSpPr>
        <p:spPr>
          <a:xfrm>
            <a:off x="4779112" y="2048300"/>
            <a:ext cx="3001500" cy="48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18" name="Google Shape;118;p5"/>
          <p:cNvSpPr txBox="1">
            <a:spLocks noGrp="1"/>
          </p:cNvSpPr>
          <p:nvPr>
            <p:ph type="subTitle" idx="3"/>
          </p:nvPr>
        </p:nvSpPr>
        <p:spPr>
          <a:xfrm>
            <a:off x="1363388" y="2535500"/>
            <a:ext cx="3001500" cy="13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5"/>
          <p:cNvSpPr txBox="1">
            <a:spLocks noGrp="1"/>
          </p:cNvSpPr>
          <p:nvPr>
            <p:ph type="subTitle" idx="4"/>
          </p:nvPr>
        </p:nvSpPr>
        <p:spPr>
          <a:xfrm>
            <a:off x="4779110" y="2535500"/>
            <a:ext cx="3001500" cy="131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21" name="Google Shape;121;p5"/>
          <p:cNvGrpSpPr/>
          <p:nvPr/>
        </p:nvGrpSpPr>
        <p:grpSpPr>
          <a:xfrm>
            <a:off x="-500554" y="-1910625"/>
            <a:ext cx="1580562" cy="3381325"/>
            <a:chOff x="-500554" y="-1910625"/>
            <a:chExt cx="1580562" cy="3381325"/>
          </a:xfrm>
        </p:grpSpPr>
        <p:grpSp>
          <p:nvGrpSpPr>
            <p:cNvPr id="122" name="Google Shape;122;p5"/>
            <p:cNvGrpSpPr/>
            <p:nvPr/>
          </p:nvGrpSpPr>
          <p:grpSpPr>
            <a:xfrm rot="5400000" flipH="1">
              <a:off x="-1326644" y="-1084534"/>
              <a:ext cx="3232743" cy="1580562"/>
              <a:chOff x="2191675" y="4192425"/>
              <a:chExt cx="1929650" cy="943450"/>
            </a:xfrm>
          </p:grpSpPr>
          <p:sp>
            <p:nvSpPr>
              <p:cNvPr id="123" name="Google Shape;123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65" name="Google Shape;165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34525" y="293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6" name="Google Shape;166;p5"/>
          <p:cNvGrpSpPr/>
          <p:nvPr/>
        </p:nvGrpSpPr>
        <p:grpSpPr>
          <a:xfrm>
            <a:off x="7678750" y="3705625"/>
            <a:ext cx="2067292" cy="3199279"/>
            <a:chOff x="7678750" y="3705625"/>
            <a:chExt cx="2067292" cy="3199279"/>
          </a:xfrm>
        </p:grpSpPr>
        <p:grpSp>
          <p:nvGrpSpPr>
            <p:cNvPr id="167" name="Google Shape;167;p5"/>
            <p:cNvGrpSpPr/>
            <p:nvPr/>
          </p:nvGrpSpPr>
          <p:grpSpPr>
            <a:xfrm rot="5400000" flipH="1">
              <a:off x="7465663" y="4624525"/>
              <a:ext cx="3063126" cy="1497633"/>
              <a:chOff x="2191675" y="4192425"/>
              <a:chExt cx="1929650" cy="943450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5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5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5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5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Google Shape;205;p5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Google Shape;206;p5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Google Shape;207;p5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Google Shape;208;p5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Google Shape;209;p5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10" name="Google Shape;210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7875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94800" y="3705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15" name="Google Shape;215;p6"/>
          <p:cNvGrpSpPr/>
          <p:nvPr/>
        </p:nvGrpSpPr>
        <p:grpSpPr>
          <a:xfrm>
            <a:off x="7990275" y="3274400"/>
            <a:ext cx="3920587" cy="1824125"/>
            <a:chOff x="7423500" y="3586650"/>
            <a:chExt cx="3920587" cy="1824125"/>
          </a:xfrm>
        </p:grpSpPr>
        <p:grpSp>
          <p:nvGrpSpPr>
            <p:cNvPr id="216" name="Google Shape;216;p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217" name="Google Shape;217;p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247" name="Google Shape;247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7"/>
          <p:cNvSpPr txBox="1">
            <a:spLocks noGrp="1"/>
          </p:cNvSpPr>
          <p:nvPr>
            <p:ph type="title"/>
          </p:nvPr>
        </p:nvSpPr>
        <p:spPr>
          <a:xfrm>
            <a:off x="3974167" y="788525"/>
            <a:ext cx="4175700" cy="1201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7"/>
          <p:cNvSpPr txBox="1">
            <a:spLocks noGrp="1"/>
          </p:cNvSpPr>
          <p:nvPr>
            <p:ph type="body" idx="1"/>
          </p:nvPr>
        </p:nvSpPr>
        <p:spPr>
          <a:xfrm>
            <a:off x="3974169" y="1990075"/>
            <a:ext cx="4175700" cy="23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Font typeface="Open Sans"/>
              <a:buAutoNum type="arabicPeriod"/>
              <a:defRPr/>
            </a:lvl1pPr>
            <a:lvl2pPr marL="914400" lvl="1" indent="-3048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254" name="Google Shape;254;p7"/>
          <p:cNvSpPr>
            <a:spLocks noGrp="1"/>
          </p:cNvSpPr>
          <p:nvPr>
            <p:ph type="pic" idx="2"/>
          </p:nvPr>
        </p:nvSpPr>
        <p:spPr>
          <a:xfrm>
            <a:off x="994131" y="694950"/>
            <a:ext cx="2540700" cy="3753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255" name="Google Shape;255;p7"/>
          <p:cNvGrpSpPr/>
          <p:nvPr/>
        </p:nvGrpSpPr>
        <p:grpSpPr>
          <a:xfrm>
            <a:off x="-1776656" y="986429"/>
            <a:ext cx="3025131" cy="1757025"/>
            <a:chOff x="-1776656" y="986429"/>
            <a:chExt cx="3025131" cy="1757025"/>
          </a:xfrm>
        </p:grpSpPr>
        <p:grpSp>
          <p:nvGrpSpPr>
            <p:cNvPr id="256" name="Google Shape;256;p7"/>
            <p:cNvGrpSpPr/>
            <p:nvPr/>
          </p:nvGrpSpPr>
          <p:grpSpPr>
            <a:xfrm>
              <a:off x="-1776656" y="986429"/>
              <a:ext cx="2590356" cy="1757025"/>
              <a:chOff x="-1776656" y="986429"/>
              <a:chExt cx="2590356" cy="1757025"/>
            </a:xfrm>
          </p:grpSpPr>
          <p:grpSp>
            <p:nvGrpSpPr>
              <p:cNvPr id="257" name="Google Shape;257;p7"/>
              <p:cNvGrpSpPr/>
              <p:nvPr/>
            </p:nvGrpSpPr>
            <p:grpSpPr>
              <a:xfrm flipH="1">
                <a:off x="-1776656" y="986429"/>
                <a:ext cx="2590356" cy="1757025"/>
                <a:chOff x="2280775" y="570800"/>
                <a:chExt cx="1702725" cy="1154950"/>
              </a:xfrm>
            </p:grpSpPr>
            <p:sp>
              <p:nvSpPr>
                <p:cNvPr id="258" name="Google Shape;258;p7"/>
                <p:cNvSpPr/>
                <p:nvPr/>
              </p:nvSpPr>
              <p:spPr>
                <a:xfrm>
                  <a:off x="2562775" y="1179175"/>
                  <a:ext cx="1420725" cy="5465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829" h="21863" extrusionOk="0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777" y="871"/>
                      </a:lnTo>
                      <a:lnTo>
                        <a:pt x="777" y="6495"/>
                      </a:lnTo>
                      <a:lnTo>
                        <a:pt x="15843" y="21831"/>
                      </a:lnTo>
                      <a:lnTo>
                        <a:pt x="15875" y="21863"/>
                      </a:lnTo>
                      <a:lnTo>
                        <a:pt x="56828" y="21863"/>
                      </a:lnTo>
                      <a:lnTo>
                        <a:pt x="56828" y="21673"/>
                      </a:lnTo>
                      <a:lnTo>
                        <a:pt x="15954" y="21673"/>
                      </a:lnTo>
                      <a:lnTo>
                        <a:pt x="983" y="6416"/>
                      </a:lnTo>
                      <a:lnTo>
                        <a:pt x="983" y="776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9" name="Google Shape;259;p7"/>
                <p:cNvSpPr/>
                <p:nvPr/>
              </p:nvSpPr>
              <p:spPr>
                <a:xfrm>
                  <a:off x="2385350" y="1087275"/>
                  <a:ext cx="1598150" cy="574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3926" h="22973" extrusionOk="0">
                      <a:moveTo>
                        <a:pt x="1901" y="1"/>
                      </a:moveTo>
                      <a:lnTo>
                        <a:pt x="0" y="1886"/>
                      </a:lnTo>
                      <a:lnTo>
                        <a:pt x="127" y="2013"/>
                      </a:lnTo>
                      <a:lnTo>
                        <a:pt x="1981" y="191"/>
                      </a:lnTo>
                      <a:lnTo>
                        <a:pt x="9363" y="191"/>
                      </a:lnTo>
                      <a:lnTo>
                        <a:pt x="9854" y="824"/>
                      </a:lnTo>
                      <a:lnTo>
                        <a:pt x="9854" y="8096"/>
                      </a:lnTo>
                      <a:lnTo>
                        <a:pt x="24636" y="22972"/>
                      </a:lnTo>
                      <a:lnTo>
                        <a:pt x="63925" y="22972"/>
                      </a:lnTo>
                      <a:lnTo>
                        <a:pt x="63925" y="22766"/>
                      </a:lnTo>
                      <a:lnTo>
                        <a:pt x="24715" y="22766"/>
                      </a:lnTo>
                      <a:lnTo>
                        <a:pt x="10060" y="8017"/>
                      </a:lnTo>
                      <a:lnTo>
                        <a:pt x="10060" y="745"/>
                      </a:lnTo>
                      <a:lnTo>
                        <a:pt x="9458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0" name="Google Shape;260;p7"/>
                <p:cNvSpPr/>
                <p:nvPr/>
              </p:nvSpPr>
              <p:spPr>
                <a:xfrm>
                  <a:off x="2329900" y="1057575"/>
                  <a:ext cx="1653600" cy="5790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144" h="23163" extrusionOk="0">
                      <a:moveTo>
                        <a:pt x="0" y="0"/>
                      </a:moveTo>
                      <a:lnTo>
                        <a:pt x="0" y="190"/>
                      </a:lnTo>
                      <a:lnTo>
                        <a:pt x="12278" y="190"/>
                      </a:lnTo>
                      <a:lnTo>
                        <a:pt x="13070" y="808"/>
                      </a:lnTo>
                      <a:lnTo>
                        <a:pt x="13070" y="8777"/>
                      </a:lnTo>
                      <a:lnTo>
                        <a:pt x="27297" y="23131"/>
                      </a:lnTo>
                      <a:lnTo>
                        <a:pt x="27329" y="23162"/>
                      </a:lnTo>
                      <a:lnTo>
                        <a:pt x="66143" y="23162"/>
                      </a:lnTo>
                      <a:lnTo>
                        <a:pt x="66143" y="22972"/>
                      </a:lnTo>
                      <a:lnTo>
                        <a:pt x="27408" y="22972"/>
                      </a:lnTo>
                      <a:lnTo>
                        <a:pt x="13261" y="8698"/>
                      </a:lnTo>
                      <a:lnTo>
                        <a:pt x="13261" y="713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1" name="Google Shape;261;p7"/>
                <p:cNvSpPr/>
                <p:nvPr/>
              </p:nvSpPr>
              <p:spPr>
                <a:xfrm>
                  <a:off x="2547725" y="1017975"/>
                  <a:ext cx="1435775" cy="59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431" h="23955" extrusionOk="0">
                      <a:moveTo>
                        <a:pt x="1" y="0"/>
                      </a:moveTo>
                      <a:lnTo>
                        <a:pt x="1" y="190"/>
                      </a:lnTo>
                      <a:lnTo>
                        <a:pt x="4310" y="190"/>
                      </a:lnTo>
                      <a:lnTo>
                        <a:pt x="5340" y="1172"/>
                      </a:lnTo>
                      <a:lnTo>
                        <a:pt x="5340" y="9854"/>
                      </a:lnTo>
                      <a:lnTo>
                        <a:pt x="19059" y="23922"/>
                      </a:lnTo>
                      <a:lnTo>
                        <a:pt x="19091" y="23954"/>
                      </a:lnTo>
                      <a:lnTo>
                        <a:pt x="57430" y="23954"/>
                      </a:lnTo>
                      <a:lnTo>
                        <a:pt x="57430" y="23764"/>
                      </a:lnTo>
                      <a:lnTo>
                        <a:pt x="19186" y="23764"/>
                      </a:lnTo>
                      <a:lnTo>
                        <a:pt x="5546" y="9775"/>
                      </a:lnTo>
                      <a:lnTo>
                        <a:pt x="5546" y="1093"/>
                      </a:lnTo>
                      <a:lnTo>
                        <a:pt x="4389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2" name="Google Shape;262;p7"/>
                <p:cNvSpPr/>
                <p:nvPr/>
              </p:nvSpPr>
              <p:spPr>
                <a:xfrm>
                  <a:off x="2442775" y="978350"/>
                  <a:ext cx="1540725" cy="613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629" h="24557" extrusionOk="0">
                      <a:moveTo>
                        <a:pt x="0" y="1"/>
                      </a:moveTo>
                      <a:lnTo>
                        <a:pt x="0" y="191"/>
                      </a:lnTo>
                      <a:lnTo>
                        <a:pt x="9126" y="191"/>
                      </a:lnTo>
                      <a:lnTo>
                        <a:pt x="10330" y="1522"/>
                      </a:lnTo>
                      <a:lnTo>
                        <a:pt x="10330" y="10948"/>
                      </a:lnTo>
                      <a:lnTo>
                        <a:pt x="23733" y="24509"/>
                      </a:lnTo>
                      <a:lnTo>
                        <a:pt x="23780" y="24557"/>
                      </a:lnTo>
                      <a:lnTo>
                        <a:pt x="61628" y="24557"/>
                      </a:lnTo>
                      <a:lnTo>
                        <a:pt x="61628" y="24351"/>
                      </a:lnTo>
                      <a:lnTo>
                        <a:pt x="23859" y="24351"/>
                      </a:lnTo>
                      <a:lnTo>
                        <a:pt x="10536" y="10869"/>
                      </a:lnTo>
                      <a:lnTo>
                        <a:pt x="10536" y="1442"/>
                      </a:lnTo>
                      <a:lnTo>
                        <a:pt x="9205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3" name="Google Shape;263;p7"/>
                <p:cNvSpPr/>
                <p:nvPr/>
              </p:nvSpPr>
              <p:spPr>
                <a:xfrm>
                  <a:off x="2676850" y="934800"/>
                  <a:ext cx="1306650" cy="637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266" h="25507" extrusionOk="0">
                      <a:moveTo>
                        <a:pt x="143" y="0"/>
                      </a:moveTo>
                      <a:lnTo>
                        <a:pt x="0" y="143"/>
                      </a:lnTo>
                      <a:lnTo>
                        <a:pt x="1965" y="2060"/>
                      </a:lnTo>
                      <a:lnTo>
                        <a:pt x="1965" y="12183"/>
                      </a:lnTo>
                      <a:lnTo>
                        <a:pt x="14845" y="25459"/>
                      </a:lnTo>
                      <a:lnTo>
                        <a:pt x="14892" y="25507"/>
                      </a:lnTo>
                      <a:lnTo>
                        <a:pt x="52265" y="25507"/>
                      </a:lnTo>
                      <a:lnTo>
                        <a:pt x="52265" y="25301"/>
                      </a:lnTo>
                      <a:lnTo>
                        <a:pt x="14972" y="25301"/>
                      </a:lnTo>
                      <a:lnTo>
                        <a:pt x="2155" y="12104"/>
                      </a:lnTo>
                      <a:lnTo>
                        <a:pt x="2155" y="1980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4" name="Google Shape;264;p7"/>
                <p:cNvSpPr/>
                <p:nvPr/>
              </p:nvSpPr>
              <p:spPr>
                <a:xfrm>
                  <a:off x="2508525" y="824675"/>
                  <a:ext cx="1474975" cy="7228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99" h="28914" extrusionOk="0">
                      <a:moveTo>
                        <a:pt x="3391" y="1"/>
                      </a:moveTo>
                      <a:lnTo>
                        <a:pt x="0" y="3439"/>
                      </a:lnTo>
                      <a:lnTo>
                        <a:pt x="143" y="3565"/>
                      </a:lnTo>
                      <a:lnTo>
                        <a:pt x="3470" y="207"/>
                      </a:lnTo>
                      <a:lnTo>
                        <a:pt x="6337" y="207"/>
                      </a:lnTo>
                      <a:lnTo>
                        <a:pt x="9490" y="3407"/>
                      </a:lnTo>
                      <a:lnTo>
                        <a:pt x="9490" y="16081"/>
                      </a:lnTo>
                      <a:lnTo>
                        <a:pt x="22085" y="28882"/>
                      </a:lnTo>
                      <a:lnTo>
                        <a:pt x="22101" y="28914"/>
                      </a:lnTo>
                      <a:lnTo>
                        <a:pt x="58998" y="28914"/>
                      </a:lnTo>
                      <a:lnTo>
                        <a:pt x="58998" y="28724"/>
                      </a:lnTo>
                      <a:lnTo>
                        <a:pt x="22180" y="28724"/>
                      </a:lnTo>
                      <a:lnTo>
                        <a:pt x="9680" y="16002"/>
                      </a:lnTo>
                      <a:lnTo>
                        <a:pt x="9680" y="3328"/>
                      </a:lnTo>
                      <a:lnTo>
                        <a:pt x="641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5" name="Google Shape;265;p7"/>
                <p:cNvSpPr/>
                <p:nvPr/>
              </p:nvSpPr>
              <p:spPr>
                <a:xfrm>
                  <a:off x="2413850" y="804875"/>
                  <a:ext cx="1569650" cy="71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2786" h="28724" extrusionOk="0">
                      <a:moveTo>
                        <a:pt x="7178" y="1"/>
                      </a:moveTo>
                      <a:lnTo>
                        <a:pt x="4738" y="2377"/>
                      </a:lnTo>
                      <a:lnTo>
                        <a:pt x="1" y="2377"/>
                      </a:lnTo>
                      <a:lnTo>
                        <a:pt x="1" y="2583"/>
                      </a:lnTo>
                      <a:lnTo>
                        <a:pt x="4817" y="2583"/>
                      </a:lnTo>
                      <a:lnTo>
                        <a:pt x="7257" y="207"/>
                      </a:lnTo>
                      <a:lnTo>
                        <a:pt x="10901" y="207"/>
                      </a:lnTo>
                      <a:lnTo>
                        <a:pt x="14259" y="3597"/>
                      </a:lnTo>
                      <a:lnTo>
                        <a:pt x="14259" y="16382"/>
                      </a:lnTo>
                      <a:lnTo>
                        <a:pt x="26347" y="28676"/>
                      </a:lnTo>
                      <a:lnTo>
                        <a:pt x="26363" y="28723"/>
                      </a:lnTo>
                      <a:lnTo>
                        <a:pt x="62785" y="28723"/>
                      </a:lnTo>
                      <a:lnTo>
                        <a:pt x="62785" y="28517"/>
                      </a:lnTo>
                      <a:lnTo>
                        <a:pt x="26442" y="28517"/>
                      </a:lnTo>
                      <a:lnTo>
                        <a:pt x="14465" y="16303"/>
                      </a:lnTo>
                      <a:lnTo>
                        <a:pt x="14465" y="3502"/>
                      </a:lnTo>
                      <a:lnTo>
                        <a:pt x="10964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6" name="Google Shape;266;p7"/>
                <p:cNvSpPr/>
                <p:nvPr/>
              </p:nvSpPr>
              <p:spPr>
                <a:xfrm>
                  <a:off x="2946975" y="1316600"/>
                  <a:ext cx="1036525" cy="166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461" h="6671" extrusionOk="0">
                      <a:moveTo>
                        <a:pt x="143" y="0"/>
                      </a:moveTo>
                      <a:lnTo>
                        <a:pt x="0" y="127"/>
                      </a:lnTo>
                      <a:lnTo>
                        <a:pt x="6559" y="6670"/>
                      </a:lnTo>
                      <a:lnTo>
                        <a:pt x="41460" y="6670"/>
                      </a:lnTo>
                      <a:lnTo>
                        <a:pt x="41460" y="6464"/>
                      </a:lnTo>
                      <a:lnTo>
                        <a:pt x="6638" y="6464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7" name="Google Shape;267;p7"/>
                <p:cNvSpPr/>
                <p:nvPr/>
              </p:nvSpPr>
              <p:spPr>
                <a:xfrm>
                  <a:off x="2770325" y="666250"/>
                  <a:ext cx="1213175" cy="75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527" h="30102" extrusionOk="0">
                      <a:moveTo>
                        <a:pt x="0" y="1"/>
                      </a:moveTo>
                      <a:lnTo>
                        <a:pt x="0" y="2979"/>
                      </a:lnTo>
                      <a:lnTo>
                        <a:pt x="2377" y="5292"/>
                      </a:lnTo>
                      <a:lnTo>
                        <a:pt x="2377" y="19725"/>
                      </a:lnTo>
                      <a:lnTo>
                        <a:pt x="13039" y="30102"/>
                      </a:lnTo>
                      <a:lnTo>
                        <a:pt x="48526" y="30102"/>
                      </a:lnTo>
                      <a:lnTo>
                        <a:pt x="48526" y="29912"/>
                      </a:lnTo>
                      <a:lnTo>
                        <a:pt x="13118" y="29912"/>
                      </a:lnTo>
                      <a:lnTo>
                        <a:pt x="2583" y="19630"/>
                      </a:lnTo>
                      <a:lnTo>
                        <a:pt x="2583" y="5213"/>
                      </a:lnTo>
                      <a:lnTo>
                        <a:pt x="206" y="2900"/>
                      </a:lnTo>
                      <a:lnTo>
                        <a:pt x="206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8" name="Google Shape;268;p7"/>
                <p:cNvSpPr/>
                <p:nvPr/>
              </p:nvSpPr>
              <p:spPr>
                <a:xfrm>
                  <a:off x="2864575" y="798150"/>
                  <a:ext cx="1118925" cy="606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757" h="24240" extrusionOk="0">
                      <a:moveTo>
                        <a:pt x="1" y="0"/>
                      </a:moveTo>
                      <a:lnTo>
                        <a:pt x="1" y="14132"/>
                      </a:lnTo>
                      <a:lnTo>
                        <a:pt x="10140" y="24240"/>
                      </a:lnTo>
                      <a:lnTo>
                        <a:pt x="44756" y="24240"/>
                      </a:lnTo>
                      <a:lnTo>
                        <a:pt x="44756" y="24034"/>
                      </a:lnTo>
                      <a:lnTo>
                        <a:pt x="10219" y="24034"/>
                      </a:lnTo>
                      <a:lnTo>
                        <a:pt x="191" y="14053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69" name="Google Shape;269;p7"/>
                <p:cNvSpPr/>
                <p:nvPr/>
              </p:nvSpPr>
              <p:spPr>
                <a:xfrm>
                  <a:off x="2857050" y="695175"/>
                  <a:ext cx="1126450" cy="684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058" h="27361" extrusionOk="0">
                      <a:moveTo>
                        <a:pt x="143" y="0"/>
                      </a:moveTo>
                      <a:lnTo>
                        <a:pt x="1" y="143"/>
                      </a:lnTo>
                      <a:lnTo>
                        <a:pt x="1680" y="1901"/>
                      </a:lnTo>
                      <a:lnTo>
                        <a:pt x="1680" y="17760"/>
                      </a:lnTo>
                      <a:lnTo>
                        <a:pt x="11503" y="27361"/>
                      </a:lnTo>
                      <a:lnTo>
                        <a:pt x="45057" y="27361"/>
                      </a:lnTo>
                      <a:lnTo>
                        <a:pt x="45057" y="27170"/>
                      </a:lnTo>
                      <a:lnTo>
                        <a:pt x="11582" y="27170"/>
                      </a:lnTo>
                      <a:lnTo>
                        <a:pt x="1886" y="17681"/>
                      </a:lnTo>
                      <a:lnTo>
                        <a:pt x="1886" y="1822"/>
                      </a:lnTo>
                      <a:lnTo>
                        <a:pt x="143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0" name="Google Shape;270;p7"/>
                <p:cNvSpPr/>
                <p:nvPr/>
              </p:nvSpPr>
              <p:spPr>
                <a:xfrm>
                  <a:off x="2567525" y="596950"/>
                  <a:ext cx="1415975" cy="728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6639" h="29120" extrusionOk="0">
                      <a:moveTo>
                        <a:pt x="1" y="0"/>
                      </a:moveTo>
                      <a:lnTo>
                        <a:pt x="1" y="206"/>
                      </a:lnTo>
                      <a:lnTo>
                        <a:pt x="12247" y="206"/>
                      </a:lnTo>
                      <a:lnTo>
                        <a:pt x="15241" y="3296"/>
                      </a:lnTo>
                      <a:lnTo>
                        <a:pt x="15241" y="20279"/>
                      </a:lnTo>
                      <a:lnTo>
                        <a:pt x="24256" y="29119"/>
                      </a:lnTo>
                      <a:lnTo>
                        <a:pt x="56638" y="29119"/>
                      </a:lnTo>
                      <a:lnTo>
                        <a:pt x="56638" y="28913"/>
                      </a:lnTo>
                      <a:lnTo>
                        <a:pt x="24335" y="28913"/>
                      </a:lnTo>
                      <a:lnTo>
                        <a:pt x="15447" y="20200"/>
                      </a:lnTo>
                      <a:lnTo>
                        <a:pt x="15447" y="3216"/>
                      </a:lnTo>
                      <a:lnTo>
                        <a:pt x="1232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1" name="Google Shape;271;p7"/>
                <p:cNvSpPr/>
                <p:nvPr/>
              </p:nvSpPr>
              <p:spPr>
                <a:xfrm>
                  <a:off x="2357225" y="1123325"/>
                  <a:ext cx="46750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" h="1854" extrusionOk="0">
                      <a:moveTo>
                        <a:pt x="935" y="0"/>
                      </a:moveTo>
                      <a:cubicBezTo>
                        <a:pt x="428" y="0"/>
                        <a:pt x="1" y="412"/>
                        <a:pt x="1" y="935"/>
                      </a:cubicBezTo>
                      <a:cubicBezTo>
                        <a:pt x="1" y="1442"/>
                        <a:pt x="428" y="1854"/>
                        <a:pt x="935" y="1854"/>
                      </a:cubicBezTo>
                      <a:cubicBezTo>
                        <a:pt x="1458" y="1854"/>
                        <a:pt x="1870" y="1442"/>
                        <a:pt x="1870" y="935"/>
                      </a:cubicBezTo>
                      <a:cubicBezTo>
                        <a:pt x="1870" y="412"/>
                        <a:pt x="1458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2748525" y="633375"/>
                  <a:ext cx="46775" cy="463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1" h="1855" extrusionOk="0">
                      <a:moveTo>
                        <a:pt x="936" y="1"/>
                      </a:moveTo>
                      <a:cubicBezTo>
                        <a:pt x="413" y="1"/>
                        <a:pt x="1" y="413"/>
                        <a:pt x="1" y="920"/>
                      </a:cubicBezTo>
                      <a:cubicBezTo>
                        <a:pt x="1" y="1443"/>
                        <a:pt x="413" y="1854"/>
                        <a:pt x="936" y="1854"/>
                      </a:cubicBezTo>
                      <a:cubicBezTo>
                        <a:pt x="1443" y="1854"/>
                        <a:pt x="1870" y="1443"/>
                        <a:pt x="1870" y="920"/>
                      </a:cubicBezTo>
                      <a:cubicBezTo>
                        <a:pt x="1870" y="413"/>
                        <a:pt x="1443" y="1"/>
                        <a:pt x="936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2842800" y="682900"/>
                  <a:ext cx="46375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54" extrusionOk="0">
                      <a:moveTo>
                        <a:pt x="919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19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19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2530700" y="1148275"/>
                  <a:ext cx="46375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5" h="1854" extrusionOk="0">
                      <a:moveTo>
                        <a:pt x="935" y="0"/>
                      </a:moveTo>
                      <a:cubicBezTo>
                        <a:pt x="412" y="0"/>
                        <a:pt x="1" y="412"/>
                        <a:pt x="1" y="919"/>
                      </a:cubicBezTo>
                      <a:cubicBezTo>
                        <a:pt x="1" y="1442"/>
                        <a:pt x="412" y="1854"/>
                        <a:pt x="935" y="1854"/>
                      </a:cubicBezTo>
                      <a:cubicBezTo>
                        <a:pt x="1442" y="1854"/>
                        <a:pt x="1854" y="1442"/>
                        <a:pt x="1854" y="919"/>
                      </a:cubicBezTo>
                      <a:cubicBezTo>
                        <a:pt x="1854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5" name="Google Shape;275;p7"/>
                <p:cNvSpPr/>
                <p:nvPr/>
              </p:nvSpPr>
              <p:spPr>
                <a:xfrm>
                  <a:off x="2916875" y="1286900"/>
                  <a:ext cx="46750" cy="463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70" h="1854" extrusionOk="0">
                      <a:moveTo>
                        <a:pt x="935" y="0"/>
                      </a:moveTo>
                      <a:cubicBezTo>
                        <a:pt x="412" y="0"/>
                        <a:pt x="0" y="412"/>
                        <a:pt x="0" y="919"/>
                      </a:cubicBezTo>
                      <a:cubicBezTo>
                        <a:pt x="0" y="1442"/>
                        <a:pt x="412" y="1854"/>
                        <a:pt x="935" y="1854"/>
                      </a:cubicBezTo>
                      <a:cubicBezTo>
                        <a:pt x="1442" y="1854"/>
                        <a:pt x="1869" y="1442"/>
                        <a:pt x="1869" y="919"/>
                      </a:cubicBezTo>
                      <a:cubicBezTo>
                        <a:pt x="1869" y="412"/>
                        <a:pt x="1442" y="0"/>
                        <a:pt x="935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6" name="Google Shape;276;p7"/>
                <p:cNvSpPr/>
                <p:nvPr/>
              </p:nvSpPr>
              <p:spPr>
                <a:xfrm>
                  <a:off x="2280775" y="1031425"/>
                  <a:ext cx="51525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61" extrusionOk="0">
                      <a:moveTo>
                        <a:pt x="1031" y="207"/>
                      </a:moveTo>
                      <a:cubicBezTo>
                        <a:pt x="1490" y="207"/>
                        <a:pt x="1854" y="587"/>
                        <a:pt x="1854" y="1046"/>
                      </a:cubicBezTo>
                      <a:cubicBezTo>
                        <a:pt x="1854" y="1506"/>
                        <a:pt x="1490" y="1870"/>
                        <a:pt x="1031" y="1870"/>
                      </a:cubicBezTo>
                      <a:cubicBezTo>
                        <a:pt x="571" y="1870"/>
                        <a:pt x="191" y="1506"/>
                        <a:pt x="191" y="1046"/>
                      </a:cubicBezTo>
                      <a:cubicBezTo>
                        <a:pt x="191" y="587"/>
                        <a:pt x="571" y="207"/>
                        <a:pt x="1031" y="207"/>
                      </a:cubicBezTo>
                      <a:close/>
                      <a:moveTo>
                        <a:pt x="1031" y="1"/>
                      </a:moveTo>
                      <a:cubicBezTo>
                        <a:pt x="460" y="1"/>
                        <a:pt x="1" y="476"/>
                        <a:pt x="1" y="1030"/>
                      </a:cubicBezTo>
                      <a:cubicBezTo>
                        <a:pt x="1" y="1601"/>
                        <a:pt x="476" y="2060"/>
                        <a:pt x="1031" y="2060"/>
                      </a:cubicBezTo>
                      <a:cubicBezTo>
                        <a:pt x="1601" y="2060"/>
                        <a:pt x="2060" y="1601"/>
                        <a:pt x="2060" y="1030"/>
                      </a:cubicBezTo>
                      <a:cubicBezTo>
                        <a:pt x="2060" y="444"/>
                        <a:pt x="1585" y="1"/>
                        <a:pt x="1031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2364750" y="842900"/>
                  <a:ext cx="51525" cy="519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77" extrusionOk="0">
                      <a:moveTo>
                        <a:pt x="1030" y="222"/>
                      </a:moveTo>
                      <a:cubicBezTo>
                        <a:pt x="1490" y="222"/>
                        <a:pt x="1870" y="603"/>
                        <a:pt x="1870" y="1062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6" y="1522"/>
                        <a:pt x="206" y="1062"/>
                      </a:cubicBezTo>
                      <a:cubicBezTo>
                        <a:pt x="206" y="603"/>
                        <a:pt x="587" y="222"/>
                        <a:pt x="1030" y="222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92"/>
                        <a:pt x="1" y="1046"/>
                      </a:cubicBezTo>
                      <a:cubicBezTo>
                        <a:pt x="1" y="1617"/>
                        <a:pt x="476" y="2076"/>
                        <a:pt x="1030" y="2076"/>
                      </a:cubicBezTo>
                      <a:cubicBezTo>
                        <a:pt x="1616" y="2076"/>
                        <a:pt x="2060" y="1617"/>
                        <a:pt x="2060" y="1046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2468925" y="902700"/>
                  <a:ext cx="51500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1" extrusionOk="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0" y="1870"/>
                        <a:pt x="190" y="1506"/>
                        <a:pt x="190" y="1046"/>
                      </a:cubicBezTo>
                      <a:cubicBezTo>
                        <a:pt x="190" y="587"/>
                        <a:pt x="570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584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2637250" y="892800"/>
                  <a:ext cx="51500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1" extrusionOk="0">
                      <a:moveTo>
                        <a:pt x="1030" y="207"/>
                      </a:moveTo>
                      <a:cubicBezTo>
                        <a:pt x="1489" y="207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7"/>
                        <a:pt x="1030" y="207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5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1"/>
                      </a:cubicBezTo>
                      <a:cubicBezTo>
                        <a:pt x="2060" y="444"/>
                        <a:pt x="1600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2394450" y="952225"/>
                  <a:ext cx="51525" cy="5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60" extrusionOk="0">
                      <a:moveTo>
                        <a:pt x="1030" y="206"/>
                      </a:moveTo>
                      <a:cubicBezTo>
                        <a:pt x="1490" y="206"/>
                        <a:pt x="1870" y="586"/>
                        <a:pt x="1870" y="1046"/>
                      </a:cubicBezTo>
                      <a:cubicBezTo>
                        <a:pt x="1870" y="1489"/>
                        <a:pt x="1490" y="1870"/>
                        <a:pt x="1030" y="1870"/>
                      </a:cubicBezTo>
                      <a:cubicBezTo>
                        <a:pt x="587" y="1870"/>
                        <a:pt x="207" y="1505"/>
                        <a:pt x="207" y="1046"/>
                      </a:cubicBezTo>
                      <a:cubicBezTo>
                        <a:pt x="207" y="586"/>
                        <a:pt x="587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60" y="0"/>
                        <a:pt x="1" y="475"/>
                        <a:pt x="1" y="1030"/>
                      </a:cubicBezTo>
                      <a:cubicBezTo>
                        <a:pt x="1" y="1600"/>
                        <a:pt x="476" y="2060"/>
                        <a:pt x="1030" y="2060"/>
                      </a:cubicBezTo>
                      <a:cubicBezTo>
                        <a:pt x="1617" y="2060"/>
                        <a:pt x="2060" y="1600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>
                  <a:off x="2498625" y="991825"/>
                  <a:ext cx="51500" cy="51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0" extrusionOk="0">
                      <a:moveTo>
                        <a:pt x="1030" y="206"/>
                      </a:moveTo>
                      <a:cubicBezTo>
                        <a:pt x="1489" y="206"/>
                        <a:pt x="1854" y="587"/>
                        <a:pt x="1854" y="1046"/>
                      </a:cubicBezTo>
                      <a:cubicBezTo>
                        <a:pt x="1854" y="1490"/>
                        <a:pt x="1489" y="1870"/>
                        <a:pt x="1030" y="1870"/>
                      </a:cubicBezTo>
                      <a:cubicBezTo>
                        <a:pt x="571" y="1870"/>
                        <a:pt x="190" y="1506"/>
                        <a:pt x="190" y="1046"/>
                      </a:cubicBezTo>
                      <a:cubicBezTo>
                        <a:pt x="190" y="587"/>
                        <a:pt x="571" y="206"/>
                        <a:pt x="1030" y="206"/>
                      </a:cubicBezTo>
                      <a:close/>
                      <a:moveTo>
                        <a:pt x="1030" y="0"/>
                      </a:moveTo>
                      <a:cubicBezTo>
                        <a:pt x="444" y="0"/>
                        <a:pt x="0" y="476"/>
                        <a:pt x="0" y="1030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0" y="2060"/>
                        <a:pt x="2060" y="1601"/>
                        <a:pt x="2060" y="1030"/>
                      </a:cubicBezTo>
                      <a:cubicBezTo>
                        <a:pt x="2060" y="444"/>
                        <a:pt x="1585" y="0"/>
                        <a:pt x="1030" y="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>
                  <a:off x="2840025" y="749025"/>
                  <a:ext cx="51525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1" h="2061" extrusionOk="0">
                      <a:moveTo>
                        <a:pt x="1030" y="223"/>
                      </a:moveTo>
                      <a:cubicBezTo>
                        <a:pt x="1490" y="223"/>
                        <a:pt x="1870" y="603"/>
                        <a:pt x="1870" y="1047"/>
                      </a:cubicBezTo>
                      <a:cubicBezTo>
                        <a:pt x="1870" y="1506"/>
                        <a:pt x="1490" y="1886"/>
                        <a:pt x="1030" y="1886"/>
                      </a:cubicBezTo>
                      <a:cubicBezTo>
                        <a:pt x="587" y="1886"/>
                        <a:pt x="207" y="1506"/>
                        <a:pt x="207" y="1047"/>
                      </a:cubicBezTo>
                      <a:cubicBezTo>
                        <a:pt x="207" y="603"/>
                        <a:pt x="587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60" y="1"/>
                        <a:pt x="1" y="476"/>
                        <a:pt x="1" y="1031"/>
                      </a:cubicBezTo>
                      <a:cubicBezTo>
                        <a:pt x="1" y="1601"/>
                        <a:pt x="476" y="2060"/>
                        <a:pt x="1030" y="2060"/>
                      </a:cubicBezTo>
                      <a:cubicBezTo>
                        <a:pt x="1617" y="2060"/>
                        <a:pt x="2060" y="1601"/>
                        <a:pt x="2060" y="1031"/>
                      </a:cubicBezTo>
                      <a:cubicBezTo>
                        <a:pt x="2060" y="460"/>
                        <a:pt x="1601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2518425" y="570800"/>
                  <a:ext cx="51500" cy="51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60" h="2061" extrusionOk="0">
                      <a:moveTo>
                        <a:pt x="1030" y="223"/>
                      </a:moveTo>
                      <a:cubicBezTo>
                        <a:pt x="1490" y="223"/>
                        <a:pt x="1854" y="603"/>
                        <a:pt x="1854" y="1046"/>
                      </a:cubicBezTo>
                      <a:cubicBezTo>
                        <a:pt x="1854" y="1506"/>
                        <a:pt x="1490" y="1886"/>
                        <a:pt x="1030" y="1886"/>
                      </a:cubicBezTo>
                      <a:cubicBezTo>
                        <a:pt x="571" y="1886"/>
                        <a:pt x="191" y="1506"/>
                        <a:pt x="191" y="1046"/>
                      </a:cubicBezTo>
                      <a:cubicBezTo>
                        <a:pt x="191" y="603"/>
                        <a:pt x="571" y="223"/>
                        <a:pt x="1030" y="223"/>
                      </a:cubicBezTo>
                      <a:close/>
                      <a:moveTo>
                        <a:pt x="1030" y="1"/>
                      </a:moveTo>
                      <a:cubicBezTo>
                        <a:pt x="444" y="1"/>
                        <a:pt x="0" y="476"/>
                        <a:pt x="0" y="1031"/>
                      </a:cubicBezTo>
                      <a:cubicBezTo>
                        <a:pt x="0" y="1601"/>
                        <a:pt x="476" y="2060"/>
                        <a:pt x="1030" y="2060"/>
                      </a:cubicBezTo>
                      <a:cubicBezTo>
                        <a:pt x="1601" y="2060"/>
                        <a:pt x="2060" y="1601"/>
                        <a:pt x="2060" y="1031"/>
                      </a:cubicBezTo>
                      <a:cubicBezTo>
                        <a:pt x="2060" y="460"/>
                        <a:pt x="1585" y="1"/>
                        <a:pt x="1030" y="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84" name="Google Shape;284;p7"/>
              <p:cNvSpPr/>
              <p:nvPr/>
            </p:nvSpPr>
            <p:spPr>
              <a:xfrm flipH="1">
                <a:off x="-621102" y="1681604"/>
                <a:ext cx="831600" cy="831600"/>
              </a:xfrm>
              <a:prstGeom prst="ellipse">
                <a:avLst/>
              </a:prstGeom>
              <a:gradFill>
                <a:gsLst>
                  <a:gs pos="0">
                    <a:srgbClr val="FFFFFF">
                      <a:alpha val="52549"/>
                    </a:srgbClr>
                  </a:gs>
                  <a:gs pos="68000">
                    <a:srgbClr val="FFFFFF">
                      <a:alpha val="0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l="50000" t="50000" r="50000" b="50000"/>
                </a:path>
                <a:tileRect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Saira"/>
                  <a:ea typeface="Saira"/>
                  <a:cs typeface="Saira"/>
                  <a:sym typeface="Saira"/>
                </a:endParaRPr>
              </a:p>
            </p:txBody>
          </p:sp>
        </p:grpSp>
        <p:pic>
          <p:nvPicPr>
            <p:cNvPr id="285" name="Google Shape;285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25" y="127626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" name="Google Shape;286;p7"/>
          <p:cNvGrpSpPr/>
          <p:nvPr/>
        </p:nvGrpSpPr>
        <p:grpSpPr>
          <a:xfrm>
            <a:off x="7706000" y="3177613"/>
            <a:ext cx="1582102" cy="3138965"/>
            <a:chOff x="7706000" y="3177613"/>
            <a:chExt cx="1582102" cy="3138965"/>
          </a:xfrm>
        </p:grpSpPr>
        <p:grpSp>
          <p:nvGrpSpPr>
            <p:cNvPr id="287" name="Google Shape;287;p7"/>
            <p:cNvGrpSpPr/>
            <p:nvPr/>
          </p:nvGrpSpPr>
          <p:grpSpPr>
            <a:xfrm flipH="1">
              <a:off x="8246887" y="3744934"/>
              <a:ext cx="1041216" cy="2571644"/>
              <a:chOff x="4709050" y="974800"/>
              <a:chExt cx="684425" cy="1690425"/>
            </a:xfrm>
          </p:grpSpPr>
          <p:sp>
            <p:nvSpPr>
              <p:cNvPr id="288" name="Google Shape;288;p7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7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7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7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7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7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7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7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7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7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7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7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7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Google Shape;304;p7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Google Shape;305;p7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7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7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7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09" name="Google Shape;309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72900" y="3177613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706000" y="40771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314" name="Google Shape;314;p8"/>
          <p:cNvGrpSpPr/>
          <p:nvPr/>
        </p:nvGrpSpPr>
        <p:grpSpPr>
          <a:xfrm>
            <a:off x="126425" y="3058850"/>
            <a:ext cx="1694475" cy="3126028"/>
            <a:chOff x="126425" y="3058850"/>
            <a:chExt cx="1694475" cy="3126028"/>
          </a:xfrm>
        </p:grpSpPr>
        <p:grpSp>
          <p:nvGrpSpPr>
            <p:cNvPr id="315" name="Google Shape;315;p8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316" name="Google Shape;316;p8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Google Shape;320;p8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Google Shape;321;p8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8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8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37" name="Google Shape;337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8" name="Google Shape;33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43550" y="3923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9" name="Google Shape;33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126425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40" name="Google Shape;340;p8"/>
          <p:cNvGrpSpPr/>
          <p:nvPr/>
        </p:nvGrpSpPr>
        <p:grpSpPr>
          <a:xfrm>
            <a:off x="7114525" y="-120600"/>
            <a:ext cx="3487326" cy="2515170"/>
            <a:chOff x="7114525" y="-120600"/>
            <a:chExt cx="3487326" cy="2515170"/>
          </a:xfrm>
        </p:grpSpPr>
        <p:grpSp>
          <p:nvGrpSpPr>
            <p:cNvPr id="341" name="Google Shape;341;p8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342" name="Google Shape;342;p8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8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8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68" name="Google Shape;368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145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9" name="Google Shape;369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902550" y="-1206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0" name="Google Shape;370;p8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73525" y="101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Google Shape;372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9"/>
          <p:cNvSpPr txBox="1">
            <a:spLocks noGrp="1"/>
          </p:cNvSpPr>
          <p:nvPr>
            <p:ph type="title"/>
          </p:nvPr>
        </p:nvSpPr>
        <p:spPr>
          <a:xfrm>
            <a:off x="2241450" y="1583838"/>
            <a:ext cx="4661100" cy="98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74" name="Google Shape;374;p9"/>
          <p:cNvSpPr txBox="1">
            <a:spLocks noGrp="1"/>
          </p:cNvSpPr>
          <p:nvPr>
            <p:ph type="subTitle" idx="1"/>
          </p:nvPr>
        </p:nvSpPr>
        <p:spPr>
          <a:xfrm>
            <a:off x="2241450" y="2565163"/>
            <a:ext cx="4661100" cy="9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375" name="Google Shape;375;p9"/>
          <p:cNvGrpSpPr/>
          <p:nvPr/>
        </p:nvGrpSpPr>
        <p:grpSpPr>
          <a:xfrm>
            <a:off x="-1684333" y="361707"/>
            <a:ext cx="3490358" cy="1733468"/>
            <a:chOff x="-1684333" y="361707"/>
            <a:chExt cx="3490358" cy="1733468"/>
          </a:xfrm>
        </p:grpSpPr>
        <p:grpSp>
          <p:nvGrpSpPr>
            <p:cNvPr id="376" name="Google Shape;376;p9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398" name="Google Shape;398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28675" y="7617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9" name="Google Shape;399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37750" y="91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00" name="Google Shape;400;p9"/>
          <p:cNvGrpSpPr/>
          <p:nvPr/>
        </p:nvGrpSpPr>
        <p:grpSpPr>
          <a:xfrm>
            <a:off x="7323150" y="3559675"/>
            <a:ext cx="4020937" cy="1950500"/>
            <a:chOff x="7323150" y="3559675"/>
            <a:chExt cx="4020937" cy="1950500"/>
          </a:xfrm>
        </p:grpSpPr>
        <p:grpSp>
          <p:nvGrpSpPr>
            <p:cNvPr id="401" name="Google Shape;401;p9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402" name="Google Shape;402;p9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9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9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9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9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9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9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9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9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9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9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9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Google Shape;421;p9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9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9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9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9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9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9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9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9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9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9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32" name="Google Shape;432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3150" y="4207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3" name="Google Shape;433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2150" y="3559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34" name="Google Shape;434;p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63950" y="433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10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438" name="Google Shape;438;p10"/>
          <p:cNvGrpSpPr/>
          <p:nvPr/>
        </p:nvGrpSpPr>
        <p:grpSpPr>
          <a:xfrm>
            <a:off x="-1642006" y="-243575"/>
            <a:ext cx="3539356" cy="2528970"/>
            <a:chOff x="-1642006" y="-243575"/>
            <a:chExt cx="3539356" cy="2528970"/>
          </a:xfrm>
        </p:grpSpPr>
        <p:grpSp>
          <p:nvGrpSpPr>
            <p:cNvPr id="439" name="Google Shape;439;p10"/>
            <p:cNvGrpSpPr/>
            <p:nvPr/>
          </p:nvGrpSpPr>
          <p:grpSpPr>
            <a:xfrm flipH="1">
              <a:off x="-1642006" y="159248"/>
              <a:ext cx="3134546" cy="2126147"/>
              <a:chOff x="2280775" y="570800"/>
              <a:chExt cx="1702725" cy="1154950"/>
            </a:xfrm>
          </p:grpSpPr>
          <p:sp>
            <p:nvSpPr>
              <p:cNvPr id="440" name="Google Shape;440;p10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10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10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10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10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10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10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10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10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10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10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10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10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10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10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10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10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10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10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10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10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10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10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10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10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10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66" name="Google Shape;466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293125" y="8881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7" name="Google Shape;467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20000" y="633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8" name="Google Shape;468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-243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69" name="Google Shape;469;p10"/>
          <p:cNvGrpSpPr/>
          <p:nvPr/>
        </p:nvGrpSpPr>
        <p:grpSpPr>
          <a:xfrm>
            <a:off x="7370500" y="2551650"/>
            <a:ext cx="1600406" cy="3176028"/>
            <a:chOff x="7370500" y="2551650"/>
            <a:chExt cx="1600406" cy="3176028"/>
          </a:xfrm>
        </p:grpSpPr>
        <p:grpSp>
          <p:nvGrpSpPr>
            <p:cNvPr id="470" name="Google Shape;470;p10"/>
            <p:cNvGrpSpPr/>
            <p:nvPr/>
          </p:nvGrpSpPr>
          <p:grpSpPr>
            <a:xfrm flipH="1">
              <a:off x="7929690" y="3156034"/>
              <a:ext cx="1041216" cy="2571644"/>
              <a:chOff x="4709050" y="974800"/>
              <a:chExt cx="684425" cy="1690425"/>
            </a:xfrm>
          </p:grpSpPr>
          <p:sp>
            <p:nvSpPr>
              <p:cNvPr id="471" name="Google Shape;471;p10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10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10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10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10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10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10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10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10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10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10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10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10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10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10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10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10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10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10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10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492" name="Google Shape;492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08525" y="2551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3" name="Google Shape;493;p10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70500" y="35032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5" name="Google Shape;495;p1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11"/>
          <p:cNvSpPr txBox="1">
            <a:spLocks noGrp="1"/>
          </p:cNvSpPr>
          <p:nvPr>
            <p:ph type="title" hasCustomPrompt="1"/>
          </p:nvPr>
        </p:nvSpPr>
        <p:spPr>
          <a:xfrm>
            <a:off x="2159550" y="1527013"/>
            <a:ext cx="4824900" cy="117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97" name="Google Shape;497;p11"/>
          <p:cNvSpPr txBox="1">
            <a:spLocks noGrp="1"/>
          </p:cNvSpPr>
          <p:nvPr>
            <p:ph type="subTitle" idx="1"/>
          </p:nvPr>
        </p:nvSpPr>
        <p:spPr>
          <a:xfrm>
            <a:off x="2159550" y="3051213"/>
            <a:ext cx="4824900" cy="4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grpSp>
        <p:nvGrpSpPr>
          <p:cNvPr id="498" name="Google Shape;498;p11"/>
          <p:cNvGrpSpPr/>
          <p:nvPr/>
        </p:nvGrpSpPr>
        <p:grpSpPr>
          <a:xfrm>
            <a:off x="-1684333" y="361707"/>
            <a:ext cx="3475508" cy="1748318"/>
            <a:chOff x="-1684333" y="361707"/>
            <a:chExt cx="3475508" cy="1748318"/>
          </a:xfrm>
        </p:grpSpPr>
        <p:grpSp>
          <p:nvGrpSpPr>
            <p:cNvPr id="499" name="Google Shape;499;p11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500" name="Google Shape;500;p11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11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11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11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11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11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11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11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11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11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11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11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11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11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11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11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11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11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11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11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11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521" name="Google Shape;521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13825" y="746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2" name="Google Shape;522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15425" y="93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3" name="Google Shape;523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29575" y="4211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24" name="Google Shape;524;p11"/>
          <p:cNvGrpSpPr/>
          <p:nvPr/>
        </p:nvGrpSpPr>
        <p:grpSpPr>
          <a:xfrm>
            <a:off x="7315700" y="3550475"/>
            <a:ext cx="4028387" cy="1908650"/>
            <a:chOff x="7315700" y="3550475"/>
            <a:chExt cx="4028387" cy="1908650"/>
          </a:xfrm>
        </p:grpSpPr>
        <p:grpSp>
          <p:nvGrpSpPr>
            <p:cNvPr id="525" name="Google Shape;525;p11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526" name="Google Shape;526;p11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11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11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11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11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11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11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11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11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11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11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11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11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11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11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11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11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11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11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11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11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11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11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11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11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11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11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11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11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11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556" name="Google Shape;556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15700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7" name="Google Shape;557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89575" y="35504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1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41625" y="42817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8" name="Google Shape;668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69" name="Google Shape;669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670" name="Google Shape;670;p14"/>
          <p:cNvGrpSpPr/>
          <p:nvPr/>
        </p:nvGrpSpPr>
        <p:grpSpPr>
          <a:xfrm rot="5400000">
            <a:off x="-1448144" y="5026619"/>
            <a:ext cx="4021700" cy="1824125"/>
            <a:chOff x="7322388" y="3586650"/>
            <a:chExt cx="4021700" cy="1824125"/>
          </a:xfrm>
        </p:grpSpPr>
        <p:grpSp>
          <p:nvGrpSpPr>
            <p:cNvPr id="671" name="Google Shape;671;p14"/>
            <p:cNvGrpSpPr/>
            <p:nvPr/>
          </p:nvGrpSpPr>
          <p:grpSpPr>
            <a:xfrm>
              <a:off x="7872231" y="3702559"/>
              <a:ext cx="3471856" cy="1323917"/>
              <a:chOff x="2175025" y="2071900"/>
              <a:chExt cx="2090850" cy="797300"/>
            </a:xfrm>
          </p:grpSpPr>
          <p:sp>
            <p:nvSpPr>
              <p:cNvPr id="672" name="Google Shape;672;p14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14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14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14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Google Shape;676;p14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Google Shape;677;p14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Google Shape;678;p14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Google Shape;679;p14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14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14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14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Google Shape;683;p14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Google Shape;684;p14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Google Shape;685;p14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Google Shape;686;p14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14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14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14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14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Google Shape;691;p14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Google Shape;692;p14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Google Shape;693;p14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Google Shape;694;p14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Google Shape;695;p14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Google Shape;696;p14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Google Shape;697;p14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698" name="Google Shape;698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1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22388" y="41727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p1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15"/>
          <p:cNvSpPr txBox="1">
            <a:spLocks noGrp="1"/>
          </p:cNvSpPr>
          <p:nvPr>
            <p:ph type="subTitle" idx="1"/>
          </p:nvPr>
        </p:nvSpPr>
        <p:spPr>
          <a:xfrm>
            <a:off x="720000" y="1212525"/>
            <a:ext cx="7704000" cy="25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04" name="Google Shape;704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05" name="Google Shape;705;p15"/>
          <p:cNvGrpSpPr/>
          <p:nvPr/>
        </p:nvGrpSpPr>
        <p:grpSpPr>
          <a:xfrm>
            <a:off x="7564750" y="1350338"/>
            <a:ext cx="3035971" cy="2240336"/>
            <a:chOff x="7564750" y="1350338"/>
            <a:chExt cx="3035971" cy="2240336"/>
          </a:xfrm>
        </p:grpSpPr>
        <p:grpSp>
          <p:nvGrpSpPr>
            <p:cNvPr id="706" name="Google Shape;706;p15"/>
            <p:cNvGrpSpPr/>
            <p:nvPr/>
          </p:nvGrpSpPr>
          <p:grpSpPr>
            <a:xfrm>
              <a:off x="8010366" y="1833648"/>
              <a:ext cx="2590356" cy="1757025"/>
              <a:chOff x="2280775" y="570800"/>
              <a:chExt cx="1702725" cy="1154950"/>
            </a:xfrm>
          </p:grpSpPr>
          <p:sp>
            <p:nvSpPr>
              <p:cNvPr id="707" name="Google Shape;707;p15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Google Shape;708;p15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Google Shape;709;p15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Google Shape;710;p15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Google Shape;711;p15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Google Shape;712;p15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Google Shape;713;p15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Google Shape;714;p15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Google Shape;715;p15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Google Shape;716;p15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Google Shape;717;p15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Google Shape;718;p15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Google Shape;719;p15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Google Shape;720;p15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Google Shape;721;p15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Google Shape;722;p15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Google Shape;723;p15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Google Shape;724;p15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Google Shape;725;p15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Google Shape;726;p15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Google Shape;727;p15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Google Shape;728;p15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Google Shape;729;p15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Google Shape;730;p15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Google Shape;731;p15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Google Shape;732;p15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33" name="Google Shape;733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64750" y="212348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4" name="Google Shape;734;p1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18950" y="1350338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6" name="Google Shape;736;p16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7" name="Google Shape;737;p16"/>
          <p:cNvSpPr txBox="1">
            <a:spLocks noGrp="1"/>
          </p:cNvSpPr>
          <p:nvPr>
            <p:ph type="subTitle" idx="1"/>
          </p:nvPr>
        </p:nvSpPr>
        <p:spPr>
          <a:xfrm>
            <a:off x="1203288" y="2119550"/>
            <a:ext cx="3900900" cy="22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romanLcPeriod"/>
              <a:defRPr/>
            </a:lvl9pPr>
          </a:lstStyle>
          <a:p>
            <a:endParaRPr/>
          </a:p>
        </p:txBody>
      </p:sp>
      <p:sp>
        <p:nvSpPr>
          <p:cNvPr id="738" name="Google Shape;738;p16"/>
          <p:cNvSpPr txBox="1">
            <a:spLocks noGrp="1"/>
          </p:cNvSpPr>
          <p:nvPr>
            <p:ph type="title"/>
          </p:nvPr>
        </p:nvSpPr>
        <p:spPr>
          <a:xfrm>
            <a:off x="1203288" y="818650"/>
            <a:ext cx="3900900" cy="13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739" name="Google Shape;739;p16"/>
          <p:cNvGrpSpPr/>
          <p:nvPr/>
        </p:nvGrpSpPr>
        <p:grpSpPr>
          <a:xfrm rot="5400000">
            <a:off x="-1245187" y="4798400"/>
            <a:ext cx="3920587" cy="1824125"/>
            <a:chOff x="7423500" y="3586650"/>
            <a:chExt cx="3920587" cy="1824125"/>
          </a:xfrm>
        </p:grpSpPr>
        <p:grpSp>
          <p:nvGrpSpPr>
            <p:cNvPr id="740" name="Google Shape;740;p16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41" name="Google Shape;741;p16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Google Shape;742;p16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Google Shape;743;p16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Google Shape;744;p16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Google Shape;745;p16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16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16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16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16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16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16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16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16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Google Shape;754;p16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Google Shape;755;p16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Google Shape;756;p16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Google Shape;757;p16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16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16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16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16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16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16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16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Google Shape;765;p16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Google Shape;766;p16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Google Shape;767;p16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Google Shape;768;p16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Google Shape;769;p16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Google Shape;770;p16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771" name="Google Shape;771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2" name="Google Shape;772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3" name="Google Shape;773;p16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_1"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5" name="Google Shape;775;p1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76" name="Google Shape;776;p17"/>
          <p:cNvSpPr txBox="1">
            <a:spLocks noGrp="1"/>
          </p:cNvSpPr>
          <p:nvPr>
            <p:ph type="subTitle" idx="1"/>
          </p:nvPr>
        </p:nvSpPr>
        <p:spPr>
          <a:xfrm>
            <a:off x="2603399" y="1289100"/>
            <a:ext cx="39372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777" name="Google Shape;777;p17"/>
          <p:cNvSpPr txBox="1">
            <a:spLocks noGrp="1"/>
          </p:cNvSpPr>
          <p:nvPr>
            <p:ph type="title"/>
          </p:nvPr>
        </p:nvSpPr>
        <p:spPr>
          <a:xfrm>
            <a:off x="2603399" y="566400"/>
            <a:ext cx="3937200" cy="7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778" name="Google Shape;778;p17"/>
          <p:cNvSpPr>
            <a:spLocks noGrp="1"/>
          </p:cNvSpPr>
          <p:nvPr>
            <p:ph type="pic" idx="2"/>
          </p:nvPr>
        </p:nvSpPr>
        <p:spPr>
          <a:xfrm>
            <a:off x="715099" y="566400"/>
            <a:ext cx="1859700" cy="401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79" name="Google Shape;779;p17"/>
          <p:cNvSpPr>
            <a:spLocks noGrp="1"/>
          </p:cNvSpPr>
          <p:nvPr>
            <p:ph type="pic" idx="3"/>
          </p:nvPr>
        </p:nvSpPr>
        <p:spPr>
          <a:xfrm>
            <a:off x="6569199" y="566400"/>
            <a:ext cx="1859700" cy="4010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0" name="Google Shape;780;p17"/>
          <p:cNvSpPr>
            <a:spLocks noGrp="1"/>
          </p:cNvSpPr>
          <p:nvPr>
            <p:ph type="pic" idx="4"/>
          </p:nvPr>
        </p:nvSpPr>
        <p:spPr>
          <a:xfrm>
            <a:off x="2983049" y="2206800"/>
            <a:ext cx="3177900" cy="2370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  <p:grpSp>
        <p:nvGrpSpPr>
          <p:cNvPr id="781" name="Google Shape;781;p17"/>
          <p:cNvGrpSpPr/>
          <p:nvPr/>
        </p:nvGrpSpPr>
        <p:grpSpPr>
          <a:xfrm rot="10800000">
            <a:off x="-2949077" y="-289112"/>
            <a:ext cx="3920587" cy="1824125"/>
            <a:chOff x="7423500" y="3586650"/>
            <a:chExt cx="3920587" cy="1824125"/>
          </a:xfrm>
        </p:grpSpPr>
        <p:grpSp>
          <p:nvGrpSpPr>
            <p:cNvPr id="782" name="Google Shape;782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783" name="Google Shape;783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Google Shape;784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Google Shape;785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Google Shape;789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Google Shape;790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Google Shape;791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Google Shape;792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Google Shape;794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Google Shape;795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Google Shape;796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Google Shape;797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Google Shape;798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Google Shape;799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Google Shape;800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Google Shape;801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Google Shape;802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Google Shape;803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Google Shape;804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Google Shape;805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Google Shape;806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Google Shape;807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Google Shape;808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Google Shape;809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Google Shape;810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Google Shape;811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Google Shape;812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813" name="Google Shape;813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4" name="Google Shape;814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5" name="Google Shape;815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6" name="Google Shape;816;p17"/>
          <p:cNvGrpSpPr/>
          <p:nvPr/>
        </p:nvGrpSpPr>
        <p:grpSpPr>
          <a:xfrm rot="5400000">
            <a:off x="7181806" y="4282888"/>
            <a:ext cx="3920587" cy="1824125"/>
            <a:chOff x="7423500" y="3586650"/>
            <a:chExt cx="3920587" cy="1824125"/>
          </a:xfrm>
        </p:grpSpPr>
        <p:grpSp>
          <p:nvGrpSpPr>
            <p:cNvPr id="817" name="Google Shape;817;p17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818" name="Google Shape;818;p17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Google Shape;819;p17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Google Shape;820;p17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Google Shape;821;p17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Google Shape;822;p17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Google Shape;823;p17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Google Shape;824;p17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Google Shape;825;p17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Google Shape;826;p17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Google Shape;827;p17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Google Shape;828;p17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Google Shape;829;p17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Google Shape;830;p17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Google Shape;831;p17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Google Shape;832;p17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Google Shape;833;p17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Google Shape;834;p17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Google Shape;835;p17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Google Shape;836;p17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Google Shape;837;p17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Google Shape;838;p17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Google Shape;839;p17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Google Shape;840;p17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Google Shape;841;p17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Google Shape;842;p17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Google Shape;843;p17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Google Shape;844;p17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Google Shape;845;p17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Google Shape;846;p17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Google Shape;847;p17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848" name="Google Shape;848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423500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49" name="Google Shape;849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35866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0" name="Google Shape;850;p17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00725" y="4233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19"/>
          <p:cNvSpPr txBox="1">
            <a:spLocks noGrp="1"/>
          </p:cNvSpPr>
          <p:nvPr>
            <p:ph type="subTitle" idx="1"/>
          </p:nvPr>
        </p:nvSpPr>
        <p:spPr>
          <a:xfrm>
            <a:off x="7200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882" name="Google Shape;882;p19"/>
          <p:cNvSpPr txBox="1">
            <a:spLocks noGrp="1"/>
          </p:cNvSpPr>
          <p:nvPr>
            <p:ph type="subTitle" idx="2"/>
          </p:nvPr>
        </p:nvSpPr>
        <p:spPr>
          <a:xfrm>
            <a:off x="720000" y="2324084"/>
            <a:ext cx="2336400" cy="17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3" name="Google Shape;883;p19"/>
          <p:cNvSpPr txBox="1">
            <a:spLocks noGrp="1"/>
          </p:cNvSpPr>
          <p:nvPr>
            <p:ph type="subTitle" idx="3"/>
          </p:nvPr>
        </p:nvSpPr>
        <p:spPr>
          <a:xfrm>
            <a:off x="3403800" y="2324084"/>
            <a:ext cx="2336400" cy="17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4" name="Google Shape;884;p19"/>
          <p:cNvSpPr txBox="1">
            <a:spLocks noGrp="1"/>
          </p:cNvSpPr>
          <p:nvPr>
            <p:ph type="subTitle" idx="4"/>
          </p:nvPr>
        </p:nvSpPr>
        <p:spPr>
          <a:xfrm>
            <a:off x="6087600" y="2324084"/>
            <a:ext cx="2336400" cy="178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5" name="Google Shape;885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6" name="Google Shape;886;p19"/>
          <p:cNvSpPr txBox="1">
            <a:spLocks noGrp="1"/>
          </p:cNvSpPr>
          <p:nvPr>
            <p:ph type="subTitle" idx="5"/>
          </p:nvPr>
        </p:nvSpPr>
        <p:spPr>
          <a:xfrm>
            <a:off x="34038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887" name="Google Shape;887;p19"/>
          <p:cNvSpPr txBox="1">
            <a:spLocks noGrp="1"/>
          </p:cNvSpPr>
          <p:nvPr>
            <p:ph type="subTitle" idx="6"/>
          </p:nvPr>
        </p:nvSpPr>
        <p:spPr>
          <a:xfrm>
            <a:off x="6087600" y="1644675"/>
            <a:ext cx="2336400" cy="713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888" name="Google Shape;888;p19"/>
          <p:cNvGrpSpPr/>
          <p:nvPr/>
        </p:nvGrpSpPr>
        <p:grpSpPr>
          <a:xfrm>
            <a:off x="-500554" y="3675900"/>
            <a:ext cx="2068704" cy="3229004"/>
            <a:chOff x="-500554" y="3675900"/>
            <a:chExt cx="2068704" cy="3229004"/>
          </a:xfrm>
        </p:grpSpPr>
        <p:grpSp>
          <p:nvGrpSpPr>
            <p:cNvPr id="889" name="Google Shape;889;p19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890" name="Google Shape;890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Google Shape;907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32" name="Google Shape;932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90800" y="41665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3" name="Google Shape;933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759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34" name="Google Shape;934;p19"/>
          <p:cNvGrpSpPr/>
          <p:nvPr/>
        </p:nvGrpSpPr>
        <p:grpSpPr>
          <a:xfrm>
            <a:off x="7605625" y="-1910625"/>
            <a:ext cx="2140417" cy="3377600"/>
            <a:chOff x="7605625" y="-1910625"/>
            <a:chExt cx="2140417" cy="3377600"/>
          </a:xfrm>
        </p:grpSpPr>
        <p:grpSp>
          <p:nvGrpSpPr>
            <p:cNvPr id="935" name="Google Shape;935;p19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936" name="Google Shape;936;p19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Google Shape;942;p19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Google Shape;943;p19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Google Shape;944;p19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19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19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19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Google Shape;949;p19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Google Shape;950;p19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Google Shape;951;p19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Google Shape;952;p19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Google Shape;953;p19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Google Shape;954;p19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Google Shape;955;p19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Google Shape;956;p19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Google Shape;957;p19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Google Shape;958;p19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Google Shape;959;p19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Google Shape;960;p19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Google Shape;961;p19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Google Shape;962;p19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Google Shape;963;p19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Google Shape;964;p19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Google Shape;965;p19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Google Shape;966;p19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Google Shape;967;p19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Google Shape;968;p19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Google Shape;969;p19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Google Shape;970;p19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Google Shape;971;p19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Google Shape;972;p19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Google Shape;973;p19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Google Shape;974;p19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Google Shape;975;p19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Google Shape;976;p19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Google Shape;977;p19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978" name="Google Shape;978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605625" y="-275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9" name="Google Shape;979;p1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200350" y="2896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BLANK_1_1_1_1_1">
    <p:spTree>
      <p:nvGrpSpPr>
        <p:cNvPr id="1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6" name="Google Shape;1046;p21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048" name="Google Shape;1048;p21"/>
          <p:cNvSpPr txBox="1">
            <a:spLocks noGrp="1"/>
          </p:cNvSpPr>
          <p:nvPr>
            <p:ph type="subTitle" idx="1"/>
          </p:nvPr>
        </p:nvSpPr>
        <p:spPr>
          <a:xfrm>
            <a:off x="720025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49" name="Google Shape;1049;p21"/>
          <p:cNvSpPr txBox="1">
            <a:spLocks noGrp="1"/>
          </p:cNvSpPr>
          <p:nvPr>
            <p:ph type="subTitle" idx="2"/>
          </p:nvPr>
        </p:nvSpPr>
        <p:spPr>
          <a:xfrm>
            <a:off x="342053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0" name="Google Shape;1050;p21"/>
          <p:cNvSpPr txBox="1">
            <a:spLocks noGrp="1"/>
          </p:cNvSpPr>
          <p:nvPr>
            <p:ph type="subTitle" idx="3"/>
          </p:nvPr>
        </p:nvSpPr>
        <p:spPr>
          <a:xfrm>
            <a:off x="6121046" y="1654364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1" name="Google Shape;1051;p21"/>
          <p:cNvSpPr txBox="1">
            <a:spLocks noGrp="1"/>
          </p:cNvSpPr>
          <p:nvPr>
            <p:ph type="subTitle" idx="4"/>
          </p:nvPr>
        </p:nvSpPr>
        <p:spPr>
          <a:xfrm>
            <a:off x="720025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2" name="Google Shape;1052;p21"/>
          <p:cNvSpPr txBox="1">
            <a:spLocks noGrp="1"/>
          </p:cNvSpPr>
          <p:nvPr>
            <p:ph type="subTitle" idx="5"/>
          </p:nvPr>
        </p:nvSpPr>
        <p:spPr>
          <a:xfrm>
            <a:off x="342053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3" name="Google Shape;1053;p21"/>
          <p:cNvSpPr txBox="1">
            <a:spLocks noGrp="1"/>
          </p:cNvSpPr>
          <p:nvPr>
            <p:ph type="subTitle" idx="6"/>
          </p:nvPr>
        </p:nvSpPr>
        <p:spPr>
          <a:xfrm>
            <a:off x="6121046" y="3340881"/>
            <a:ext cx="2351100" cy="12675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054" name="Google Shape;1054;p21"/>
          <p:cNvSpPr txBox="1">
            <a:spLocks noGrp="1"/>
          </p:cNvSpPr>
          <p:nvPr>
            <p:ph type="subTitle" idx="7"/>
          </p:nvPr>
        </p:nvSpPr>
        <p:spPr>
          <a:xfrm>
            <a:off x="715100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5" name="Google Shape;1055;p21"/>
          <p:cNvSpPr txBox="1">
            <a:spLocks noGrp="1"/>
          </p:cNvSpPr>
          <p:nvPr>
            <p:ph type="subTitle" idx="8"/>
          </p:nvPr>
        </p:nvSpPr>
        <p:spPr>
          <a:xfrm>
            <a:off x="3420538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6" name="Google Shape;1056;p21"/>
          <p:cNvSpPr txBox="1">
            <a:spLocks noGrp="1"/>
          </p:cNvSpPr>
          <p:nvPr>
            <p:ph type="subTitle" idx="9"/>
          </p:nvPr>
        </p:nvSpPr>
        <p:spPr>
          <a:xfrm>
            <a:off x="6125975" y="1247625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7" name="Google Shape;1057;p21"/>
          <p:cNvSpPr txBox="1">
            <a:spLocks noGrp="1"/>
          </p:cNvSpPr>
          <p:nvPr>
            <p:ph type="subTitle" idx="13"/>
          </p:nvPr>
        </p:nvSpPr>
        <p:spPr>
          <a:xfrm>
            <a:off x="715100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8" name="Google Shape;1058;p21"/>
          <p:cNvSpPr txBox="1">
            <a:spLocks noGrp="1"/>
          </p:cNvSpPr>
          <p:nvPr>
            <p:ph type="subTitle" idx="14"/>
          </p:nvPr>
        </p:nvSpPr>
        <p:spPr>
          <a:xfrm>
            <a:off x="3420538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sp>
        <p:nvSpPr>
          <p:cNvPr id="1059" name="Google Shape;1059;p21"/>
          <p:cNvSpPr txBox="1">
            <a:spLocks noGrp="1"/>
          </p:cNvSpPr>
          <p:nvPr>
            <p:ph type="subTitle" idx="15"/>
          </p:nvPr>
        </p:nvSpPr>
        <p:spPr>
          <a:xfrm>
            <a:off x="6125975" y="2934146"/>
            <a:ext cx="2351100" cy="473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ldrich"/>
              <a:buNone/>
              <a:defRPr sz="18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9pPr>
          </a:lstStyle>
          <a:p>
            <a:endParaRPr/>
          </a:p>
        </p:txBody>
      </p:sp>
      <p:grpSp>
        <p:nvGrpSpPr>
          <p:cNvPr id="1060" name="Google Shape;1060;p21"/>
          <p:cNvGrpSpPr/>
          <p:nvPr/>
        </p:nvGrpSpPr>
        <p:grpSpPr>
          <a:xfrm>
            <a:off x="-1065554" y="3844475"/>
            <a:ext cx="2031529" cy="3268579"/>
            <a:chOff x="-500554" y="3636325"/>
            <a:chExt cx="2031529" cy="3268579"/>
          </a:xfrm>
        </p:grpSpPr>
        <p:grpSp>
          <p:nvGrpSpPr>
            <p:cNvPr id="1061" name="Google Shape;1061;p21"/>
            <p:cNvGrpSpPr/>
            <p:nvPr/>
          </p:nvGrpSpPr>
          <p:grpSpPr>
            <a:xfrm rot="-5400000">
              <a:off x="-1283301" y="4624525"/>
              <a:ext cx="3063126" cy="1497633"/>
              <a:chOff x="2191675" y="4192425"/>
              <a:chExt cx="1929650" cy="943450"/>
            </a:xfrm>
          </p:grpSpPr>
          <p:sp>
            <p:nvSpPr>
              <p:cNvPr id="1062" name="Google Shape;1062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1064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1065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1066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1067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1068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1069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1070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1071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1073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1074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1075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1076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1077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1078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1079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1080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1082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1083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Google Shape;1084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Google Shape;1085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Google Shape;1086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Google Shape;1087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Google Shape;1088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Google Shape;1089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Google Shape;1091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Google Shape;1092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Google Shape;1093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Google Shape;1094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Google Shape;1096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Google Shape;1097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Google Shape;1098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Google Shape;1100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Google Shape;1101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Google Shape;1102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Google Shape;1103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04" name="Google Shape;1104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353625" y="4124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5" name="Google Shape;1105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180275" y="36363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06" name="Google Shape;1106;p21"/>
          <p:cNvGrpSpPr/>
          <p:nvPr/>
        </p:nvGrpSpPr>
        <p:grpSpPr>
          <a:xfrm>
            <a:off x="7590775" y="-1910625"/>
            <a:ext cx="2155267" cy="3391905"/>
            <a:chOff x="7590775" y="-1910625"/>
            <a:chExt cx="2155267" cy="3391905"/>
          </a:xfrm>
        </p:grpSpPr>
        <p:grpSp>
          <p:nvGrpSpPr>
            <p:cNvPr id="1107" name="Google Shape;1107;p21"/>
            <p:cNvGrpSpPr/>
            <p:nvPr/>
          </p:nvGrpSpPr>
          <p:grpSpPr>
            <a:xfrm rot="-5400000">
              <a:off x="7339390" y="-1084534"/>
              <a:ext cx="3232743" cy="1580562"/>
              <a:chOff x="2191675" y="4192425"/>
              <a:chExt cx="1929650" cy="943450"/>
            </a:xfrm>
          </p:grpSpPr>
          <p:sp>
            <p:nvSpPr>
              <p:cNvPr id="1108" name="Google Shape;1108;p21"/>
              <p:cNvSpPr/>
              <p:nvPr/>
            </p:nvSpPr>
            <p:spPr>
              <a:xfrm>
                <a:off x="3010325" y="4489875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1" y="0"/>
                    </a:moveTo>
                    <a:lnTo>
                      <a:pt x="1" y="1553"/>
                    </a:lnTo>
                    <a:lnTo>
                      <a:pt x="2377" y="4008"/>
                    </a:lnTo>
                    <a:lnTo>
                      <a:pt x="2377" y="7937"/>
                    </a:lnTo>
                    <a:lnTo>
                      <a:pt x="3645" y="9316"/>
                    </a:lnTo>
                    <a:lnTo>
                      <a:pt x="6845" y="9316"/>
                    </a:lnTo>
                    <a:lnTo>
                      <a:pt x="8033" y="10504"/>
                    </a:lnTo>
                    <a:lnTo>
                      <a:pt x="13911" y="10504"/>
                    </a:lnTo>
                    <a:lnTo>
                      <a:pt x="21262" y="17791"/>
                    </a:lnTo>
                    <a:lnTo>
                      <a:pt x="21293" y="17823"/>
                    </a:lnTo>
                    <a:lnTo>
                      <a:pt x="29421" y="17823"/>
                    </a:lnTo>
                    <a:lnTo>
                      <a:pt x="31908" y="15257"/>
                    </a:lnTo>
                    <a:lnTo>
                      <a:pt x="34807" y="15257"/>
                    </a:lnTo>
                    <a:lnTo>
                      <a:pt x="34807" y="15051"/>
                    </a:lnTo>
                    <a:lnTo>
                      <a:pt x="31829" y="15051"/>
                    </a:lnTo>
                    <a:lnTo>
                      <a:pt x="29341" y="17633"/>
                    </a:lnTo>
                    <a:lnTo>
                      <a:pt x="21372" y="17633"/>
                    </a:lnTo>
                    <a:lnTo>
                      <a:pt x="13990" y="10298"/>
                    </a:lnTo>
                    <a:lnTo>
                      <a:pt x="8112" y="10298"/>
                    </a:lnTo>
                    <a:lnTo>
                      <a:pt x="6940" y="9110"/>
                    </a:lnTo>
                    <a:lnTo>
                      <a:pt x="3756" y="9110"/>
                    </a:lnTo>
                    <a:lnTo>
                      <a:pt x="2583" y="7858"/>
                    </a:lnTo>
                    <a:lnTo>
                      <a:pt x="2583" y="3929"/>
                    </a:lnTo>
                    <a:lnTo>
                      <a:pt x="207" y="1474"/>
                    </a:lnTo>
                    <a:lnTo>
                      <a:pt x="20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Google Shape;1109;p21"/>
              <p:cNvSpPr/>
              <p:nvPr/>
            </p:nvSpPr>
            <p:spPr>
              <a:xfrm>
                <a:off x="2475650" y="4495025"/>
                <a:ext cx="359650" cy="1390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1" extrusionOk="0">
                    <a:moveTo>
                      <a:pt x="3914" y="0"/>
                    </a:moveTo>
                    <a:lnTo>
                      <a:pt x="1379" y="2377"/>
                    </a:lnTo>
                    <a:lnTo>
                      <a:pt x="0" y="2377"/>
                    </a:lnTo>
                    <a:lnTo>
                      <a:pt x="0" y="2567"/>
                    </a:lnTo>
                    <a:lnTo>
                      <a:pt x="1458" y="2567"/>
                    </a:lnTo>
                    <a:lnTo>
                      <a:pt x="3993" y="190"/>
                    </a:lnTo>
                    <a:lnTo>
                      <a:pt x="6306" y="190"/>
                    </a:lnTo>
                    <a:lnTo>
                      <a:pt x="7272" y="982"/>
                    </a:lnTo>
                    <a:lnTo>
                      <a:pt x="11296" y="982"/>
                    </a:lnTo>
                    <a:lnTo>
                      <a:pt x="12880" y="2408"/>
                    </a:lnTo>
                    <a:lnTo>
                      <a:pt x="12880" y="4199"/>
                    </a:lnTo>
                    <a:lnTo>
                      <a:pt x="14243" y="5561"/>
                    </a:lnTo>
                    <a:lnTo>
                      <a:pt x="14385" y="5418"/>
                    </a:lnTo>
                    <a:lnTo>
                      <a:pt x="13071" y="4119"/>
                    </a:lnTo>
                    <a:lnTo>
                      <a:pt x="13071" y="2329"/>
                    </a:lnTo>
                    <a:lnTo>
                      <a:pt x="11375" y="792"/>
                    </a:lnTo>
                    <a:lnTo>
                      <a:pt x="7336" y="792"/>
                    </a:lnTo>
                    <a:lnTo>
                      <a:pt x="638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Google Shape;1110;p21"/>
              <p:cNvSpPr/>
              <p:nvPr/>
            </p:nvSpPr>
            <p:spPr>
              <a:xfrm>
                <a:off x="2605950" y="4534625"/>
                <a:ext cx="1219125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8765" h="18410" extrusionOk="0">
                    <a:moveTo>
                      <a:pt x="2139" y="0"/>
                    </a:moveTo>
                    <a:lnTo>
                      <a:pt x="856" y="1189"/>
                    </a:lnTo>
                    <a:lnTo>
                      <a:pt x="1" y="1189"/>
                    </a:lnTo>
                    <a:lnTo>
                      <a:pt x="1" y="1379"/>
                    </a:lnTo>
                    <a:lnTo>
                      <a:pt x="935" y="1379"/>
                    </a:lnTo>
                    <a:lnTo>
                      <a:pt x="2203" y="191"/>
                    </a:lnTo>
                    <a:lnTo>
                      <a:pt x="5609" y="191"/>
                    </a:lnTo>
                    <a:lnTo>
                      <a:pt x="6876" y="1300"/>
                    </a:lnTo>
                    <a:lnTo>
                      <a:pt x="6876" y="3248"/>
                    </a:lnTo>
                    <a:lnTo>
                      <a:pt x="9649" y="6052"/>
                    </a:lnTo>
                    <a:lnTo>
                      <a:pt x="9649" y="8318"/>
                    </a:lnTo>
                    <a:lnTo>
                      <a:pt x="12754" y="11486"/>
                    </a:lnTo>
                    <a:lnTo>
                      <a:pt x="30957" y="11486"/>
                    </a:lnTo>
                    <a:lnTo>
                      <a:pt x="37643" y="18410"/>
                    </a:lnTo>
                    <a:lnTo>
                      <a:pt x="45706" y="18410"/>
                    </a:lnTo>
                    <a:lnTo>
                      <a:pt x="48701" y="15526"/>
                    </a:lnTo>
                    <a:lnTo>
                      <a:pt x="48764" y="14053"/>
                    </a:lnTo>
                    <a:lnTo>
                      <a:pt x="48764" y="14053"/>
                    </a:lnTo>
                    <a:lnTo>
                      <a:pt x="45627" y="17221"/>
                    </a:lnTo>
                    <a:lnTo>
                      <a:pt x="37722" y="17221"/>
                    </a:lnTo>
                    <a:lnTo>
                      <a:pt x="31052" y="10488"/>
                    </a:lnTo>
                    <a:lnTo>
                      <a:pt x="13197" y="10488"/>
                    </a:lnTo>
                    <a:lnTo>
                      <a:pt x="12215" y="9459"/>
                    </a:lnTo>
                    <a:lnTo>
                      <a:pt x="12215" y="7526"/>
                    </a:lnTo>
                    <a:lnTo>
                      <a:pt x="12025" y="7526"/>
                    </a:lnTo>
                    <a:lnTo>
                      <a:pt x="12025" y="9538"/>
                    </a:lnTo>
                    <a:lnTo>
                      <a:pt x="13087" y="10694"/>
                    </a:lnTo>
                    <a:lnTo>
                      <a:pt x="30957" y="10694"/>
                    </a:lnTo>
                    <a:lnTo>
                      <a:pt x="37643" y="17427"/>
                    </a:lnTo>
                    <a:lnTo>
                      <a:pt x="45706" y="17427"/>
                    </a:lnTo>
                    <a:lnTo>
                      <a:pt x="48542" y="14544"/>
                    </a:lnTo>
                    <a:lnTo>
                      <a:pt x="48495" y="15415"/>
                    </a:lnTo>
                    <a:lnTo>
                      <a:pt x="45627" y="18219"/>
                    </a:lnTo>
                    <a:lnTo>
                      <a:pt x="37722" y="18219"/>
                    </a:lnTo>
                    <a:lnTo>
                      <a:pt x="31052" y="11280"/>
                    </a:lnTo>
                    <a:lnTo>
                      <a:pt x="12833" y="11280"/>
                    </a:lnTo>
                    <a:lnTo>
                      <a:pt x="9839" y="8239"/>
                    </a:lnTo>
                    <a:lnTo>
                      <a:pt x="9839" y="5973"/>
                    </a:lnTo>
                    <a:lnTo>
                      <a:pt x="7066" y="3169"/>
                    </a:lnTo>
                    <a:lnTo>
                      <a:pt x="7066" y="1220"/>
                    </a:lnTo>
                    <a:lnTo>
                      <a:pt x="56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Google Shape;1111;p21"/>
              <p:cNvSpPr/>
              <p:nvPr/>
            </p:nvSpPr>
            <p:spPr>
              <a:xfrm>
                <a:off x="2722000" y="4631650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27" y="1"/>
                    </a:moveTo>
                    <a:lnTo>
                      <a:pt x="0" y="128"/>
                    </a:lnTo>
                    <a:lnTo>
                      <a:pt x="3217" y="3296"/>
                    </a:lnTo>
                    <a:lnTo>
                      <a:pt x="3217" y="9792"/>
                    </a:lnTo>
                    <a:lnTo>
                      <a:pt x="4199" y="10774"/>
                    </a:lnTo>
                    <a:lnTo>
                      <a:pt x="8096" y="10774"/>
                    </a:lnTo>
                    <a:lnTo>
                      <a:pt x="10425" y="8397"/>
                    </a:lnTo>
                    <a:lnTo>
                      <a:pt x="25903" y="8397"/>
                    </a:lnTo>
                    <a:lnTo>
                      <a:pt x="32731" y="15321"/>
                    </a:lnTo>
                    <a:lnTo>
                      <a:pt x="43995" y="15321"/>
                    </a:lnTo>
                    <a:lnTo>
                      <a:pt x="45801" y="13515"/>
                    </a:lnTo>
                    <a:lnTo>
                      <a:pt x="45659" y="13388"/>
                    </a:lnTo>
                    <a:lnTo>
                      <a:pt x="43916" y="15131"/>
                    </a:lnTo>
                    <a:lnTo>
                      <a:pt x="32810" y="15131"/>
                    </a:lnTo>
                    <a:lnTo>
                      <a:pt x="25982" y="8192"/>
                    </a:lnTo>
                    <a:lnTo>
                      <a:pt x="10346" y="8192"/>
                    </a:lnTo>
                    <a:lnTo>
                      <a:pt x="8001" y="10568"/>
                    </a:lnTo>
                    <a:lnTo>
                      <a:pt x="4294" y="10568"/>
                    </a:lnTo>
                    <a:lnTo>
                      <a:pt x="3422" y="9712"/>
                    </a:lnTo>
                    <a:lnTo>
                      <a:pt x="3422" y="3201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Google Shape;1112;p21"/>
              <p:cNvSpPr/>
              <p:nvPr/>
            </p:nvSpPr>
            <p:spPr>
              <a:xfrm>
                <a:off x="2660600" y="4648300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633" y="206"/>
                    </a:lnTo>
                    <a:lnTo>
                      <a:pt x="4880" y="3470"/>
                    </a:lnTo>
                    <a:lnTo>
                      <a:pt x="4880" y="9965"/>
                    </a:lnTo>
                    <a:lnTo>
                      <a:pt x="5815" y="11090"/>
                    </a:lnTo>
                    <a:lnTo>
                      <a:pt x="11107" y="11090"/>
                    </a:lnTo>
                    <a:lnTo>
                      <a:pt x="13467" y="8714"/>
                    </a:lnTo>
                    <a:lnTo>
                      <a:pt x="27805" y="8714"/>
                    </a:lnTo>
                    <a:lnTo>
                      <a:pt x="34633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34712" y="15257"/>
                    </a:lnTo>
                    <a:lnTo>
                      <a:pt x="27868" y="8524"/>
                    </a:lnTo>
                    <a:lnTo>
                      <a:pt x="13356" y="8524"/>
                    </a:lnTo>
                    <a:lnTo>
                      <a:pt x="11027" y="10900"/>
                    </a:lnTo>
                    <a:lnTo>
                      <a:pt x="5894" y="10900"/>
                    </a:lnTo>
                    <a:lnTo>
                      <a:pt x="5086" y="9886"/>
                    </a:lnTo>
                    <a:lnTo>
                      <a:pt x="5086" y="3391"/>
                    </a:lnTo>
                    <a:lnTo>
                      <a:pt x="174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Google Shape;1113;p21"/>
              <p:cNvSpPr/>
              <p:nvPr/>
            </p:nvSpPr>
            <p:spPr>
              <a:xfrm>
                <a:off x="2990525" y="4905725"/>
                <a:ext cx="5335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41" h="7701" extrusionOk="0">
                    <a:moveTo>
                      <a:pt x="1300" y="1"/>
                    </a:moveTo>
                    <a:lnTo>
                      <a:pt x="1" y="1395"/>
                    </a:lnTo>
                    <a:lnTo>
                      <a:pt x="5498" y="1395"/>
                    </a:lnTo>
                    <a:lnTo>
                      <a:pt x="6686" y="2282"/>
                    </a:lnTo>
                    <a:lnTo>
                      <a:pt x="6797" y="2124"/>
                    </a:lnTo>
                    <a:lnTo>
                      <a:pt x="5546" y="1189"/>
                    </a:lnTo>
                    <a:lnTo>
                      <a:pt x="460" y="1189"/>
                    </a:lnTo>
                    <a:lnTo>
                      <a:pt x="1379" y="207"/>
                    </a:lnTo>
                    <a:lnTo>
                      <a:pt x="7653" y="207"/>
                    </a:lnTo>
                    <a:lnTo>
                      <a:pt x="9696" y="2187"/>
                    </a:lnTo>
                    <a:lnTo>
                      <a:pt x="11091" y="2187"/>
                    </a:lnTo>
                    <a:lnTo>
                      <a:pt x="12009" y="1395"/>
                    </a:lnTo>
                    <a:lnTo>
                      <a:pt x="14608" y="1395"/>
                    </a:lnTo>
                    <a:lnTo>
                      <a:pt x="21198" y="7700"/>
                    </a:lnTo>
                    <a:lnTo>
                      <a:pt x="21341" y="7574"/>
                    </a:lnTo>
                    <a:lnTo>
                      <a:pt x="14671" y="1189"/>
                    </a:lnTo>
                    <a:lnTo>
                      <a:pt x="11930" y="1189"/>
                    </a:lnTo>
                    <a:lnTo>
                      <a:pt x="11011" y="1981"/>
                    </a:lnTo>
                    <a:lnTo>
                      <a:pt x="9776" y="1981"/>
                    </a:lnTo>
                    <a:lnTo>
                      <a:pt x="773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Google Shape;1114;p21"/>
              <p:cNvSpPr/>
              <p:nvPr/>
            </p:nvSpPr>
            <p:spPr>
              <a:xfrm>
                <a:off x="3253125" y="4895825"/>
                <a:ext cx="692725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709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4056" y="207"/>
                    </a:lnTo>
                    <a:lnTo>
                      <a:pt x="10647" y="6734"/>
                    </a:lnTo>
                    <a:lnTo>
                      <a:pt x="27709" y="6734"/>
                    </a:lnTo>
                    <a:lnTo>
                      <a:pt x="27709" y="6544"/>
                    </a:lnTo>
                    <a:lnTo>
                      <a:pt x="10726" y="6544"/>
                    </a:lnTo>
                    <a:lnTo>
                      <a:pt x="413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Google Shape;1115;p21"/>
              <p:cNvSpPr/>
              <p:nvPr/>
            </p:nvSpPr>
            <p:spPr>
              <a:xfrm>
                <a:off x="2990125" y="445185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6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54" y="1442"/>
                      <a:pt x="1854" y="919"/>
                    </a:cubicBezTo>
                    <a:cubicBezTo>
                      <a:pt x="1854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Google Shape;1116;p21"/>
              <p:cNvSpPr/>
              <p:nvPr/>
            </p:nvSpPr>
            <p:spPr>
              <a:xfrm>
                <a:off x="2430900" y="4535825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42"/>
                      <a:pt x="412" y="1869"/>
                      <a:pt x="919" y="1869"/>
                    </a:cubicBezTo>
                    <a:cubicBezTo>
                      <a:pt x="1442" y="1869"/>
                      <a:pt x="1854" y="1442"/>
                      <a:pt x="1854" y="935"/>
                    </a:cubicBezTo>
                    <a:cubicBezTo>
                      <a:pt x="1854" y="428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Google Shape;1117;p21"/>
              <p:cNvSpPr/>
              <p:nvPr/>
            </p:nvSpPr>
            <p:spPr>
              <a:xfrm>
                <a:off x="3846425" y="49370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1" y="412"/>
                      <a:pt x="1" y="919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Google Shape;1118;p21"/>
              <p:cNvSpPr/>
              <p:nvPr/>
            </p:nvSpPr>
            <p:spPr>
              <a:xfrm>
                <a:off x="3227775" y="487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Google Shape;1119;p21"/>
              <p:cNvSpPr/>
              <p:nvPr/>
            </p:nvSpPr>
            <p:spPr>
              <a:xfrm>
                <a:off x="3514925" y="50895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Google Shape;1120;p21"/>
              <p:cNvSpPr/>
              <p:nvPr/>
            </p:nvSpPr>
            <p:spPr>
              <a:xfrm>
                <a:off x="2891125" y="468947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3"/>
                      <a:pt x="412" y="1855"/>
                      <a:pt x="935" y="1855"/>
                    </a:cubicBezTo>
                    <a:cubicBezTo>
                      <a:pt x="1442" y="1855"/>
                      <a:pt x="1854" y="1443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Google Shape;1121;p21"/>
              <p:cNvSpPr/>
              <p:nvPr/>
            </p:nvSpPr>
            <p:spPr>
              <a:xfrm>
                <a:off x="2816650" y="461027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Google Shape;1122;p21"/>
              <p:cNvSpPr/>
              <p:nvPr/>
            </p:nvSpPr>
            <p:spPr>
              <a:xfrm>
                <a:off x="2556850" y="45433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89" y="190"/>
                      <a:pt x="1870" y="570"/>
                      <a:pt x="1870" y="1030"/>
                    </a:cubicBezTo>
                    <a:cubicBezTo>
                      <a:pt x="1870" y="1489"/>
                      <a:pt x="1489" y="1869"/>
                      <a:pt x="1030" y="1869"/>
                    </a:cubicBezTo>
                    <a:cubicBezTo>
                      <a:pt x="586" y="1869"/>
                      <a:pt x="222" y="1489"/>
                      <a:pt x="206" y="1030"/>
                    </a:cubicBezTo>
                    <a:cubicBezTo>
                      <a:pt x="206" y="570"/>
                      <a:pt x="586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75" y="0"/>
                      <a:pt x="32" y="459"/>
                      <a:pt x="0" y="1030"/>
                    </a:cubicBezTo>
                    <a:cubicBezTo>
                      <a:pt x="0" y="1600"/>
                      <a:pt x="475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59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Google Shape;1123;p21"/>
              <p:cNvSpPr/>
              <p:nvPr/>
            </p:nvSpPr>
            <p:spPr>
              <a:xfrm>
                <a:off x="2611500" y="4627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74" y="191"/>
                      <a:pt x="1854" y="571"/>
                      <a:pt x="1854" y="1030"/>
                    </a:cubicBezTo>
                    <a:cubicBezTo>
                      <a:pt x="1854" y="1474"/>
                      <a:pt x="1490" y="1854"/>
                      <a:pt x="1030" y="1854"/>
                    </a:cubicBezTo>
                    <a:cubicBezTo>
                      <a:pt x="571" y="1854"/>
                      <a:pt x="222" y="1474"/>
                      <a:pt x="191" y="1030"/>
                    </a:cubicBezTo>
                    <a:cubicBezTo>
                      <a:pt x="191" y="571"/>
                      <a:pt x="571" y="191"/>
                      <a:pt x="1030" y="191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44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21"/>
              <p:cNvSpPr/>
              <p:nvPr/>
            </p:nvSpPr>
            <p:spPr>
              <a:xfrm>
                <a:off x="2685550" y="45881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74"/>
                      <a:pt x="1490" y="1854"/>
                      <a:pt x="1031" y="1854"/>
                    </a:cubicBezTo>
                    <a:cubicBezTo>
                      <a:pt x="587" y="1854"/>
                      <a:pt x="223" y="1474"/>
                      <a:pt x="207" y="1030"/>
                    </a:cubicBezTo>
                    <a:cubicBezTo>
                      <a:pt x="207" y="571"/>
                      <a:pt x="587" y="190"/>
                      <a:pt x="1031" y="190"/>
                    </a:cubicBezTo>
                    <a:close/>
                    <a:moveTo>
                      <a:pt x="1031" y="0"/>
                    </a:moveTo>
                    <a:cubicBezTo>
                      <a:pt x="476" y="0"/>
                      <a:pt x="33" y="444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1" y="1584"/>
                      <a:pt x="2061" y="1030"/>
                    </a:cubicBezTo>
                    <a:cubicBezTo>
                      <a:pt x="2061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21"/>
              <p:cNvSpPr/>
              <p:nvPr/>
            </p:nvSpPr>
            <p:spPr>
              <a:xfrm>
                <a:off x="3150925" y="49493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191"/>
                    </a:moveTo>
                    <a:cubicBezTo>
                      <a:pt x="1490" y="191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23" y="1490"/>
                      <a:pt x="207" y="1030"/>
                    </a:cubicBezTo>
                    <a:cubicBezTo>
                      <a:pt x="207" y="571"/>
                      <a:pt x="587" y="191"/>
                      <a:pt x="1031" y="191"/>
                    </a:cubicBezTo>
                    <a:close/>
                    <a:moveTo>
                      <a:pt x="1031" y="1"/>
                    </a:moveTo>
                    <a:cubicBezTo>
                      <a:pt x="476" y="1"/>
                      <a:pt x="33" y="460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1" y="1585"/>
                      <a:pt x="2061" y="1030"/>
                    </a:cubicBezTo>
                    <a:cubicBezTo>
                      <a:pt x="2061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21"/>
              <p:cNvSpPr/>
              <p:nvPr/>
            </p:nvSpPr>
            <p:spPr>
              <a:xfrm>
                <a:off x="4069800" y="50063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7" y="1489"/>
                      <a:pt x="207" y="1030"/>
                    </a:cubicBezTo>
                    <a:cubicBezTo>
                      <a:pt x="207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60" y="2060"/>
                      <a:pt x="1030" y="2060"/>
                    </a:cubicBezTo>
                    <a:cubicBezTo>
                      <a:pt x="1617" y="2060"/>
                      <a:pt x="2060" y="1584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21"/>
              <p:cNvSpPr/>
              <p:nvPr/>
            </p:nvSpPr>
            <p:spPr>
              <a:xfrm>
                <a:off x="3942675" y="50408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1014"/>
                    </a:cubicBezTo>
                    <a:cubicBezTo>
                      <a:pt x="1870" y="1474"/>
                      <a:pt x="1489" y="1854"/>
                      <a:pt x="1030" y="1854"/>
                    </a:cubicBezTo>
                    <a:cubicBezTo>
                      <a:pt x="571" y="1854"/>
                      <a:pt x="222" y="1474"/>
                      <a:pt x="206" y="1014"/>
                    </a:cubicBezTo>
                    <a:cubicBezTo>
                      <a:pt x="206" y="555"/>
                      <a:pt x="571" y="175"/>
                      <a:pt x="1030" y="175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16" y="460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21"/>
              <p:cNvSpPr/>
              <p:nvPr/>
            </p:nvSpPr>
            <p:spPr>
              <a:xfrm>
                <a:off x="3877325" y="48435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75"/>
                    </a:moveTo>
                    <a:cubicBezTo>
                      <a:pt x="1489" y="175"/>
                      <a:pt x="1870" y="555"/>
                      <a:pt x="1870" y="999"/>
                    </a:cubicBezTo>
                    <a:cubicBezTo>
                      <a:pt x="1870" y="1458"/>
                      <a:pt x="1489" y="1838"/>
                      <a:pt x="1030" y="1838"/>
                    </a:cubicBezTo>
                    <a:cubicBezTo>
                      <a:pt x="571" y="1838"/>
                      <a:pt x="222" y="1474"/>
                      <a:pt x="206" y="999"/>
                    </a:cubicBezTo>
                    <a:cubicBezTo>
                      <a:pt x="206" y="539"/>
                      <a:pt x="571" y="175"/>
                      <a:pt x="1030" y="175"/>
                    </a:cubicBezTo>
                    <a:close/>
                    <a:moveTo>
                      <a:pt x="1030" y="1"/>
                    </a:moveTo>
                    <a:cubicBezTo>
                      <a:pt x="476" y="1"/>
                      <a:pt x="16" y="444"/>
                      <a:pt x="0" y="1030"/>
                    </a:cubicBezTo>
                    <a:cubicBezTo>
                      <a:pt x="0" y="1601"/>
                      <a:pt x="460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21"/>
              <p:cNvSpPr/>
              <p:nvPr/>
            </p:nvSpPr>
            <p:spPr>
              <a:xfrm>
                <a:off x="2432875" y="4392825"/>
                <a:ext cx="8697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791" h="17824" extrusionOk="0">
                    <a:moveTo>
                      <a:pt x="5355" y="1"/>
                    </a:moveTo>
                    <a:lnTo>
                      <a:pt x="2868" y="2583"/>
                    </a:lnTo>
                    <a:lnTo>
                      <a:pt x="0" y="2583"/>
                    </a:lnTo>
                    <a:lnTo>
                      <a:pt x="0" y="2773"/>
                    </a:lnTo>
                    <a:lnTo>
                      <a:pt x="2947" y="2773"/>
                    </a:lnTo>
                    <a:lnTo>
                      <a:pt x="5466" y="207"/>
                    </a:lnTo>
                    <a:lnTo>
                      <a:pt x="13419" y="207"/>
                    </a:lnTo>
                    <a:lnTo>
                      <a:pt x="20786" y="7526"/>
                    </a:lnTo>
                    <a:lnTo>
                      <a:pt x="26695" y="7526"/>
                    </a:lnTo>
                    <a:lnTo>
                      <a:pt x="27852" y="8714"/>
                    </a:lnTo>
                    <a:lnTo>
                      <a:pt x="31052" y="8714"/>
                    </a:lnTo>
                    <a:lnTo>
                      <a:pt x="32208" y="9966"/>
                    </a:lnTo>
                    <a:lnTo>
                      <a:pt x="32208" y="13911"/>
                    </a:lnTo>
                    <a:lnTo>
                      <a:pt x="34585" y="16366"/>
                    </a:lnTo>
                    <a:lnTo>
                      <a:pt x="34585" y="17824"/>
                    </a:lnTo>
                    <a:lnTo>
                      <a:pt x="34791" y="17824"/>
                    </a:lnTo>
                    <a:lnTo>
                      <a:pt x="34791" y="16287"/>
                    </a:lnTo>
                    <a:lnTo>
                      <a:pt x="32414" y="13831"/>
                    </a:lnTo>
                    <a:lnTo>
                      <a:pt x="32414" y="9887"/>
                    </a:lnTo>
                    <a:lnTo>
                      <a:pt x="31131" y="8524"/>
                    </a:lnTo>
                    <a:lnTo>
                      <a:pt x="27931" y="8524"/>
                    </a:lnTo>
                    <a:lnTo>
                      <a:pt x="26774" y="7336"/>
                    </a:lnTo>
                    <a:lnTo>
                      <a:pt x="20881" y="7336"/>
                    </a:lnTo>
                    <a:lnTo>
                      <a:pt x="13546" y="48"/>
                    </a:lnTo>
                    <a:lnTo>
                      <a:pt x="1349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21"/>
              <p:cNvSpPr/>
              <p:nvPr/>
            </p:nvSpPr>
            <p:spPr>
              <a:xfrm>
                <a:off x="3477700" y="4694250"/>
                <a:ext cx="359650" cy="139425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7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315" y="1458"/>
                    </a:lnTo>
                    <a:lnTo>
                      <a:pt x="1315" y="3232"/>
                    </a:lnTo>
                    <a:lnTo>
                      <a:pt x="3010" y="4785"/>
                    </a:lnTo>
                    <a:lnTo>
                      <a:pt x="7034" y="4785"/>
                    </a:lnTo>
                    <a:lnTo>
                      <a:pt x="8001" y="5577"/>
                    </a:lnTo>
                    <a:lnTo>
                      <a:pt x="10488" y="5577"/>
                    </a:lnTo>
                    <a:lnTo>
                      <a:pt x="13023" y="3200"/>
                    </a:lnTo>
                    <a:lnTo>
                      <a:pt x="14385" y="3200"/>
                    </a:lnTo>
                    <a:lnTo>
                      <a:pt x="14385" y="2994"/>
                    </a:lnTo>
                    <a:lnTo>
                      <a:pt x="12943" y="2994"/>
                    </a:lnTo>
                    <a:lnTo>
                      <a:pt x="10409" y="5371"/>
                    </a:lnTo>
                    <a:lnTo>
                      <a:pt x="8064" y="5371"/>
                    </a:lnTo>
                    <a:lnTo>
                      <a:pt x="7113" y="4579"/>
                    </a:lnTo>
                    <a:lnTo>
                      <a:pt x="3089" y="4579"/>
                    </a:lnTo>
                    <a:lnTo>
                      <a:pt x="1505" y="3153"/>
                    </a:lnTo>
                    <a:lnTo>
                      <a:pt x="1505" y="1378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21"/>
              <p:cNvSpPr/>
              <p:nvPr/>
            </p:nvSpPr>
            <p:spPr>
              <a:xfrm>
                <a:off x="2488325" y="4333425"/>
                <a:ext cx="1218700" cy="460650"/>
              </a:xfrm>
              <a:custGeom>
                <a:avLst/>
                <a:gdLst/>
                <a:ahLst/>
                <a:cxnLst/>
                <a:rect l="l" t="t" r="r" b="b"/>
                <a:pathLst>
                  <a:path w="48748" h="18426" extrusionOk="0">
                    <a:moveTo>
                      <a:pt x="3042" y="0"/>
                    </a:moveTo>
                    <a:lnTo>
                      <a:pt x="32" y="2900"/>
                    </a:lnTo>
                    <a:lnTo>
                      <a:pt x="0" y="4357"/>
                    </a:lnTo>
                    <a:lnTo>
                      <a:pt x="3121" y="1189"/>
                    </a:lnTo>
                    <a:lnTo>
                      <a:pt x="11011" y="1189"/>
                    </a:lnTo>
                    <a:lnTo>
                      <a:pt x="17697" y="7922"/>
                    </a:lnTo>
                    <a:lnTo>
                      <a:pt x="35551" y="7922"/>
                    </a:lnTo>
                    <a:lnTo>
                      <a:pt x="36533" y="8952"/>
                    </a:lnTo>
                    <a:lnTo>
                      <a:pt x="36533" y="10900"/>
                    </a:lnTo>
                    <a:lnTo>
                      <a:pt x="36723" y="10900"/>
                    </a:lnTo>
                    <a:lnTo>
                      <a:pt x="36723" y="8872"/>
                    </a:lnTo>
                    <a:lnTo>
                      <a:pt x="35646" y="7732"/>
                    </a:lnTo>
                    <a:lnTo>
                      <a:pt x="17776" y="7732"/>
                    </a:lnTo>
                    <a:lnTo>
                      <a:pt x="11090" y="999"/>
                    </a:lnTo>
                    <a:lnTo>
                      <a:pt x="3042" y="999"/>
                    </a:lnTo>
                    <a:lnTo>
                      <a:pt x="206" y="3866"/>
                    </a:lnTo>
                    <a:lnTo>
                      <a:pt x="206" y="3866"/>
                    </a:lnTo>
                    <a:lnTo>
                      <a:pt x="238" y="2995"/>
                    </a:lnTo>
                    <a:lnTo>
                      <a:pt x="3121" y="206"/>
                    </a:lnTo>
                    <a:lnTo>
                      <a:pt x="11011" y="206"/>
                    </a:lnTo>
                    <a:lnTo>
                      <a:pt x="17697" y="7130"/>
                    </a:lnTo>
                    <a:lnTo>
                      <a:pt x="35900" y="7130"/>
                    </a:lnTo>
                    <a:lnTo>
                      <a:pt x="38910" y="10187"/>
                    </a:lnTo>
                    <a:lnTo>
                      <a:pt x="38910" y="12437"/>
                    </a:lnTo>
                    <a:lnTo>
                      <a:pt x="41682" y="15257"/>
                    </a:lnTo>
                    <a:lnTo>
                      <a:pt x="41682" y="17190"/>
                    </a:lnTo>
                    <a:lnTo>
                      <a:pt x="43060" y="18425"/>
                    </a:lnTo>
                    <a:lnTo>
                      <a:pt x="46609" y="18425"/>
                    </a:lnTo>
                    <a:lnTo>
                      <a:pt x="47892" y="17237"/>
                    </a:lnTo>
                    <a:lnTo>
                      <a:pt x="48748" y="17237"/>
                    </a:lnTo>
                    <a:lnTo>
                      <a:pt x="48748" y="17031"/>
                    </a:lnTo>
                    <a:lnTo>
                      <a:pt x="47813" y="17031"/>
                    </a:lnTo>
                    <a:lnTo>
                      <a:pt x="46530" y="18219"/>
                    </a:lnTo>
                    <a:lnTo>
                      <a:pt x="43140" y="18219"/>
                    </a:lnTo>
                    <a:lnTo>
                      <a:pt x="41872" y="17110"/>
                    </a:lnTo>
                    <a:lnTo>
                      <a:pt x="41872" y="15178"/>
                    </a:lnTo>
                    <a:lnTo>
                      <a:pt x="39100" y="12358"/>
                    </a:lnTo>
                    <a:lnTo>
                      <a:pt x="39100" y="10108"/>
                    </a:lnTo>
                    <a:lnTo>
                      <a:pt x="35979" y="6939"/>
                    </a:lnTo>
                    <a:lnTo>
                      <a:pt x="17776" y="6939"/>
                    </a:lnTo>
                    <a:lnTo>
                      <a:pt x="1109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Google Shape;1132;p21"/>
              <p:cNvSpPr/>
              <p:nvPr/>
            </p:nvSpPr>
            <p:spPr>
              <a:xfrm>
                <a:off x="2445950" y="4313625"/>
                <a:ext cx="11446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786" h="15336" extrusionOk="0">
                    <a:moveTo>
                      <a:pt x="1806" y="0"/>
                    </a:moveTo>
                    <a:lnTo>
                      <a:pt x="0" y="1806"/>
                    </a:lnTo>
                    <a:lnTo>
                      <a:pt x="143" y="1949"/>
                    </a:lnTo>
                    <a:lnTo>
                      <a:pt x="1885" y="206"/>
                    </a:lnTo>
                    <a:lnTo>
                      <a:pt x="12975" y="206"/>
                    </a:lnTo>
                    <a:lnTo>
                      <a:pt x="19803" y="7129"/>
                    </a:lnTo>
                    <a:lnTo>
                      <a:pt x="35440" y="7129"/>
                    </a:lnTo>
                    <a:lnTo>
                      <a:pt x="37785" y="4753"/>
                    </a:lnTo>
                    <a:lnTo>
                      <a:pt x="41508" y="4753"/>
                    </a:lnTo>
                    <a:lnTo>
                      <a:pt x="42379" y="5609"/>
                    </a:lnTo>
                    <a:lnTo>
                      <a:pt x="42379" y="12120"/>
                    </a:lnTo>
                    <a:lnTo>
                      <a:pt x="45658" y="15336"/>
                    </a:lnTo>
                    <a:lnTo>
                      <a:pt x="45785" y="15193"/>
                    </a:lnTo>
                    <a:lnTo>
                      <a:pt x="42585" y="12025"/>
                    </a:lnTo>
                    <a:lnTo>
                      <a:pt x="42585" y="5529"/>
                    </a:lnTo>
                    <a:lnTo>
                      <a:pt x="41587" y="4563"/>
                    </a:lnTo>
                    <a:lnTo>
                      <a:pt x="37706" y="4563"/>
                    </a:lnTo>
                    <a:lnTo>
                      <a:pt x="35361" y="6939"/>
                    </a:lnTo>
                    <a:lnTo>
                      <a:pt x="19883" y="6939"/>
                    </a:lnTo>
                    <a:lnTo>
                      <a:pt x="1307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Google Shape;1133;p21"/>
              <p:cNvSpPr/>
              <p:nvPr/>
            </p:nvSpPr>
            <p:spPr>
              <a:xfrm>
                <a:off x="2240775" y="4293825"/>
                <a:ext cx="1412000" cy="386175"/>
              </a:xfrm>
              <a:custGeom>
                <a:avLst/>
                <a:gdLst/>
                <a:ahLst/>
                <a:cxnLst/>
                <a:rect l="l" t="t" r="r" b="b"/>
                <a:pathLst>
                  <a:path w="56480" h="15447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21753" y="206"/>
                    </a:lnTo>
                    <a:lnTo>
                      <a:pt x="28565" y="6939"/>
                    </a:lnTo>
                    <a:lnTo>
                      <a:pt x="43077" y="6939"/>
                    </a:lnTo>
                    <a:lnTo>
                      <a:pt x="45437" y="4563"/>
                    </a:lnTo>
                    <a:lnTo>
                      <a:pt x="50554" y="4563"/>
                    </a:lnTo>
                    <a:lnTo>
                      <a:pt x="51378" y="5545"/>
                    </a:lnTo>
                    <a:lnTo>
                      <a:pt x="51378" y="12056"/>
                    </a:lnTo>
                    <a:lnTo>
                      <a:pt x="54737" y="15447"/>
                    </a:lnTo>
                    <a:lnTo>
                      <a:pt x="56480" y="15447"/>
                    </a:lnTo>
                    <a:lnTo>
                      <a:pt x="56480" y="15257"/>
                    </a:lnTo>
                    <a:lnTo>
                      <a:pt x="54816" y="15257"/>
                    </a:lnTo>
                    <a:lnTo>
                      <a:pt x="51584" y="11977"/>
                    </a:lnTo>
                    <a:lnTo>
                      <a:pt x="51584" y="5482"/>
                    </a:lnTo>
                    <a:lnTo>
                      <a:pt x="50649" y="4357"/>
                    </a:lnTo>
                    <a:lnTo>
                      <a:pt x="45358" y="4357"/>
                    </a:lnTo>
                    <a:lnTo>
                      <a:pt x="43013" y="6733"/>
                    </a:lnTo>
                    <a:lnTo>
                      <a:pt x="28676" y="6733"/>
                    </a:lnTo>
                    <a:lnTo>
                      <a:pt x="218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21"/>
              <p:cNvSpPr/>
              <p:nvPr/>
            </p:nvSpPr>
            <p:spPr>
              <a:xfrm>
                <a:off x="2789325" y="4230050"/>
                <a:ext cx="532725" cy="192525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1" extrusionOk="0">
                    <a:moveTo>
                      <a:pt x="127" y="1"/>
                    </a:moveTo>
                    <a:lnTo>
                      <a:pt x="1" y="143"/>
                    </a:lnTo>
                    <a:lnTo>
                      <a:pt x="6655" y="6512"/>
                    </a:lnTo>
                    <a:lnTo>
                      <a:pt x="9395" y="6512"/>
                    </a:lnTo>
                    <a:lnTo>
                      <a:pt x="10314" y="5720"/>
                    </a:lnTo>
                    <a:lnTo>
                      <a:pt x="11566" y="5720"/>
                    </a:lnTo>
                    <a:lnTo>
                      <a:pt x="13578" y="7700"/>
                    </a:lnTo>
                    <a:lnTo>
                      <a:pt x="20042" y="7700"/>
                    </a:lnTo>
                    <a:lnTo>
                      <a:pt x="21309" y="6322"/>
                    </a:lnTo>
                    <a:lnTo>
                      <a:pt x="15812" y="6322"/>
                    </a:lnTo>
                    <a:lnTo>
                      <a:pt x="14655" y="5419"/>
                    </a:lnTo>
                    <a:lnTo>
                      <a:pt x="14528" y="5577"/>
                    </a:lnTo>
                    <a:lnTo>
                      <a:pt x="15764" y="6512"/>
                    </a:lnTo>
                    <a:lnTo>
                      <a:pt x="20850" y="6512"/>
                    </a:lnTo>
                    <a:lnTo>
                      <a:pt x="19931" y="7510"/>
                    </a:lnTo>
                    <a:lnTo>
                      <a:pt x="13657" y="7510"/>
                    </a:lnTo>
                    <a:lnTo>
                      <a:pt x="11645" y="5530"/>
                    </a:lnTo>
                    <a:lnTo>
                      <a:pt x="10235" y="5530"/>
                    </a:lnTo>
                    <a:lnTo>
                      <a:pt x="9316" y="6322"/>
                    </a:lnTo>
                    <a:lnTo>
                      <a:pt x="6734" y="6322"/>
                    </a:lnTo>
                    <a:lnTo>
                      <a:pt x="12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Google Shape;1135;p21"/>
              <p:cNvSpPr/>
              <p:nvPr/>
            </p:nvSpPr>
            <p:spPr>
              <a:xfrm>
                <a:off x="2367525" y="4264100"/>
                <a:ext cx="692350" cy="168375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6735" extrusionOk="0">
                    <a:moveTo>
                      <a:pt x="0" y="1"/>
                    </a:moveTo>
                    <a:lnTo>
                      <a:pt x="0" y="207"/>
                    </a:lnTo>
                    <a:lnTo>
                      <a:pt x="16968" y="207"/>
                    </a:lnTo>
                    <a:lnTo>
                      <a:pt x="23558" y="6734"/>
                    </a:lnTo>
                    <a:lnTo>
                      <a:pt x="27693" y="6734"/>
                    </a:lnTo>
                    <a:lnTo>
                      <a:pt x="27693" y="6544"/>
                    </a:lnTo>
                    <a:lnTo>
                      <a:pt x="23638" y="6544"/>
                    </a:lnTo>
                    <a:lnTo>
                      <a:pt x="170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21"/>
              <p:cNvSpPr/>
              <p:nvPr/>
            </p:nvSpPr>
            <p:spPr>
              <a:xfrm>
                <a:off x="3275700" y="48301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21"/>
              <p:cNvSpPr/>
              <p:nvPr/>
            </p:nvSpPr>
            <p:spPr>
              <a:xfrm>
                <a:off x="3835325" y="474572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36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6" y="1870"/>
                    </a:cubicBezTo>
                    <a:cubicBezTo>
                      <a:pt x="1443" y="1870"/>
                      <a:pt x="1855" y="1442"/>
                      <a:pt x="1855" y="935"/>
                    </a:cubicBezTo>
                    <a:cubicBezTo>
                      <a:pt x="1855" y="428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21"/>
              <p:cNvSpPr/>
              <p:nvPr/>
            </p:nvSpPr>
            <p:spPr>
              <a:xfrm>
                <a:off x="2419400" y="43449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20" y="1"/>
                    </a:moveTo>
                    <a:cubicBezTo>
                      <a:pt x="413" y="1"/>
                      <a:pt x="1" y="413"/>
                      <a:pt x="1" y="936"/>
                    </a:cubicBezTo>
                    <a:cubicBezTo>
                      <a:pt x="1" y="1443"/>
                      <a:pt x="413" y="1854"/>
                      <a:pt x="920" y="1854"/>
                    </a:cubicBezTo>
                    <a:cubicBezTo>
                      <a:pt x="1442" y="1854"/>
                      <a:pt x="1854" y="1443"/>
                      <a:pt x="1854" y="936"/>
                    </a:cubicBezTo>
                    <a:cubicBezTo>
                      <a:pt x="1854" y="413"/>
                      <a:pt x="1442" y="1"/>
                      <a:pt x="92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21"/>
              <p:cNvSpPr/>
              <p:nvPr/>
            </p:nvSpPr>
            <p:spPr>
              <a:xfrm>
                <a:off x="3038050" y="44043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6" y="0"/>
                    </a:moveTo>
                    <a:cubicBezTo>
                      <a:pt x="429" y="0"/>
                      <a:pt x="1" y="412"/>
                      <a:pt x="1" y="935"/>
                    </a:cubicBezTo>
                    <a:cubicBezTo>
                      <a:pt x="1" y="1442"/>
                      <a:pt x="429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21"/>
              <p:cNvSpPr/>
              <p:nvPr/>
            </p:nvSpPr>
            <p:spPr>
              <a:xfrm>
                <a:off x="2750925" y="4192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21"/>
              <p:cNvSpPr/>
              <p:nvPr/>
            </p:nvSpPr>
            <p:spPr>
              <a:xfrm>
                <a:off x="3374725" y="45924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35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21"/>
              <p:cNvSpPr/>
              <p:nvPr/>
            </p:nvSpPr>
            <p:spPr>
              <a:xfrm>
                <a:off x="3449175" y="46716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21"/>
              <p:cNvSpPr/>
              <p:nvPr/>
            </p:nvSpPr>
            <p:spPr>
              <a:xfrm>
                <a:off x="3704250" y="4733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73" y="206"/>
                      <a:pt x="1854" y="571"/>
                      <a:pt x="1854" y="1030"/>
                    </a:cubicBezTo>
                    <a:cubicBezTo>
                      <a:pt x="1854" y="1490"/>
                      <a:pt x="1473" y="1870"/>
                      <a:pt x="1030" y="1870"/>
                    </a:cubicBezTo>
                    <a:cubicBezTo>
                      <a:pt x="570" y="1870"/>
                      <a:pt x="190" y="1490"/>
                      <a:pt x="190" y="1030"/>
                    </a:cubicBezTo>
                    <a:cubicBezTo>
                      <a:pt x="190" y="571"/>
                      <a:pt x="570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21"/>
              <p:cNvSpPr/>
              <p:nvPr/>
            </p:nvSpPr>
            <p:spPr>
              <a:xfrm>
                <a:off x="3649575" y="46490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07"/>
                    </a:moveTo>
                    <a:cubicBezTo>
                      <a:pt x="1490" y="207"/>
                      <a:pt x="1870" y="587"/>
                      <a:pt x="1870" y="1047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71" y="1870"/>
                      <a:pt x="207" y="1490"/>
                      <a:pt x="207" y="1047"/>
                    </a:cubicBezTo>
                    <a:cubicBezTo>
                      <a:pt x="207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47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01"/>
                      <a:pt x="2060" y="1047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21"/>
              <p:cNvSpPr/>
              <p:nvPr/>
            </p:nvSpPr>
            <p:spPr>
              <a:xfrm>
                <a:off x="3575525" y="4688700"/>
                <a:ext cx="51500" cy="519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6" extrusionOk="0">
                    <a:moveTo>
                      <a:pt x="1030" y="206"/>
                    </a:moveTo>
                    <a:cubicBezTo>
                      <a:pt x="1474" y="206"/>
                      <a:pt x="1854" y="586"/>
                      <a:pt x="1854" y="1046"/>
                    </a:cubicBezTo>
                    <a:cubicBezTo>
                      <a:pt x="1854" y="1489"/>
                      <a:pt x="1474" y="1870"/>
                      <a:pt x="1030" y="1870"/>
                    </a:cubicBezTo>
                    <a:cubicBezTo>
                      <a:pt x="571" y="1870"/>
                      <a:pt x="190" y="1489"/>
                      <a:pt x="190" y="1046"/>
                    </a:cubicBezTo>
                    <a:cubicBezTo>
                      <a:pt x="190" y="586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91"/>
                      <a:pt x="0" y="1046"/>
                    </a:cubicBezTo>
                    <a:cubicBezTo>
                      <a:pt x="0" y="1616"/>
                      <a:pt x="475" y="2076"/>
                      <a:pt x="1030" y="2076"/>
                    </a:cubicBezTo>
                    <a:cubicBezTo>
                      <a:pt x="1600" y="2076"/>
                      <a:pt x="2060" y="1600"/>
                      <a:pt x="2060" y="1046"/>
                    </a:cubicBezTo>
                    <a:cubicBezTo>
                      <a:pt x="2060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21"/>
              <p:cNvSpPr/>
              <p:nvPr/>
            </p:nvSpPr>
            <p:spPr>
              <a:xfrm>
                <a:off x="3110150" y="43274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74" y="207"/>
                      <a:pt x="1854" y="571"/>
                      <a:pt x="1854" y="1031"/>
                    </a:cubicBezTo>
                    <a:cubicBezTo>
                      <a:pt x="1854" y="1490"/>
                      <a:pt x="1474" y="1870"/>
                      <a:pt x="1030" y="1870"/>
                    </a:cubicBezTo>
                    <a:cubicBezTo>
                      <a:pt x="571" y="1870"/>
                      <a:pt x="190" y="1490"/>
                      <a:pt x="190" y="1031"/>
                    </a:cubicBezTo>
                    <a:cubicBezTo>
                      <a:pt x="190" y="571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21"/>
              <p:cNvSpPr/>
              <p:nvPr/>
            </p:nvSpPr>
            <p:spPr>
              <a:xfrm>
                <a:off x="2191675" y="42704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90" y="206"/>
                      <a:pt x="1854" y="587"/>
                      <a:pt x="1854" y="1030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0" y="1490"/>
                      <a:pt x="190" y="1030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6" y="2060"/>
                      <a:pt x="1030" y="2060"/>
                    </a:cubicBezTo>
                    <a:cubicBezTo>
                      <a:pt x="1585" y="2060"/>
                      <a:pt x="2060" y="1616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Google Shape;1148;p21"/>
              <p:cNvSpPr/>
              <p:nvPr/>
            </p:nvSpPr>
            <p:spPr>
              <a:xfrm>
                <a:off x="2318400" y="42360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22"/>
                    </a:moveTo>
                    <a:cubicBezTo>
                      <a:pt x="1490" y="222"/>
                      <a:pt x="1855" y="586"/>
                      <a:pt x="1855" y="1046"/>
                    </a:cubicBezTo>
                    <a:cubicBezTo>
                      <a:pt x="1855" y="1505"/>
                      <a:pt x="1490" y="1885"/>
                      <a:pt x="1031" y="1885"/>
                    </a:cubicBezTo>
                    <a:cubicBezTo>
                      <a:pt x="571" y="1885"/>
                      <a:pt x="191" y="1505"/>
                      <a:pt x="191" y="1046"/>
                    </a:cubicBezTo>
                    <a:cubicBezTo>
                      <a:pt x="191" y="586"/>
                      <a:pt x="571" y="222"/>
                      <a:pt x="1031" y="222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601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Google Shape;1149;p21"/>
              <p:cNvSpPr/>
              <p:nvPr/>
            </p:nvSpPr>
            <p:spPr>
              <a:xfrm>
                <a:off x="2383750" y="443322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1" y="223"/>
                    </a:moveTo>
                    <a:cubicBezTo>
                      <a:pt x="1490" y="223"/>
                      <a:pt x="1855" y="587"/>
                      <a:pt x="1855" y="1062"/>
                    </a:cubicBezTo>
                    <a:cubicBezTo>
                      <a:pt x="1855" y="1522"/>
                      <a:pt x="1490" y="1886"/>
                      <a:pt x="1031" y="1886"/>
                    </a:cubicBezTo>
                    <a:cubicBezTo>
                      <a:pt x="571" y="1886"/>
                      <a:pt x="191" y="1522"/>
                      <a:pt x="191" y="1062"/>
                    </a:cubicBezTo>
                    <a:cubicBezTo>
                      <a:pt x="191" y="603"/>
                      <a:pt x="571" y="223"/>
                      <a:pt x="1031" y="223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1" y="2076"/>
                    </a:cubicBezTo>
                    <a:cubicBezTo>
                      <a:pt x="1601" y="2076"/>
                      <a:pt x="2060" y="1617"/>
                      <a:pt x="2060" y="1031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50" name="Google Shape;1150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590775" y="-1968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1" name="Google Shape;1151;p21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65475" y="30393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3" name="Google Shape;1153;p2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4" name="Google Shape;1154;p22"/>
          <p:cNvSpPr txBox="1">
            <a:spLocks noGrp="1"/>
          </p:cNvSpPr>
          <p:nvPr>
            <p:ph type="title" hasCustomPrompt="1"/>
          </p:nvPr>
        </p:nvSpPr>
        <p:spPr>
          <a:xfrm>
            <a:off x="1070755" y="692500"/>
            <a:ext cx="3624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5" name="Google Shape;1155;p22"/>
          <p:cNvSpPr txBox="1">
            <a:spLocks noGrp="1"/>
          </p:cNvSpPr>
          <p:nvPr>
            <p:ph type="subTitle" idx="1"/>
          </p:nvPr>
        </p:nvSpPr>
        <p:spPr>
          <a:xfrm>
            <a:off x="1070755" y="1398522"/>
            <a:ext cx="3624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6" name="Google Shape;1156;p22"/>
          <p:cNvSpPr txBox="1">
            <a:spLocks noGrp="1"/>
          </p:cNvSpPr>
          <p:nvPr>
            <p:ph type="title" idx="2" hasCustomPrompt="1"/>
          </p:nvPr>
        </p:nvSpPr>
        <p:spPr>
          <a:xfrm>
            <a:off x="4448345" y="3299758"/>
            <a:ext cx="3624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7" name="Google Shape;1157;p22"/>
          <p:cNvSpPr txBox="1">
            <a:spLocks noGrp="1"/>
          </p:cNvSpPr>
          <p:nvPr>
            <p:ph type="subTitle" idx="3"/>
          </p:nvPr>
        </p:nvSpPr>
        <p:spPr>
          <a:xfrm>
            <a:off x="4448345" y="4005780"/>
            <a:ext cx="3624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58" name="Google Shape;1158;p22"/>
          <p:cNvSpPr txBox="1">
            <a:spLocks noGrp="1"/>
          </p:cNvSpPr>
          <p:nvPr>
            <p:ph type="title" idx="4" hasCustomPrompt="1"/>
          </p:nvPr>
        </p:nvSpPr>
        <p:spPr>
          <a:xfrm>
            <a:off x="2784904" y="1996128"/>
            <a:ext cx="3624900" cy="82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1159" name="Google Shape;1159;p22"/>
          <p:cNvSpPr txBox="1">
            <a:spLocks noGrp="1"/>
          </p:cNvSpPr>
          <p:nvPr>
            <p:ph type="subTitle" idx="5"/>
          </p:nvPr>
        </p:nvSpPr>
        <p:spPr>
          <a:xfrm>
            <a:off x="2784904" y="2702150"/>
            <a:ext cx="3624900" cy="4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160" name="Google Shape;1160;p22"/>
          <p:cNvGrpSpPr/>
          <p:nvPr/>
        </p:nvGrpSpPr>
        <p:grpSpPr>
          <a:xfrm>
            <a:off x="56250" y="3058850"/>
            <a:ext cx="1772075" cy="3126028"/>
            <a:chOff x="56250" y="3058850"/>
            <a:chExt cx="1772075" cy="3126028"/>
          </a:xfrm>
        </p:grpSpPr>
        <p:grpSp>
          <p:nvGrpSpPr>
            <p:cNvPr id="1161" name="Google Shape;1161;p22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162" name="Google Shape;1162;p22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Google Shape;1163;p22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Google Shape;1164;p22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22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22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22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22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22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22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22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22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22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22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22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22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22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22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22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22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22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183" name="Google Shape;1183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4" name="Google Shape;118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0975" y="38989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5" name="Google Shape;118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625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6" name="Google Shape;1186;p22"/>
          <p:cNvGrpSpPr/>
          <p:nvPr/>
        </p:nvGrpSpPr>
        <p:grpSpPr>
          <a:xfrm>
            <a:off x="7036900" y="-135450"/>
            <a:ext cx="3564951" cy="2530020"/>
            <a:chOff x="7036900" y="-135450"/>
            <a:chExt cx="3564951" cy="2530020"/>
          </a:xfrm>
        </p:grpSpPr>
        <p:grpSp>
          <p:nvGrpSpPr>
            <p:cNvPr id="1187" name="Google Shape;1187;p22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188" name="Google Shape;1188;p22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22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22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22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22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22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22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22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22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22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Google Shape;1198;p22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Google Shape;1199;p22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Google Shape;1200;p22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Google Shape;1201;p22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Google Shape;1202;p22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Google Shape;1203;p22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Google Shape;1204;p22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Google Shape;1205;p22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Google Shape;1206;p22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Google Shape;1207;p22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Google Shape;1208;p22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Google Shape;1209;p22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Google Shape;1210;p22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Google Shape;1211;p22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Google Shape;1212;p22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Google Shape;1213;p22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214" name="Google Shape;1214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3690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5" name="Google Shape;1215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354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16" name="Google Shape;1216;p22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092975" y="10323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2" name="Google Shape;1282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3" name="Google Shape;1283;p24"/>
          <p:cNvGrpSpPr/>
          <p:nvPr/>
        </p:nvGrpSpPr>
        <p:grpSpPr>
          <a:xfrm>
            <a:off x="66900" y="3058850"/>
            <a:ext cx="1768875" cy="3126028"/>
            <a:chOff x="66900" y="3058850"/>
            <a:chExt cx="1768875" cy="3126028"/>
          </a:xfrm>
        </p:grpSpPr>
        <p:grpSp>
          <p:nvGrpSpPr>
            <p:cNvPr id="1284" name="Google Shape;1284;p24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285" name="Google Shape;1285;p24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Google Shape;1286;p24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Google Shape;1287;p24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Google Shape;1288;p24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Google Shape;1289;p24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Google Shape;1290;p24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Google Shape;1291;p24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Google Shape;1292;p24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Google Shape;1293;p24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Google Shape;1294;p24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Google Shape;1295;p24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Google Shape;1296;p24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Google Shape;1297;p24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Google Shape;1298;p24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Google Shape;1299;p24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Google Shape;1300;p24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Google Shape;1301;p24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Google Shape;1302;p24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Google Shape;1303;p24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Google Shape;1304;p24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Google Shape;1305;p24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06" name="Google Shape;1306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7" name="Google Shape;130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58425" y="38840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08" name="Google Shape;130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66900" y="43103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09" name="Google Shape;1309;p24"/>
          <p:cNvGrpSpPr/>
          <p:nvPr/>
        </p:nvGrpSpPr>
        <p:grpSpPr>
          <a:xfrm>
            <a:off x="7107050" y="-104675"/>
            <a:ext cx="3494801" cy="2499245"/>
            <a:chOff x="7107050" y="-104675"/>
            <a:chExt cx="3494801" cy="2499245"/>
          </a:xfrm>
        </p:grpSpPr>
        <p:grpSp>
          <p:nvGrpSpPr>
            <p:cNvPr id="1310" name="Google Shape;1310;p24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311" name="Google Shape;1311;p24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Google Shape;1312;p24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Google Shape;1313;p24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Google Shape;1314;p24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Google Shape;1315;p24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Google Shape;1316;p24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Google Shape;1317;p24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Google Shape;1318;p24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Google Shape;1319;p24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Google Shape;1320;p24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Google Shape;1321;p24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Google Shape;1322;p24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Google Shape;1323;p24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Google Shape;1324;p24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Google Shape;1325;p24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Google Shape;1326;p24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Google Shape;1327;p24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Google Shape;1328;p24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Google Shape;1329;p24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Google Shape;1330;p24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Google Shape;1331;p24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Google Shape;1332;p24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Google Shape;1333;p24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Google Shape;1334;p24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Google Shape;1335;p24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Google Shape;1336;p24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37" name="Google Shape;1337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107050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8" name="Google Shape;1338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03050" y="-104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9" name="Google Shape;1339;p24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00400" y="10726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1" name="Google Shape;1341;p25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0" y="0"/>
            <a:ext cx="9144002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42" name="Google Shape;1342;p25"/>
          <p:cNvGrpSpPr/>
          <p:nvPr/>
        </p:nvGrpSpPr>
        <p:grpSpPr>
          <a:xfrm>
            <a:off x="-1684333" y="361707"/>
            <a:ext cx="3460658" cy="1726043"/>
            <a:chOff x="-1684333" y="361707"/>
            <a:chExt cx="3460658" cy="1726043"/>
          </a:xfrm>
        </p:grpSpPr>
        <p:grpSp>
          <p:nvGrpSpPr>
            <p:cNvPr id="1343" name="Google Shape;1343;p25"/>
            <p:cNvGrpSpPr/>
            <p:nvPr/>
          </p:nvGrpSpPr>
          <p:grpSpPr>
            <a:xfrm>
              <a:off x="-1684333" y="361707"/>
              <a:ext cx="2907181" cy="1177348"/>
              <a:chOff x="2442775" y="3274750"/>
              <a:chExt cx="1690025" cy="684425"/>
            </a:xfrm>
          </p:grpSpPr>
          <p:sp>
            <p:nvSpPr>
              <p:cNvPr id="1344" name="Google Shape;1344;p25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Google Shape;1345;p25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Google Shape;1346;p25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Google Shape;1347;p25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Google Shape;1348;p25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Google Shape;1349;p25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Google Shape;1350;p25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Google Shape;1351;p25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Google Shape;1352;p25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Google Shape;1353;p25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Google Shape;1354;p25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Google Shape;1355;p25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Google Shape;1356;p25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Google Shape;1357;p25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Google Shape;1358;p25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Google Shape;1359;p25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Google Shape;1360;p25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Google Shape;1361;p25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Google Shape;1362;p25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Google Shape;1363;p25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Google Shape;1364;p25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65" name="Google Shape;1365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98975" y="7765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6" name="Google Shape;1366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-367450" y="9104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7" name="Google Shape;1367;p25"/>
          <p:cNvGrpSpPr/>
          <p:nvPr/>
        </p:nvGrpSpPr>
        <p:grpSpPr>
          <a:xfrm>
            <a:off x="7352875" y="3702559"/>
            <a:ext cx="3991212" cy="1778866"/>
            <a:chOff x="7352875" y="3702559"/>
            <a:chExt cx="3991212" cy="1778866"/>
          </a:xfrm>
        </p:grpSpPr>
        <p:grpSp>
          <p:nvGrpSpPr>
            <p:cNvPr id="1368" name="Google Shape;1368;p25"/>
            <p:cNvGrpSpPr/>
            <p:nvPr/>
          </p:nvGrpSpPr>
          <p:grpSpPr>
            <a:xfrm>
              <a:off x="7802532" y="3702559"/>
              <a:ext cx="3541556" cy="1323917"/>
              <a:chOff x="2133050" y="2071900"/>
              <a:chExt cx="2132825" cy="797300"/>
            </a:xfrm>
          </p:grpSpPr>
          <p:sp>
            <p:nvSpPr>
              <p:cNvPr id="1369" name="Google Shape;1369;p25"/>
              <p:cNvSpPr/>
              <p:nvPr/>
            </p:nvSpPr>
            <p:spPr>
              <a:xfrm>
                <a:off x="2270875" y="2219625"/>
                <a:ext cx="747000" cy="267375"/>
              </a:xfrm>
              <a:custGeom>
                <a:avLst/>
                <a:gdLst/>
                <a:ahLst/>
                <a:cxnLst/>
                <a:rect l="l" t="t" r="r" b="b"/>
                <a:pathLst>
                  <a:path w="29880" h="10695" extrusionOk="0">
                    <a:moveTo>
                      <a:pt x="20359" y="1"/>
                    </a:moveTo>
                    <a:lnTo>
                      <a:pt x="17111" y="3359"/>
                    </a:lnTo>
                    <a:lnTo>
                      <a:pt x="5799" y="3359"/>
                    </a:lnTo>
                    <a:lnTo>
                      <a:pt x="1" y="9126"/>
                    </a:lnTo>
                    <a:lnTo>
                      <a:pt x="1" y="10694"/>
                    </a:lnTo>
                    <a:lnTo>
                      <a:pt x="191" y="10694"/>
                    </a:lnTo>
                    <a:lnTo>
                      <a:pt x="191" y="9205"/>
                    </a:lnTo>
                    <a:lnTo>
                      <a:pt x="5878" y="3565"/>
                    </a:lnTo>
                    <a:lnTo>
                      <a:pt x="17190" y="3565"/>
                    </a:lnTo>
                    <a:lnTo>
                      <a:pt x="20438" y="191"/>
                    </a:lnTo>
                    <a:lnTo>
                      <a:pt x="29405" y="191"/>
                    </a:lnTo>
                    <a:lnTo>
                      <a:pt x="29737" y="507"/>
                    </a:lnTo>
                    <a:lnTo>
                      <a:pt x="29880" y="365"/>
                    </a:lnTo>
                    <a:lnTo>
                      <a:pt x="2948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Google Shape;1370;p25"/>
              <p:cNvSpPr/>
              <p:nvPr/>
            </p:nvSpPr>
            <p:spPr>
              <a:xfrm>
                <a:off x="2182175" y="2199825"/>
                <a:ext cx="1311375" cy="282025"/>
              </a:xfrm>
              <a:custGeom>
                <a:avLst/>
                <a:gdLst/>
                <a:ahLst/>
                <a:cxnLst/>
                <a:rect l="l" t="t" r="r" b="b"/>
                <a:pathLst>
                  <a:path w="52455" h="11281" extrusionOk="0">
                    <a:moveTo>
                      <a:pt x="23907" y="0"/>
                    </a:moveTo>
                    <a:lnTo>
                      <a:pt x="20659" y="3359"/>
                    </a:lnTo>
                    <a:lnTo>
                      <a:pt x="9347" y="3359"/>
                    </a:lnTo>
                    <a:lnTo>
                      <a:pt x="1505" y="11090"/>
                    </a:lnTo>
                    <a:lnTo>
                      <a:pt x="0" y="11090"/>
                    </a:lnTo>
                    <a:lnTo>
                      <a:pt x="0" y="11280"/>
                    </a:lnTo>
                    <a:lnTo>
                      <a:pt x="1584" y="11280"/>
                    </a:lnTo>
                    <a:lnTo>
                      <a:pt x="9426" y="3565"/>
                    </a:lnTo>
                    <a:lnTo>
                      <a:pt x="20738" y="3565"/>
                    </a:lnTo>
                    <a:lnTo>
                      <a:pt x="23986" y="190"/>
                    </a:lnTo>
                    <a:lnTo>
                      <a:pt x="52455" y="190"/>
                    </a:lnTo>
                    <a:lnTo>
                      <a:pt x="5245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Google Shape;1371;p25"/>
              <p:cNvSpPr/>
              <p:nvPr/>
            </p:nvSpPr>
            <p:spPr>
              <a:xfrm>
                <a:off x="3182625" y="2105550"/>
                <a:ext cx="901850" cy="61825"/>
              </a:xfrm>
              <a:custGeom>
                <a:avLst/>
                <a:gdLst/>
                <a:ahLst/>
                <a:cxnLst/>
                <a:rect l="l" t="t" r="r" b="b"/>
                <a:pathLst>
                  <a:path w="36074" h="2473" extrusionOk="0">
                    <a:moveTo>
                      <a:pt x="33254" y="1"/>
                    </a:moveTo>
                    <a:lnTo>
                      <a:pt x="33254" y="207"/>
                    </a:lnTo>
                    <a:lnTo>
                      <a:pt x="34094" y="207"/>
                    </a:lnTo>
                    <a:lnTo>
                      <a:pt x="35646" y="2187"/>
                    </a:lnTo>
                    <a:lnTo>
                      <a:pt x="31559" y="2187"/>
                    </a:lnTo>
                    <a:lnTo>
                      <a:pt x="29658" y="207"/>
                    </a:lnTo>
                    <a:lnTo>
                      <a:pt x="27709" y="207"/>
                    </a:lnTo>
                    <a:lnTo>
                      <a:pt x="26014" y="1981"/>
                    </a:lnTo>
                    <a:lnTo>
                      <a:pt x="15986" y="1981"/>
                    </a:lnTo>
                    <a:lnTo>
                      <a:pt x="14417" y="207"/>
                    </a:lnTo>
                    <a:lnTo>
                      <a:pt x="1901" y="207"/>
                    </a:lnTo>
                    <a:lnTo>
                      <a:pt x="0" y="2361"/>
                    </a:lnTo>
                    <a:lnTo>
                      <a:pt x="159" y="2472"/>
                    </a:lnTo>
                    <a:lnTo>
                      <a:pt x="2012" y="397"/>
                    </a:lnTo>
                    <a:lnTo>
                      <a:pt x="14338" y="397"/>
                    </a:lnTo>
                    <a:lnTo>
                      <a:pt x="15906" y="2187"/>
                    </a:lnTo>
                    <a:lnTo>
                      <a:pt x="26093" y="2187"/>
                    </a:lnTo>
                    <a:lnTo>
                      <a:pt x="27788" y="397"/>
                    </a:lnTo>
                    <a:lnTo>
                      <a:pt x="29578" y="397"/>
                    </a:lnTo>
                    <a:lnTo>
                      <a:pt x="31480" y="2377"/>
                    </a:lnTo>
                    <a:lnTo>
                      <a:pt x="36074" y="2377"/>
                    </a:lnTo>
                    <a:lnTo>
                      <a:pt x="34189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Google Shape;1372;p25"/>
              <p:cNvSpPr/>
              <p:nvPr/>
            </p:nvSpPr>
            <p:spPr>
              <a:xfrm>
                <a:off x="3306975" y="2135275"/>
                <a:ext cx="934350" cy="79225"/>
              </a:xfrm>
              <a:custGeom>
                <a:avLst/>
                <a:gdLst/>
                <a:ahLst/>
                <a:cxnLst/>
                <a:rect l="l" t="t" r="r" b="b"/>
                <a:pathLst>
                  <a:path w="37374" h="3169" extrusionOk="0">
                    <a:moveTo>
                      <a:pt x="96" y="0"/>
                    </a:moveTo>
                    <a:lnTo>
                      <a:pt x="96" y="206"/>
                    </a:lnTo>
                    <a:lnTo>
                      <a:pt x="8730" y="206"/>
                    </a:lnTo>
                    <a:lnTo>
                      <a:pt x="10932" y="2376"/>
                    </a:lnTo>
                    <a:lnTo>
                      <a:pt x="37168" y="2376"/>
                    </a:lnTo>
                    <a:lnTo>
                      <a:pt x="37168" y="2978"/>
                    </a:lnTo>
                    <a:lnTo>
                      <a:pt x="11012" y="2978"/>
                    </a:lnTo>
                    <a:lnTo>
                      <a:pt x="8809" y="792"/>
                    </a:lnTo>
                    <a:lnTo>
                      <a:pt x="1" y="792"/>
                    </a:lnTo>
                    <a:lnTo>
                      <a:pt x="1" y="998"/>
                    </a:lnTo>
                    <a:lnTo>
                      <a:pt x="8730" y="998"/>
                    </a:lnTo>
                    <a:lnTo>
                      <a:pt x="10932" y="3169"/>
                    </a:lnTo>
                    <a:lnTo>
                      <a:pt x="37374" y="3169"/>
                    </a:lnTo>
                    <a:lnTo>
                      <a:pt x="37374" y="2186"/>
                    </a:lnTo>
                    <a:lnTo>
                      <a:pt x="11012" y="2186"/>
                    </a:lnTo>
                    <a:lnTo>
                      <a:pt x="88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Google Shape;1373;p25"/>
              <p:cNvSpPr/>
              <p:nvPr/>
            </p:nvSpPr>
            <p:spPr>
              <a:xfrm>
                <a:off x="2627350" y="2303600"/>
                <a:ext cx="1638525" cy="516475"/>
              </a:xfrm>
              <a:custGeom>
                <a:avLst/>
                <a:gdLst/>
                <a:ahLst/>
                <a:cxnLst/>
                <a:rect l="l" t="t" r="r" b="b"/>
                <a:pathLst>
                  <a:path w="65541" h="20659" extrusionOk="0">
                    <a:moveTo>
                      <a:pt x="40747" y="0"/>
                    </a:moveTo>
                    <a:lnTo>
                      <a:pt x="34743" y="5941"/>
                    </a:lnTo>
                    <a:lnTo>
                      <a:pt x="31923" y="5941"/>
                    </a:lnTo>
                    <a:lnTo>
                      <a:pt x="29420" y="3375"/>
                    </a:lnTo>
                    <a:lnTo>
                      <a:pt x="21293" y="3375"/>
                    </a:lnTo>
                    <a:lnTo>
                      <a:pt x="13926" y="10694"/>
                    </a:lnTo>
                    <a:lnTo>
                      <a:pt x="8016" y="10694"/>
                    </a:lnTo>
                    <a:lnTo>
                      <a:pt x="6844" y="11882"/>
                    </a:lnTo>
                    <a:lnTo>
                      <a:pt x="3660" y="11882"/>
                    </a:lnTo>
                    <a:lnTo>
                      <a:pt x="2377" y="13245"/>
                    </a:lnTo>
                    <a:lnTo>
                      <a:pt x="2377" y="17189"/>
                    </a:lnTo>
                    <a:lnTo>
                      <a:pt x="0" y="19645"/>
                    </a:lnTo>
                    <a:lnTo>
                      <a:pt x="0" y="20659"/>
                    </a:lnTo>
                    <a:lnTo>
                      <a:pt x="190" y="20659"/>
                    </a:lnTo>
                    <a:lnTo>
                      <a:pt x="190" y="19724"/>
                    </a:lnTo>
                    <a:lnTo>
                      <a:pt x="2567" y="17269"/>
                    </a:lnTo>
                    <a:lnTo>
                      <a:pt x="2567" y="13324"/>
                    </a:lnTo>
                    <a:lnTo>
                      <a:pt x="3739" y="12088"/>
                    </a:lnTo>
                    <a:lnTo>
                      <a:pt x="6923" y="12088"/>
                    </a:lnTo>
                    <a:lnTo>
                      <a:pt x="8096" y="10900"/>
                    </a:lnTo>
                    <a:lnTo>
                      <a:pt x="14005" y="10900"/>
                    </a:lnTo>
                    <a:lnTo>
                      <a:pt x="21372" y="3565"/>
                    </a:lnTo>
                    <a:lnTo>
                      <a:pt x="29341" y="3565"/>
                    </a:lnTo>
                    <a:lnTo>
                      <a:pt x="31844" y="6147"/>
                    </a:lnTo>
                    <a:lnTo>
                      <a:pt x="34838" y="6147"/>
                    </a:lnTo>
                    <a:lnTo>
                      <a:pt x="40826" y="206"/>
                    </a:lnTo>
                    <a:lnTo>
                      <a:pt x="55354" y="206"/>
                    </a:lnTo>
                    <a:lnTo>
                      <a:pt x="57144" y="1980"/>
                    </a:lnTo>
                    <a:lnTo>
                      <a:pt x="65541" y="1980"/>
                    </a:lnTo>
                    <a:lnTo>
                      <a:pt x="65541" y="1790"/>
                    </a:lnTo>
                    <a:lnTo>
                      <a:pt x="57223" y="1790"/>
                    </a:lnTo>
                    <a:lnTo>
                      <a:pt x="554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Google Shape;1374;p25"/>
              <p:cNvSpPr/>
              <p:nvPr/>
            </p:nvSpPr>
            <p:spPr>
              <a:xfrm>
                <a:off x="2216225" y="2328550"/>
                <a:ext cx="1225450" cy="460250"/>
              </a:xfrm>
              <a:custGeom>
                <a:avLst/>
                <a:gdLst/>
                <a:ahLst/>
                <a:cxnLst/>
                <a:rect l="l" t="t" r="r" b="b"/>
                <a:pathLst>
                  <a:path w="49018" h="18410" extrusionOk="0">
                    <a:moveTo>
                      <a:pt x="37928" y="0"/>
                    </a:moveTo>
                    <a:lnTo>
                      <a:pt x="31242" y="6923"/>
                    </a:lnTo>
                    <a:lnTo>
                      <a:pt x="13039" y="6923"/>
                    </a:lnTo>
                    <a:lnTo>
                      <a:pt x="9950" y="10076"/>
                    </a:lnTo>
                    <a:lnTo>
                      <a:pt x="9902" y="10092"/>
                    </a:lnTo>
                    <a:lnTo>
                      <a:pt x="9902" y="12357"/>
                    </a:lnTo>
                    <a:lnTo>
                      <a:pt x="7130" y="15162"/>
                    </a:lnTo>
                    <a:lnTo>
                      <a:pt x="7130" y="17110"/>
                    </a:lnTo>
                    <a:lnTo>
                      <a:pt x="5878" y="18219"/>
                    </a:lnTo>
                    <a:lnTo>
                      <a:pt x="2488" y="18219"/>
                    </a:lnTo>
                    <a:lnTo>
                      <a:pt x="1189" y="17031"/>
                    </a:lnTo>
                    <a:lnTo>
                      <a:pt x="1" y="17031"/>
                    </a:lnTo>
                    <a:lnTo>
                      <a:pt x="1" y="17221"/>
                    </a:lnTo>
                    <a:lnTo>
                      <a:pt x="1141" y="17221"/>
                    </a:lnTo>
                    <a:lnTo>
                      <a:pt x="2409" y="18409"/>
                    </a:lnTo>
                    <a:lnTo>
                      <a:pt x="5942" y="18409"/>
                    </a:lnTo>
                    <a:lnTo>
                      <a:pt x="7336" y="17189"/>
                    </a:lnTo>
                    <a:lnTo>
                      <a:pt x="7336" y="15241"/>
                    </a:lnTo>
                    <a:lnTo>
                      <a:pt x="10108" y="12437"/>
                    </a:lnTo>
                    <a:lnTo>
                      <a:pt x="10108" y="10171"/>
                    </a:lnTo>
                    <a:lnTo>
                      <a:pt x="13118" y="7129"/>
                    </a:lnTo>
                    <a:lnTo>
                      <a:pt x="31321" y="7129"/>
                    </a:lnTo>
                    <a:lnTo>
                      <a:pt x="38007" y="190"/>
                    </a:lnTo>
                    <a:lnTo>
                      <a:pt x="45912" y="190"/>
                    </a:lnTo>
                    <a:lnTo>
                      <a:pt x="48780" y="2963"/>
                    </a:lnTo>
                    <a:lnTo>
                      <a:pt x="48796" y="3834"/>
                    </a:lnTo>
                    <a:lnTo>
                      <a:pt x="45992" y="982"/>
                    </a:lnTo>
                    <a:lnTo>
                      <a:pt x="37928" y="982"/>
                    </a:lnTo>
                    <a:lnTo>
                      <a:pt x="31242" y="7716"/>
                    </a:lnTo>
                    <a:lnTo>
                      <a:pt x="13372" y="7716"/>
                    </a:lnTo>
                    <a:lnTo>
                      <a:pt x="12279" y="8872"/>
                    </a:lnTo>
                    <a:lnTo>
                      <a:pt x="12279" y="10884"/>
                    </a:lnTo>
                    <a:lnTo>
                      <a:pt x="12484" y="10884"/>
                    </a:lnTo>
                    <a:lnTo>
                      <a:pt x="12484" y="8951"/>
                    </a:lnTo>
                    <a:lnTo>
                      <a:pt x="13451" y="7922"/>
                    </a:lnTo>
                    <a:lnTo>
                      <a:pt x="31321" y="7922"/>
                    </a:lnTo>
                    <a:lnTo>
                      <a:pt x="38007" y="1188"/>
                    </a:lnTo>
                    <a:lnTo>
                      <a:pt x="45912" y="1188"/>
                    </a:lnTo>
                    <a:lnTo>
                      <a:pt x="49017" y="4357"/>
                    </a:lnTo>
                    <a:lnTo>
                      <a:pt x="48986" y="2884"/>
                    </a:lnTo>
                    <a:lnTo>
                      <a:pt x="4599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Google Shape;1375;p25"/>
              <p:cNvSpPr/>
              <p:nvPr/>
            </p:nvSpPr>
            <p:spPr>
              <a:xfrm>
                <a:off x="2338600" y="2308750"/>
                <a:ext cx="1145850" cy="383400"/>
              </a:xfrm>
              <a:custGeom>
                <a:avLst/>
                <a:gdLst/>
                <a:ahLst/>
                <a:cxnLst/>
                <a:rect l="l" t="t" r="r" b="b"/>
                <a:pathLst>
                  <a:path w="45834" h="15336" extrusionOk="0">
                    <a:moveTo>
                      <a:pt x="32763" y="0"/>
                    </a:moveTo>
                    <a:lnTo>
                      <a:pt x="25919" y="6923"/>
                    </a:lnTo>
                    <a:lnTo>
                      <a:pt x="10457" y="6923"/>
                    </a:lnTo>
                    <a:lnTo>
                      <a:pt x="8096" y="4547"/>
                    </a:lnTo>
                    <a:lnTo>
                      <a:pt x="4215" y="4547"/>
                    </a:lnTo>
                    <a:lnTo>
                      <a:pt x="3233" y="5513"/>
                    </a:lnTo>
                    <a:lnTo>
                      <a:pt x="3233" y="12009"/>
                    </a:lnTo>
                    <a:lnTo>
                      <a:pt x="1" y="15209"/>
                    </a:lnTo>
                    <a:lnTo>
                      <a:pt x="143" y="15336"/>
                    </a:lnTo>
                    <a:lnTo>
                      <a:pt x="3423" y="12088"/>
                    </a:lnTo>
                    <a:lnTo>
                      <a:pt x="3423" y="5593"/>
                    </a:lnTo>
                    <a:lnTo>
                      <a:pt x="4294" y="4753"/>
                    </a:lnTo>
                    <a:lnTo>
                      <a:pt x="8017" y="4753"/>
                    </a:lnTo>
                    <a:lnTo>
                      <a:pt x="10378" y="7129"/>
                    </a:lnTo>
                    <a:lnTo>
                      <a:pt x="25999" y="7129"/>
                    </a:lnTo>
                    <a:lnTo>
                      <a:pt x="32843" y="190"/>
                    </a:lnTo>
                    <a:lnTo>
                      <a:pt x="43916" y="190"/>
                    </a:lnTo>
                    <a:lnTo>
                      <a:pt x="45691" y="1933"/>
                    </a:lnTo>
                    <a:lnTo>
                      <a:pt x="45833" y="1774"/>
                    </a:lnTo>
                    <a:lnTo>
                      <a:pt x="4401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Google Shape;1376;p25"/>
              <p:cNvSpPr/>
              <p:nvPr/>
            </p:nvSpPr>
            <p:spPr>
              <a:xfrm>
                <a:off x="2270875" y="2288925"/>
                <a:ext cx="1995000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79800" h="15448" extrusionOk="0">
                    <a:moveTo>
                      <a:pt x="34886" y="1"/>
                    </a:moveTo>
                    <a:lnTo>
                      <a:pt x="28074" y="6734"/>
                    </a:lnTo>
                    <a:lnTo>
                      <a:pt x="13720" y="6734"/>
                    </a:lnTo>
                    <a:lnTo>
                      <a:pt x="11360" y="4358"/>
                    </a:lnTo>
                    <a:lnTo>
                      <a:pt x="6084" y="4358"/>
                    </a:lnTo>
                    <a:lnTo>
                      <a:pt x="5150" y="5482"/>
                    </a:lnTo>
                    <a:lnTo>
                      <a:pt x="5150" y="11978"/>
                    </a:lnTo>
                    <a:lnTo>
                      <a:pt x="1918" y="15242"/>
                    </a:lnTo>
                    <a:lnTo>
                      <a:pt x="1" y="15242"/>
                    </a:lnTo>
                    <a:lnTo>
                      <a:pt x="1" y="15447"/>
                    </a:lnTo>
                    <a:lnTo>
                      <a:pt x="1997" y="15447"/>
                    </a:lnTo>
                    <a:lnTo>
                      <a:pt x="5340" y="12057"/>
                    </a:lnTo>
                    <a:lnTo>
                      <a:pt x="5340" y="5546"/>
                    </a:lnTo>
                    <a:lnTo>
                      <a:pt x="6179" y="4548"/>
                    </a:lnTo>
                    <a:lnTo>
                      <a:pt x="11281" y="4548"/>
                    </a:lnTo>
                    <a:lnTo>
                      <a:pt x="13641" y="6924"/>
                    </a:lnTo>
                    <a:lnTo>
                      <a:pt x="28153" y="6924"/>
                    </a:lnTo>
                    <a:lnTo>
                      <a:pt x="34997" y="191"/>
                    </a:lnTo>
                    <a:lnTo>
                      <a:pt x="79800" y="191"/>
                    </a:lnTo>
                    <a:lnTo>
                      <a:pt x="7980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Google Shape;1377;p25"/>
              <p:cNvSpPr/>
              <p:nvPr/>
            </p:nvSpPr>
            <p:spPr>
              <a:xfrm>
                <a:off x="2607925" y="2239425"/>
                <a:ext cx="850775" cy="188150"/>
              </a:xfrm>
              <a:custGeom>
                <a:avLst/>
                <a:gdLst/>
                <a:ahLst/>
                <a:cxnLst/>
                <a:rect l="l" t="t" r="r" b="b"/>
                <a:pathLst>
                  <a:path w="34031" h="7526" extrusionOk="0">
                    <a:moveTo>
                      <a:pt x="20580" y="1"/>
                    </a:moveTo>
                    <a:lnTo>
                      <a:pt x="14592" y="5736"/>
                    </a:lnTo>
                    <a:lnTo>
                      <a:pt x="11978" y="5736"/>
                    </a:lnTo>
                    <a:lnTo>
                      <a:pt x="11075" y="4944"/>
                    </a:lnTo>
                    <a:lnTo>
                      <a:pt x="9665" y="4944"/>
                    </a:lnTo>
                    <a:lnTo>
                      <a:pt x="7653" y="6924"/>
                    </a:lnTo>
                    <a:lnTo>
                      <a:pt x="1363" y="6924"/>
                    </a:lnTo>
                    <a:lnTo>
                      <a:pt x="460" y="5942"/>
                    </a:lnTo>
                    <a:lnTo>
                      <a:pt x="5562" y="5942"/>
                    </a:lnTo>
                    <a:lnTo>
                      <a:pt x="7193" y="4310"/>
                    </a:lnTo>
                    <a:lnTo>
                      <a:pt x="7051" y="4167"/>
                    </a:lnTo>
                    <a:lnTo>
                      <a:pt x="5467" y="5736"/>
                    </a:lnTo>
                    <a:lnTo>
                      <a:pt x="1" y="5736"/>
                    </a:lnTo>
                    <a:lnTo>
                      <a:pt x="1268" y="7130"/>
                    </a:lnTo>
                    <a:lnTo>
                      <a:pt x="7732" y="7130"/>
                    </a:lnTo>
                    <a:lnTo>
                      <a:pt x="9744" y="5149"/>
                    </a:lnTo>
                    <a:lnTo>
                      <a:pt x="11011" y="5149"/>
                    </a:lnTo>
                    <a:lnTo>
                      <a:pt x="11899" y="5942"/>
                    </a:lnTo>
                    <a:lnTo>
                      <a:pt x="14671" y="5942"/>
                    </a:lnTo>
                    <a:lnTo>
                      <a:pt x="20660" y="191"/>
                    </a:lnTo>
                    <a:lnTo>
                      <a:pt x="25476" y="191"/>
                    </a:lnTo>
                    <a:lnTo>
                      <a:pt x="32969" y="207"/>
                    </a:lnTo>
                    <a:lnTo>
                      <a:pt x="33540" y="793"/>
                    </a:lnTo>
                    <a:lnTo>
                      <a:pt x="21135" y="793"/>
                    </a:lnTo>
                    <a:lnTo>
                      <a:pt x="14544" y="7320"/>
                    </a:lnTo>
                    <a:lnTo>
                      <a:pt x="10473" y="7320"/>
                    </a:lnTo>
                    <a:lnTo>
                      <a:pt x="10473" y="7526"/>
                    </a:lnTo>
                    <a:lnTo>
                      <a:pt x="14624" y="7526"/>
                    </a:lnTo>
                    <a:lnTo>
                      <a:pt x="21214" y="983"/>
                    </a:lnTo>
                    <a:lnTo>
                      <a:pt x="34031" y="983"/>
                    </a:lnTo>
                    <a:lnTo>
                      <a:pt x="33048" y="16"/>
                    </a:lnTo>
                    <a:lnTo>
                      <a:pt x="2547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Google Shape;1378;p25"/>
              <p:cNvSpPr/>
              <p:nvPr/>
            </p:nvSpPr>
            <p:spPr>
              <a:xfrm>
                <a:off x="2686750" y="2749175"/>
                <a:ext cx="134675" cy="49125"/>
              </a:xfrm>
              <a:custGeom>
                <a:avLst/>
                <a:gdLst/>
                <a:ahLst/>
                <a:cxnLst/>
                <a:rect l="l" t="t" r="r" b="b"/>
                <a:pathLst>
                  <a:path w="5387" h="1965" extrusionOk="0">
                    <a:moveTo>
                      <a:pt x="1601" y="0"/>
                    </a:moveTo>
                    <a:lnTo>
                      <a:pt x="1" y="1648"/>
                    </a:lnTo>
                    <a:lnTo>
                      <a:pt x="143" y="1790"/>
                    </a:lnTo>
                    <a:lnTo>
                      <a:pt x="1680" y="206"/>
                    </a:lnTo>
                    <a:lnTo>
                      <a:pt x="3470" y="206"/>
                    </a:lnTo>
                    <a:lnTo>
                      <a:pt x="5229" y="1965"/>
                    </a:lnTo>
                    <a:lnTo>
                      <a:pt x="5387" y="1822"/>
                    </a:lnTo>
                    <a:lnTo>
                      <a:pt x="354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Google Shape;1379;p25"/>
              <p:cNvSpPr/>
              <p:nvPr/>
            </p:nvSpPr>
            <p:spPr>
              <a:xfrm>
                <a:off x="3467400" y="217645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Google Shape;1380;p25"/>
              <p:cNvSpPr/>
              <p:nvPr/>
            </p:nvSpPr>
            <p:spPr>
              <a:xfrm>
                <a:off x="2234450" y="2646575"/>
                <a:ext cx="46750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1" extrusionOk="0">
                    <a:moveTo>
                      <a:pt x="935" y="1"/>
                    </a:moveTo>
                    <a:cubicBezTo>
                      <a:pt x="428" y="1"/>
                      <a:pt x="0" y="429"/>
                      <a:pt x="0" y="936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6"/>
                    </a:cubicBezTo>
                    <a:cubicBezTo>
                      <a:pt x="1870" y="429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Google Shape;1381;p25"/>
              <p:cNvSpPr/>
              <p:nvPr/>
            </p:nvSpPr>
            <p:spPr>
              <a:xfrm>
                <a:off x="2175025" y="2735700"/>
                <a:ext cx="467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0" extrusionOk="0">
                    <a:moveTo>
                      <a:pt x="936" y="0"/>
                    </a:moveTo>
                    <a:cubicBezTo>
                      <a:pt x="429" y="0"/>
                      <a:pt x="1" y="428"/>
                      <a:pt x="1" y="935"/>
                    </a:cubicBezTo>
                    <a:cubicBezTo>
                      <a:pt x="1" y="1442"/>
                      <a:pt x="429" y="1870"/>
                      <a:pt x="936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28"/>
                      <a:pt x="1458" y="0"/>
                      <a:pt x="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Google Shape;1382;p25"/>
              <p:cNvSpPr/>
              <p:nvPr/>
            </p:nvSpPr>
            <p:spPr>
              <a:xfrm>
                <a:off x="2502175" y="2587175"/>
                <a:ext cx="4637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70" extrusionOk="0">
                    <a:moveTo>
                      <a:pt x="920" y="0"/>
                    </a:moveTo>
                    <a:cubicBezTo>
                      <a:pt x="413" y="0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20" y="1870"/>
                    </a:cubicBezTo>
                    <a:cubicBezTo>
                      <a:pt x="1443" y="1870"/>
                      <a:pt x="1854" y="1442"/>
                      <a:pt x="1854" y="935"/>
                    </a:cubicBezTo>
                    <a:cubicBezTo>
                      <a:pt x="1854" y="428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Google Shape;1383;p25"/>
              <p:cNvSpPr/>
              <p:nvPr/>
            </p:nvSpPr>
            <p:spPr>
              <a:xfrm>
                <a:off x="2774275" y="2309925"/>
                <a:ext cx="46775" cy="467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71" extrusionOk="0">
                    <a:moveTo>
                      <a:pt x="935" y="1"/>
                    </a:moveTo>
                    <a:cubicBezTo>
                      <a:pt x="413" y="1"/>
                      <a:pt x="1" y="428"/>
                      <a:pt x="1" y="935"/>
                    </a:cubicBezTo>
                    <a:cubicBezTo>
                      <a:pt x="1" y="1442"/>
                      <a:pt x="413" y="1870"/>
                      <a:pt x="935" y="1870"/>
                    </a:cubicBezTo>
                    <a:cubicBezTo>
                      <a:pt x="1442" y="1870"/>
                      <a:pt x="1870" y="1442"/>
                      <a:pt x="1870" y="935"/>
                    </a:cubicBezTo>
                    <a:cubicBezTo>
                      <a:pt x="1870" y="428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Google Shape;1384;p25"/>
              <p:cNvSpPr/>
              <p:nvPr/>
            </p:nvSpPr>
            <p:spPr>
              <a:xfrm>
                <a:off x="2803975" y="2780450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Google Shape;1385;p25"/>
              <p:cNvSpPr/>
              <p:nvPr/>
            </p:nvSpPr>
            <p:spPr>
              <a:xfrm>
                <a:off x="3462250" y="233487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28" y="1"/>
                      <a:pt x="0" y="413"/>
                      <a:pt x="0" y="935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3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Google Shape;1386;p25"/>
              <p:cNvSpPr/>
              <p:nvPr/>
            </p:nvSpPr>
            <p:spPr>
              <a:xfrm>
                <a:off x="3165600" y="2141600"/>
                <a:ext cx="463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70" extrusionOk="0">
                    <a:moveTo>
                      <a:pt x="919" y="1"/>
                    </a:moveTo>
                    <a:cubicBezTo>
                      <a:pt x="412" y="1"/>
                      <a:pt x="0" y="428"/>
                      <a:pt x="0" y="935"/>
                    </a:cubicBezTo>
                    <a:cubicBezTo>
                      <a:pt x="0" y="1442"/>
                      <a:pt x="412" y="1870"/>
                      <a:pt x="919" y="1870"/>
                    </a:cubicBezTo>
                    <a:cubicBezTo>
                      <a:pt x="1442" y="1870"/>
                      <a:pt x="1854" y="1442"/>
                      <a:pt x="1854" y="935"/>
                    </a:cubicBezTo>
                    <a:cubicBezTo>
                      <a:pt x="1854" y="428"/>
                      <a:pt x="1442" y="1"/>
                      <a:pt x="91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Google Shape;1387;p25"/>
              <p:cNvSpPr/>
              <p:nvPr/>
            </p:nvSpPr>
            <p:spPr>
              <a:xfrm>
                <a:off x="2843600" y="24042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Google Shape;1388;p25"/>
              <p:cNvSpPr/>
              <p:nvPr/>
            </p:nvSpPr>
            <p:spPr>
              <a:xfrm>
                <a:off x="2249500" y="2483400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Google Shape;1389;p25"/>
              <p:cNvSpPr/>
              <p:nvPr/>
            </p:nvSpPr>
            <p:spPr>
              <a:xfrm>
                <a:off x="2864575" y="2111500"/>
                <a:ext cx="217075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8683" h="1015" extrusionOk="0">
                    <a:moveTo>
                      <a:pt x="8556" y="0"/>
                    </a:moveTo>
                    <a:lnTo>
                      <a:pt x="7700" y="808"/>
                    </a:lnTo>
                    <a:lnTo>
                      <a:pt x="730" y="808"/>
                    </a:lnTo>
                    <a:lnTo>
                      <a:pt x="128" y="238"/>
                    </a:lnTo>
                    <a:lnTo>
                      <a:pt x="1" y="381"/>
                    </a:lnTo>
                    <a:lnTo>
                      <a:pt x="650" y="1014"/>
                    </a:lnTo>
                    <a:lnTo>
                      <a:pt x="7780" y="1014"/>
                    </a:lnTo>
                    <a:lnTo>
                      <a:pt x="8683" y="143"/>
                    </a:lnTo>
                    <a:lnTo>
                      <a:pt x="855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Google Shape;1390;p25"/>
              <p:cNvSpPr/>
              <p:nvPr/>
            </p:nvSpPr>
            <p:spPr>
              <a:xfrm>
                <a:off x="3067775" y="20790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19"/>
                    </a:cubicBezTo>
                    <a:cubicBezTo>
                      <a:pt x="0" y="1442"/>
                      <a:pt x="428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Google Shape;1391;p25"/>
              <p:cNvSpPr/>
              <p:nvPr/>
            </p:nvSpPr>
            <p:spPr>
              <a:xfrm>
                <a:off x="2827750" y="207190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74"/>
                    </a:moveTo>
                    <a:cubicBezTo>
                      <a:pt x="1490" y="174"/>
                      <a:pt x="1870" y="555"/>
                      <a:pt x="1870" y="1014"/>
                    </a:cubicBezTo>
                    <a:cubicBezTo>
                      <a:pt x="1870" y="1474"/>
                      <a:pt x="1490" y="1838"/>
                      <a:pt x="1030" y="1838"/>
                    </a:cubicBezTo>
                    <a:cubicBezTo>
                      <a:pt x="571" y="1838"/>
                      <a:pt x="206" y="1474"/>
                      <a:pt x="206" y="1014"/>
                    </a:cubicBezTo>
                    <a:cubicBezTo>
                      <a:pt x="206" y="555"/>
                      <a:pt x="571" y="174"/>
                      <a:pt x="1030" y="174"/>
                    </a:cubicBezTo>
                    <a:close/>
                    <a:moveTo>
                      <a:pt x="1030" y="0"/>
                    </a:moveTo>
                    <a:cubicBezTo>
                      <a:pt x="476" y="0"/>
                      <a:pt x="0" y="460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60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Google Shape;1392;p25"/>
              <p:cNvSpPr/>
              <p:nvPr/>
            </p:nvSpPr>
            <p:spPr>
              <a:xfrm>
                <a:off x="3261825" y="21194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1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1" y="206"/>
                    </a:cubicBezTo>
                    <a:close/>
                    <a:moveTo>
                      <a:pt x="1031" y="0"/>
                    </a:moveTo>
                    <a:cubicBezTo>
                      <a:pt x="460" y="0"/>
                      <a:pt x="1" y="460"/>
                      <a:pt x="1" y="1030"/>
                    </a:cubicBezTo>
                    <a:cubicBezTo>
                      <a:pt x="1" y="1600"/>
                      <a:pt x="476" y="2060"/>
                      <a:pt x="1031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60"/>
                      <a:pt x="1585" y="0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Google Shape;1393;p25"/>
              <p:cNvSpPr/>
              <p:nvPr/>
            </p:nvSpPr>
            <p:spPr>
              <a:xfrm>
                <a:off x="3004400" y="2223575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191"/>
                    </a:moveTo>
                    <a:cubicBezTo>
                      <a:pt x="1489" y="191"/>
                      <a:pt x="1870" y="571"/>
                      <a:pt x="1870" y="1031"/>
                    </a:cubicBezTo>
                    <a:cubicBezTo>
                      <a:pt x="1870" y="1474"/>
                      <a:pt x="1489" y="1855"/>
                      <a:pt x="1030" y="1855"/>
                    </a:cubicBezTo>
                    <a:cubicBezTo>
                      <a:pt x="586" y="1855"/>
                      <a:pt x="206" y="1474"/>
                      <a:pt x="206" y="1031"/>
                    </a:cubicBezTo>
                    <a:cubicBezTo>
                      <a:pt x="206" y="571"/>
                      <a:pt x="586" y="191"/>
                      <a:pt x="1030" y="191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0" y="445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584" y="2060"/>
                      <a:pt x="2060" y="1601"/>
                      <a:pt x="2060" y="1031"/>
                    </a:cubicBezTo>
                    <a:cubicBezTo>
                      <a:pt x="2060" y="445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Google Shape;1394;p25"/>
              <p:cNvSpPr/>
              <p:nvPr/>
            </p:nvSpPr>
            <p:spPr>
              <a:xfrm>
                <a:off x="2301375" y="26838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70"/>
                      <a:pt x="1870" y="1030"/>
                    </a:cubicBezTo>
                    <a:cubicBezTo>
                      <a:pt x="1870" y="1489"/>
                      <a:pt x="1490" y="1869"/>
                      <a:pt x="1030" y="1869"/>
                    </a:cubicBezTo>
                    <a:cubicBezTo>
                      <a:pt x="571" y="1869"/>
                      <a:pt x="207" y="1489"/>
                      <a:pt x="207" y="1030"/>
                    </a:cubicBezTo>
                    <a:cubicBezTo>
                      <a:pt x="207" y="570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59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59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Google Shape;1395;p25"/>
              <p:cNvSpPr/>
              <p:nvPr/>
            </p:nvSpPr>
            <p:spPr>
              <a:xfrm>
                <a:off x="2133050" y="245607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6"/>
                    </a:moveTo>
                    <a:cubicBezTo>
                      <a:pt x="1490" y="206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6"/>
                      <a:pt x="1030" y="206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60"/>
                      <a:pt x="1" y="1030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585" y="2060"/>
                      <a:pt x="2060" y="1601"/>
                      <a:pt x="2060" y="1030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25"/>
              <p:cNvSpPr/>
              <p:nvPr/>
            </p:nvSpPr>
            <p:spPr>
              <a:xfrm>
                <a:off x="2603575" y="2817275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07"/>
                    </a:moveTo>
                    <a:cubicBezTo>
                      <a:pt x="1490" y="207"/>
                      <a:pt x="1854" y="587"/>
                      <a:pt x="1854" y="1047"/>
                    </a:cubicBezTo>
                    <a:cubicBezTo>
                      <a:pt x="1854" y="1490"/>
                      <a:pt x="1490" y="1870"/>
                      <a:pt x="1030" y="1870"/>
                    </a:cubicBezTo>
                    <a:cubicBezTo>
                      <a:pt x="571" y="1870"/>
                      <a:pt x="191" y="1490"/>
                      <a:pt x="191" y="1047"/>
                    </a:cubicBezTo>
                    <a:cubicBezTo>
                      <a:pt x="191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31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585" y="2076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Google Shape;1397;p25"/>
              <p:cNvSpPr/>
              <p:nvPr/>
            </p:nvSpPr>
            <p:spPr>
              <a:xfrm>
                <a:off x="2647925" y="27828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70" y="571"/>
                      <a:pt x="1870" y="1030"/>
                    </a:cubicBezTo>
                    <a:cubicBezTo>
                      <a:pt x="1870" y="1490"/>
                      <a:pt x="1490" y="1870"/>
                      <a:pt x="1031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71"/>
                      <a:pt x="587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Google Shape;1398;p25"/>
              <p:cNvSpPr/>
              <p:nvPr/>
            </p:nvSpPr>
            <p:spPr>
              <a:xfrm>
                <a:off x="3964850" y="2084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73"/>
                      <a:pt x="1490" y="1854"/>
                      <a:pt x="1030" y="1854"/>
                    </a:cubicBezTo>
                    <a:cubicBezTo>
                      <a:pt x="587" y="1854"/>
                      <a:pt x="206" y="1473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44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399" name="Google Shape;1399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352875" y="42223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0" name="Google Shape;1400;p25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371350" y="430407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lvl="1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lvl="2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lvl="3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lvl="4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lvl="5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lvl="6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lvl="7" indent="-304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lvl="8" indent="-30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Saira"/>
              <a:buChar char="■"/>
              <a:defRPr sz="1200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  <p:sldLayoutId id="2147483661" r:id="rId13"/>
    <p:sldLayoutId id="2147483662" r:id="rId14"/>
    <p:sldLayoutId id="2147483663" r:id="rId15"/>
    <p:sldLayoutId id="2147483665" r:id="rId16"/>
    <p:sldLayoutId id="2147483667" r:id="rId17"/>
    <p:sldLayoutId id="2147483668" r:id="rId18"/>
    <p:sldLayoutId id="2147483670" r:id="rId19"/>
    <p:sldLayoutId id="2147483671" r:id="rId2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29"/>
          <p:cNvSpPr txBox="1">
            <a:spLocks noGrp="1"/>
          </p:cNvSpPr>
          <p:nvPr>
            <p:ph type="ctrTitle"/>
          </p:nvPr>
        </p:nvSpPr>
        <p:spPr>
          <a:xfrm>
            <a:off x="1568675" y="1027819"/>
            <a:ext cx="6006600" cy="19532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ATTENDANCE </a:t>
            </a:r>
            <a:br>
              <a:rPr lang="es-419" dirty="0"/>
            </a:br>
            <a:r>
              <a:rPr lang="es-419" dirty="0"/>
              <a:t>SYSTEM</a:t>
            </a:r>
          </a:p>
        </p:txBody>
      </p:sp>
      <p:cxnSp>
        <p:nvCxnSpPr>
          <p:cNvPr id="1413" name="Google Shape;1413;p29"/>
          <p:cNvCxnSpPr/>
          <p:nvPr/>
        </p:nvCxnSpPr>
        <p:spPr>
          <a:xfrm>
            <a:off x="2145900" y="3459619"/>
            <a:ext cx="48522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414" name="Google Shape;1414;p29"/>
          <p:cNvGrpSpPr/>
          <p:nvPr/>
        </p:nvGrpSpPr>
        <p:grpSpPr>
          <a:xfrm>
            <a:off x="0" y="3058850"/>
            <a:ext cx="1731700" cy="3126028"/>
            <a:chOff x="0" y="3058850"/>
            <a:chExt cx="1731700" cy="3126028"/>
          </a:xfrm>
        </p:grpSpPr>
        <p:grpSp>
          <p:nvGrpSpPr>
            <p:cNvPr id="1415" name="Google Shape;1415;p29"/>
            <p:cNvGrpSpPr/>
            <p:nvPr/>
          </p:nvGrpSpPr>
          <p:grpSpPr>
            <a:xfrm>
              <a:off x="256564" y="3613234"/>
              <a:ext cx="1041216" cy="2571644"/>
              <a:chOff x="4709050" y="974800"/>
              <a:chExt cx="684425" cy="1690425"/>
            </a:xfrm>
          </p:grpSpPr>
          <p:sp>
            <p:nvSpPr>
              <p:cNvPr id="1416" name="Google Shape;1416;p29"/>
              <p:cNvSpPr/>
              <p:nvPr/>
            </p:nvSpPr>
            <p:spPr>
              <a:xfrm>
                <a:off x="4909450" y="1554625"/>
                <a:ext cx="445600" cy="869400"/>
              </a:xfrm>
              <a:custGeom>
                <a:avLst/>
                <a:gdLst/>
                <a:ahLst/>
                <a:cxnLst/>
                <a:rect l="l" t="t" r="r" b="b"/>
                <a:pathLst>
                  <a:path w="17824" h="34776" extrusionOk="0">
                    <a:moveTo>
                      <a:pt x="16303" y="1"/>
                    </a:moveTo>
                    <a:lnTo>
                      <a:pt x="13832" y="2377"/>
                    </a:lnTo>
                    <a:lnTo>
                      <a:pt x="9887" y="2377"/>
                    </a:lnTo>
                    <a:lnTo>
                      <a:pt x="8524" y="3645"/>
                    </a:lnTo>
                    <a:lnTo>
                      <a:pt x="8524" y="6829"/>
                    </a:lnTo>
                    <a:lnTo>
                      <a:pt x="7336" y="8001"/>
                    </a:lnTo>
                    <a:lnTo>
                      <a:pt x="7336" y="13895"/>
                    </a:lnTo>
                    <a:lnTo>
                      <a:pt x="48" y="21246"/>
                    </a:lnTo>
                    <a:lnTo>
                      <a:pt x="1" y="21262"/>
                    </a:lnTo>
                    <a:lnTo>
                      <a:pt x="1" y="29405"/>
                    </a:lnTo>
                    <a:lnTo>
                      <a:pt x="2583" y="31908"/>
                    </a:lnTo>
                    <a:lnTo>
                      <a:pt x="2583" y="34775"/>
                    </a:lnTo>
                    <a:lnTo>
                      <a:pt x="2773" y="34775"/>
                    </a:lnTo>
                    <a:lnTo>
                      <a:pt x="2773" y="31829"/>
                    </a:lnTo>
                    <a:lnTo>
                      <a:pt x="207" y="29325"/>
                    </a:lnTo>
                    <a:lnTo>
                      <a:pt x="207" y="21341"/>
                    </a:lnTo>
                    <a:lnTo>
                      <a:pt x="7526" y="13974"/>
                    </a:lnTo>
                    <a:lnTo>
                      <a:pt x="7526" y="8081"/>
                    </a:lnTo>
                    <a:lnTo>
                      <a:pt x="8714" y="6908"/>
                    </a:lnTo>
                    <a:lnTo>
                      <a:pt x="8714" y="3740"/>
                    </a:lnTo>
                    <a:lnTo>
                      <a:pt x="9966" y="2567"/>
                    </a:lnTo>
                    <a:lnTo>
                      <a:pt x="13911" y="2567"/>
                    </a:lnTo>
                    <a:lnTo>
                      <a:pt x="16382" y="191"/>
                    </a:lnTo>
                    <a:lnTo>
                      <a:pt x="17824" y="191"/>
                    </a:lnTo>
                    <a:lnTo>
                      <a:pt x="1782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29"/>
              <p:cNvSpPr/>
              <p:nvPr/>
            </p:nvSpPr>
            <p:spPr>
              <a:xfrm>
                <a:off x="5210875" y="1019950"/>
                <a:ext cx="139425" cy="359250"/>
              </a:xfrm>
              <a:custGeom>
                <a:avLst/>
                <a:gdLst/>
                <a:ahLst/>
                <a:cxnLst/>
                <a:rect l="l" t="t" r="r" b="b"/>
                <a:pathLst>
                  <a:path w="5577" h="14370" extrusionOk="0">
                    <a:moveTo>
                      <a:pt x="2994" y="0"/>
                    </a:moveTo>
                    <a:lnTo>
                      <a:pt x="2994" y="1426"/>
                    </a:lnTo>
                    <a:lnTo>
                      <a:pt x="5371" y="3977"/>
                    </a:lnTo>
                    <a:lnTo>
                      <a:pt x="5371" y="6290"/>
                    </a:lnTo>
                    <a:lnTo>
                      <a:pt x="4579" y="7240"/>
                    </a:lnTo>
                    <a:lnTo>
                      <a:pt x="4579" y="11280"/>
                    </a:lnTo>
                    <a:lnTo>
                      <a:pt x="3153" y="12864"/>
                    </a:lnTo>
                    <a:lnTo>
                      <a:pt x="1378" y="12864"/>
                    </a:lnTo>
                    <a:lnTo>
                      <a:pt x="0" y="14243"/>
                    </a:lnTo>
                    <a:lnTo>
                      <a:pt x="143" y="14370"/>
                    </a:lnTo>
                    <a:lnTo>
                      <a:pt x="1458" y="13070"/>
                    </a:lnTo>
                    <a:lnTo>
                      <a:pt x="3264" y="13070"/>
                    </a:lnTo>
                    <a:lnTo>
                      <a:pt x="4785" y="11359"/>
                    </a:lnTo>
                    <a:lnTo>
                      <a:pt x="4785" y="7320"/>
                    </a:lnTo>
                    <a:lnTo>
                      <a:pt x="5577" y="6369"/>
                    </a:lnTo>
                    <a:lnTo>
                      <a:pt x="5577" y="3898"/>
                    </a:lnTo>
                    <a:lnTo>
                      <a:pt x="3200" y="1363"/>
                    </a:lnTo>
                    <a:lnTo>
                      <a:pt x="320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29"/>
              <p:cNvSpPr/>
              <p:nvPr/>
            </p:nvSpPr>
            <p:spPr>
              <a:xfrm>
                <a:off x="4850050" y="1150250"/>
                <a:ext cx="460650" cy="1218325"/>
              </a:xfrm>
              <a:custGeom>
                <a:avLst/>
                <a:gdLst/>
                <a:ahLst/>
                <a:cxnLst/>
                <a:rect l="l" t="t" r="r" b="b"/>
                <a:pathLst>
                  <a:path w="18426" h="48733" extrusionOk="0">
                    <a:moveTo>
                      <a:pt x="17031" y="0"/>
                    </a:moveTo>
                    <a:lnTo>
                      <a:pt x="17031" y="919"/>
                    </a:lnTo>
                    <a:lnTo>
                      <a:pt x="18220" y="2187"/>
                    </a:lnTo>
                    <a:lnTo>
                      <a:pt x="18220" y="5593"/>
                    </a:lnTo>
                    <a:lnTo>
                      <a:pt x="17111" y="6860"/>
                    </a:lnTo>
                    <a:lnTo>
                      <a:pt x="15194" y="6860"/>
                    </a:lnTo>
                    <a:lnTo>
                      <a:pt x="12358" y="9633"/>
                    </a:lnTo>
                    <a:lnTo>
                      <a:pt x="10124" y="9633"/>
                    </a:lnTo>
                    <a:lnTo>
                      <a:pt x="6940" y="12754"/>
                    </a:lnTo>
                    <a:lnTo>
                      <a:pt x="6940" y="30941"/>
                    </a:lnTo>
                    <a:lnTo>
                      <a:pt x="1" y="37643"/>
                    </a:lnTo>
                    <a:lnTo>
                      <a:pt x="1" y="45706"/>
                    </a:lnTo>
                    <a:lnTo>
                      <a:pt x="2900" y="48685"/>
                    </a:lnTo>
                    <a:lnTo>
                      <a:pt x="4357" y="48732"/>
                    </a:lnTo>
                    <a:lnTo>
                      <a:pt x="1189" y="45627"/>
                    </a:lnTo>
                    <a:lnTo>
                      <a:pt x="1189" y="37722"/>
                    </a:lnTo>
                    <a:lnTo>
                      <a:pt x="7922" y="31020"/>
                    </a:lnTo>
                    <a:lnTo>
                      <a:pt x="7922" y="13182"/>
                    </a:lnTo>
                    <a:lnTo>
                      <a:pt x="8952" y="12215"/>
                    </a:lnTo>
                    <a:lnTo>
                      <a:pt x="10900" y="12215"/>
                    </a:lnTo>
                    <a:lnTo>
                      <a:pt x="10900" y="12009"/>
                    </a:lnTo>
                    <a:lnTo>
                      <a:pt x="8872" y="12009"/>
                    </a:lnTo>
                    <a:lnTo>
                      <a:pt x="7732" y="13086"/>
                    </a:lnTo>
                    <a:lnTo>
                      <a:pt x="7732" y="30941"/>
                    </a:lnTo>
                    <a:lnTo>
                      <a:pt x="999" y="37643"/>
                    </a:lnTo>
                    <a:lnTo>
                      <a:pt x="999" y="45706"/>
                    </a:lnTo>
                    <a:lnTo>
                      <a:pt x="3866" y="48526"/>
                    </a:lnTo>
                    <a:lnTo>
                      <a:pt x="2995" y="48495"/>
                    </a:lnTo>
                    <a:lnTo>
                      <a:pt x="207" y="45627"/>
                    </a:lnTo>
                    <a:lnTo>
                      <a:pt x="207" y="37722"/>
                    </a:lnTo>
                    <a:lnTo>
                      <a:pt x="7130" y="31020"/>
                    </a:lnTo>
                    <a:lnTo>
                      <a:pt x="7130" y="12833"/>
                    </a:lnTo>
                    <a:lnTo>
                      <a:pt x="10203" y="9839"/>
                    </a:lnTo>
                    <a:lnTo>
                      <a:pt x="12437" y="9839"/>
                    </a:lnTo>
                    <a:lnTo>
                      <a:pt x="15273" y="7066"/>
                    </a:lnTo>
                    <a:lnTo>
                      <a:pt x="17221" y="7066"/>
                    </a:lnTo>
                    <a:lnTo>
                      <a:pt x="18425" y="5672"/>
                    </a:lnTo>
                    <a:lnTo>
                      <a:pt x="18425" y="2108"/>
                    </a:lnTo>
                    <a:lnTo>
                      <a:pt x="17237" y="840"/>
                    </a:lnTo>
                    <a:lnTo>
                      <a:pt x="172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29"/>
              <p:cNvSpPr/>
              <p:nvPr/>
            </p:nvSpPr>
            <p:spPr>
              <a:xfrm>
                <a:off x="4830250" y="1265900"/>
                <a:ext cx="383425" cy="1145050"/>
              </a:xfrm>
              <a:custGeom>
                <a:avLst/>
                <a:gdLst/>
                <a:ahLst/>
                <a:cxnLst/>
                <a:rect l="l" t="t" r="r" b="b"/>
                <a:pathLst>
                  <a:path w="15337" h="45802" extrusionOk="0">
                    <a:moveTo>
                      <a:pt x="15193" y="1"/>
                    </a:moveTo>
                    <a:lnTo>
                      <a:pt x="12041" y="3232"/>
                    </a:lnTo>
                    <a:lnTo>
                      <a:pt x="5529" y="3232"/>
                    </a:lnTo>
                    <a:lnTo>
                      <a:pt x="4563" y="4199"/>
                    </a:lnTo>
                    <a:lnTo>
                      <a:pt x="4563" y="8080"/>
                    </a:lnTo>
                    <a:lnTo>
                      <a:pt x="6939" y="10441"/>
                    </a:lnTo>
                    <a:lnTo>
                      <a:pt x="6939" y="25903"/>
                    </a:lnTo>
                    <a:lnTo>
                      <a:pt x="0" y="32731"/>
                    </a:lnTo>
                    <a:lnTo>
                      <a:pt x="0" y="43980"/>
                    </a:lnTo>
                    <a:lnTo>
                      <a:pt x="1806" y="45801"/>
                    </a:lnTo>
                    <a:lnTo>
                      <a:pt x="1949" y="45675"/>
                    </a:lnTo>
                    <a:lnTo>
                      <a:pt x="206" y="43900"/>
                    </a:lnTo>
                    <a:lnTo>
                      <a:pt x="206" y="32811"/>
                    </a:lnTo>
                    <a:lnTo>
                      <a:pt x="7130" y="25982"/>
                    </a:lnTo>
                    <a:lnTo>
                      <a:pt x="7130" y="10362"/>
                    </a:lnTo>
                    <a:lnTo>
                      <a:pt x="4753" y="8001"/>
                    </a:lnTo>
                    <a:lnTo>
                      <a:pt x="4753" y="4278"/>
                    </a:lnTo>
                    <a:lnTo>
                      <a:pt x="5609" y="3423"/>
                    </a:lnTo>
                    <a:lnTo>
                      <a:pt x="12120" y="3423"/>
                    </a:lnTo>
                    <a:lnTo>
                      <a:pt x="15336" y="143"/>
                    </a:lnTo>
                    <a:lnTo>
                      <a:pt x="151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Google Shape;1420;p29"/>
              <p:cNvSpPr/>
              <p:nvPr/>
            </p:nvSpPr>
            <p:spPr>
              <a:xfrm>
                <a:off x="4810450" y="1204500"/>
                <a:ext cx="386175" cy="1412000"/>
              </a:xfrm>
              <a:custGeom>
                <a:avLst/>
                <a:gdLst/>
                <a:ahLst/>
                <a:cxnLst/>
                <a:rect l="l" t="t" r="r" b="b"/>
                <a:pathLst>
                  <a:path w="15447" h="56480" extrusionOk="0">
                    <a:moveTo>
                      <a:pt x="15257" y="1"/>
                    </a:moveTo>
                    <a:lnTo>
                      <a:pt x="15257" y="1649"/>
                    </a:lnTo>
                    <a:lnTo>
                      <a:pt x="11993" y="4896"/>
                    </a:lnTo>
                    <a:lnTo>
                      <a:pt x="5498" y="4896"/>
                    </a:lnTo>
                    <a:lnTo>
                      <a:pt x="4357" y="5831"/>
                    </a:lnTo>
                    <a:lnTo>
                      <a:pt x="4357" y="11107"/>
                    </a:lnTo>
                    <a:lnTo>
                      <a:pt x="6733" y="13451"/>
                    </a:lnTo>
                    <a:lnTo>
                      <a:pt x="6733" y="27805"/>
                    </a:lnTo>
                    <a:lnTo>
                      <a:pt x="0" y="34633"/>
                    </a:lnTo>
                    <a:lnTo>
                      <a:pt x="0" y="56480"/>
                    </a:lnTo>
                    <a:lnTo>
                      <a:pt x="206" y="56480"/>
                    </a:lnTo>
                    <a:lnTo>
                      <a:pt x="206" y="34712"/>
                    </a:lnTo>
                    <a:lnTo>
                      <a:pt x="6939" y="27884"/>
                    </a:lnTo>
                    <a:lnTo>
                      <a:pt x="6939" y="13372"/>
                    </a:lnTo>
                    <a:lnTo>
                      <a:pt x="4563" y="11012"/>
                    </a:lnTo>
                    <a:lnTo>
                      <a:pt x="4563" y="5910"/>
                    </a:lnTo>
                    <a:lnTo>
                      <a:pt x="5577" y="5086"/>
                    </a:lnTo>
                    <a:lnTo>
                      <a:pt x="12056" y="5086"/>
                    </a:lnTo>
                    <a:lnTo>
                      <a:pt x="15447" y="1728"/>
                    </a:lnTo>
                    <a:lnTo>
                      <a:pt x="154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Google Shape;1421;p29"/>
              <p:cNvSpPr/>
              <p:nvPr/>
            </p:nvSpPr>
            <p:spPr>
              <a:xfrm>
                <a:off x="4746675" y="1534825"/>
                <a:ext cx="192525" cy="533125"/>
              </a:xfrm>
              <a:custGeom>
                <a:avLst/>
                <a:gdLst/>
                <a:ahLst/>
                <a:cxnLst/>
                <a:rect l="l" t="t" r="r" b="b"/>
                <a:pathLst>
                  <a:path w="7701" h="21325" extrusionOk="0">
                    <a:moveTo>
                      <a:pt x="6322" y="1"/>
                    </a:moveTo>
                    <a:lnTo>
                      <a:pt x="6322" y="5482"/>
                    </a:lnTo>
                    <a:lnTo>
                      <a:pt x="5435" y="6670"/>
                    </a:lnTo>
                    <a:lnTo>
                      <a:pt x="5593" y="6797"/>
                    </a:lnTo>
                    <a:lnTo>
                      <a:pt x="6512" y="5546"/>
                    </a:lnTo>
                    <a:lnTo>
                      <a:pt x="6512" y="460"/>
                    </a:lnTo>
                    <a:lnTo>
                      <a:pt x="7510" y="1363"/>
                    </a:lnTo>
                    <a:lnTo>
                      <a:pt x="7510" y="7637"/>
                    </a:lnTo>
                    <a:lnTo>
                      <a:pt x="5530" y="9665"/>
                    </a:lnTo>
                    <a:lnTo>
                      <a:pt x="5530" y="11090"/>
                    </a:lnTo>
                    <a:lnTo>
                      <a:pt x="6322" y="11978"/>
                    </a:lnTo>
                    <a:lnTo>
                      <a:pt x="6322" y="14592"/>
                    </a:lnTo>
                    <a:lnTo>
                      <a:pt x="1" y="21182"/>
                    </a:lnTo>
                    <a:lnTo>
                      <a:pt x="159" y="21325"/>
                    </a:lnTo>
                    <a:lnTo>
                      <a:pt x="6512" y="14671"/>
                    </a:lnTo>
                    <a:lnTo>
                      <a:pt x="6512" y="11914"/>
                    </a:lnTo>
                    <a:lnTo>
                      <a:pt x="5720" y="11011"/>
                    </a:lnTo>
                    <a:lnTo>
                      <a:pt x="5720" y="9760"/>
                    </a:lnTo>
                    <a:lnTo>
                      <a:pt x="7700" y="7716"/>
                    </a:lnTo>
                    <a:lnTo>
                      <a:pt x="7700" y="1284"/>
                    </a:lnTo>
                    <a:lnTo>
                      <a:pt x="6322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Google Shape;1422;p29"/>
              <p:cNvSpPr/>
              <p:nvPr/>
            </p:nvSpPr>
            <p:spPr>
              <a:xfrm>
                <a:off x="4780750" y="1797025"/>
                <a:ext cx="168350" cy="692350"/>
              </a:xfrm>
              <a:custGeom>
                <a:avLst/>
                <a:gdLst/>
                <a:ahLst/>
                <a:cxnLst/>
                <a:rect l="l" t="t" r="r" b="b"/>
                <a:pathLst>
                  <a:path w="6734" h="27694" extrusionOk="0">
                    <a:moveTo>
                      <a:pt x="6543" y="0"/>
                    </a:moveTo>
                    <a:lnTo>
                      <a:pt x="6543" y="4040"/>
                    </a:lnTo>
                    <a:lnTo>
                      <a:pt x="0" y="10663"/>
                    </a:lnTo>
                    <a:lnTo>
                      <a:pt x="0" y="27693"/>
                    </a:lnTo>
                    <a:lnTo>
                      <a:pt x="206" y="27693"/>
                    </a:lnTo>
                    <a:lnTo>
                      <a:pt x="206" y="10742"/>
                    </a:lnTo>
                    <a:lnTo>
                      <a:pt x="6733" y="4151"/>
                    </a:lnTo>
                    <a:lnTo>
                      <a:pt x="67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Google Shape;1423;p29"/>
              <p:cNvSpPr/>
              <p:nvPr/>
            </p:nvSpPr>
            <p:spPr>
              <a:xfrm>
                <a:off x="5346725" y="1534425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20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29"/>
              <p:cNvSpPr/>
              <p:nvPr/>
            </p:nvSpPr>
            <p:spPr>
              <a:xfrm>
                <a:off x="5262750" y="9748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1" y="412"/>
                      <a:pt x="1" y="935"/>
                    </a:cubicBezTo>
                    <a:cubicBezTo>
                      <a:pt x="1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35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29"/>
              <p:cNvSpPr/>
              <p:nvPr/>
            </p:nvSpPr>
            <p:spPr>
              <a:xfrm>
                <a:off x="4861525" y="239072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2"/>
                      <a:pt x="1" y="935"/>
                    </a:cubicBezTo>
                    <a:cubicBezTo>
                      <a:pt x="1" y="1442"/>
                      <a:pt x="413" y="1854"/>
                      <a:pt x="936" y="1854"/>
                    </a:cubicBezTo>
                    <a:cubicBezTo>
                      <a:pt x="1443" y="1854"/>
                      <a:pt x="1870" y="1442"/>
                      <a:pt x="1870" y="935"/>
                    </a:cubicBezTo>
                    <a:cubicBezTo>
                      <a:pt x="1870" y="412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29"/>
              <p:cNvSpPr/>
              <p:nvPr/>
            </p:nvSpPr>
            <p:spPr>
              <a:xfrm>
                <a:off x="4920950" y="177207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29"/>
              <p:cNvSpPr/>
              <p:nvPr/>
            </p:nvSpPr>
            <p:spPr>
              <a:xfrm>
                <a:off x="4709050" y="20592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29"/>
              <p:cNvSpPr/>
              <p:nvPr/>
            </p:nvSpPr>
            <p:spPr>
              <a:xfrm>
                <a:off x="5109075" y="1435425"/>
                <a:ext cx="467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4" extrusionOk="0">
                    <a:moveTo>
                      <a:pt x="935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35" y="1854"/>
                    </a:cubicBezTo>
                    <a:cubicBezTo>
                      <a:pt x="1442" y="1854"/>
                      <a:pt x="1870" y="1442"/>
                      <a:pt x="1870" y="919"/>
                    </a:cubicBezTo>
                    <a:cubicBezTo>
                      <a:pt x="1870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29"/>
              <p:cNvSpPr/>
              <p:nvPr/>
            </p:nvSpPr>
            <p:spPr>
              <a:xfrm>
                <a:off x="5188300" y="1360950"/>
                <a:ext cx="467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35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70" y="1442"/>
                      <a:pt x="1870" y="935"/>
                    </a:cubicBezTo>
                    <a:cubicBezTo>
                      <a:pt x="1870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29"/>
              <p:cNvSpPr/>
              <p:nvPr/>
            </p:nvSpPr>
            <p:spPr>
              <a:xfrm>
                <a:off x="5250075" y="110115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62" y="190"/>
                    </a:moveTo>
                    <a:cubicBezTo>
                      <a:pt x="1506" y="190"/>
                      <a:pt x="1886" y="570"/>
                      <a:pt x="1886" y="1030"/>
                    </a:cubicBezTo>
                    <a:cubicBezTo>
                      <a:pt x="1886" y="1489"/>
                      <a:pt x="1506" y="1854"/>
                      <a:pt x="1062" y="1854"/>
                    </a:cubicBezTo>
                    <a:cubicBezTo>
                      <a:pt x="603" y="1854"/>
                      <a:pt x="222" y="1489"/>
                      <a:pt x="222" y="1030"/>
                    </a:cubicBezTo>
                    <a:cubicBezTo>
                      <a:pt x="222" y="570"/>
                      <a:pt x="587" y="222"/>
                      <a:pt x="1062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6" y="2060"/>
                      <a:pt x="2060" y="1584"/>
                      <a:pt x="2060" y="1030"/>
                    </a:cubicBezTo>
                    <a:cubicBezTo>
                      <a:pt x="2060" y="475"/>
                      <a:pt x="1616" y="16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29"/>
              <p:cNvSpPr/>
              <p:nvPr/>
            </p:nvSpPr>
            <p:spPr>
              <a:xfrm>
                <a:off x="5166100" y="11554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7" y="206"/>
                    </a:moveTo>
                    <a:cubicBezTo>
                      <a:pt x="1506" y="206"/>
                      <a:pt x="1886" y="587"/>
                      <a:pt x="1886" y="1030"/>
                    </a:cubicBezTo>
                    <a:cubicBezTo>
                      <a:pt x="1886" y="1490"/>
                      <a:pt x="1506" y="1870"/>
                      <a:pt x="1047" y="1870"/>
                    </a:cubicBezTo>
                    <a:cubicBezTo>
                      <a:pt x="587" y="1870"/>
                      <a:pt x="207" y="1490"/>
                      <a:pt x="207" y="1030"/>
                    </a:cubicBezTo>
                    <a:cubicBezTo>
                      <a:pt x="207" y="587"/>
                      <a:pt x="571" y="222"/>
                      <a:pt x="1047" y="206"/>
                    </a:cubicBezTo>
                    <a:close/>
                    <a:moveTo>
                      <a:pt x="1031" y="0"/>
                    </a:moveTo>
                    <a:cubicBezTo>
                      <a:pt x="445" y="0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585"/>
                      <a:pt x="2060" y="1030"/>
                    </a:cubicBezTo>
                    <a:cubicBezTo>
                      <a:pt x="2060" y="476"/>
                      <a:pt x="1601" y="32"/>
                      <a:pt x="10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29"/>
              <p:cNvSpPr/>
              <p:nvPr/>
            </p:nvSpPr>
            <p:spPr>
              <a:xfrm>
                <a:off x="5205725" y="122985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46" y="191"/>
                    </a:moveTo>
                    <a:cubicBezTo>
                      <a:pt x="1505" y="191"/>
                      <a:pt x="1885" y="571"/>
                      <a:pt x="1885" y="1031"/>
                    </a:cubicBezTo>
                    <a:cubicBezTo>
                      <a:pt x="1885" y="1490"/>
                      <a:pt x="1505" y="1854"/>
                      <a:pt x="1046" y="1854"/>
                    </a:cubicBezTo>
                    <a:cubicBezTo>
                      <a:pt x="586" y="1854"/>
                      <a:pt x="206" y="1490"/>
                      <a:pt x="206" y="1031"/>
                    </a:cubicBezTo>
                    <a:cubicBezTo>
                      <a:pt x="206" y="571"/>
                      <a:pt x="571" y="223"/>
                      <a:pt x="1046" y="191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585"/>
                      <a:pt x="2060" y="1031"/>
                    </a:cubicBezTo>
                    <a:cubicBezTo>
                      <a:pt x="2060" y="476"/>
                      <a:pt x="1600" y="17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29"/>
              <p:cNvSpPr/>
              <p:nvPr/>
            </p:nvSpPr>
            <p:spPr>
              <a:xfrm>
                <a:off x="4844100" y="16952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62" y="191"/>
                    </a:moveTo>
                    <a:cubicBezTo>
                      <a:pt x="1506" y="191"/>
                      <a:pt x="1886" y="571"/>
                      <a:pt x="1886" y="1031"/>
                    </a:cubicBezTo>
                    <a:cubicBezTo>
                      <a:pt x="1886" y="1490"/>
                      <a:pt x="1506" y="1854"/>
                      <a:pt x="1062" y="1854"/>
                    </a:cubicBezTo>
                    <a:cubicBezTo>
                      <a:pt x="603" y="1854"/>
                      <a:pt x="223" y="1490"/>
                      <a:pt x="223" y="1031"/>
                    </a:cubicBezTo>
                    <a:cubicBezTo>
                      <a:pt x="223" y="571"/>
                      <a:pt x="587" y="207"/>
                      <a:pt x="1062" y="191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17" y="2060"/>
                      <a:pt x="2060" y="1585"/>
                      <a:pt x="2060" y="1031"/>
                    </a:cubicBezTo>
                    <a:cubicBezTo>
                      <a:pt x="2060" y="476"/>
                      <a:pt x="1601" y="17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29"/>
              <p:cNvSpPr/>
              <p:nvPr/>
            </p:nvSpPr>
            <p:spPr>
              <a:xfrm>
                <a:off x="4787075" y="2613700"/>
                <a:ext cx="519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76" h="2061" extrusionOk="0">
                    <a:moveTo>
                      <a:pt x="1062" y="191"/>
                    </a:moveTo>
                    <a:cubicBezTo>
                      <a:pt x="1521" y="191"/>
                      <a:pt x="1886" y="571"/>
                      <a:pt x="1886" y="1031"/>
                    </a:cubicBezTo>
                    <a:cubicBezTo>
                      <a:pt x="1886" y="1474"/>
                      <a:pt x="1506" y="1854"/>
                      <a:pt x="1062" y="1854"/>
                    </a:cubicBezTo>
                    <a:cubicBezTo>
                      <a:pt x="603" y="1854"/>
                      <a:pt x="222" y="1474"/>
                      <a:pt x="222" y="1031"/>
                    </a:cubicBezTo>
                    <a:cubicBezTo>
                      <a:pt x="222" y="587"/>
                      <a:pt x="587" y="207"/>
                      <a:pt x="1062" y="191"/>
                    </a:cubicBezTo>
                    <a:close/>
                    <a:moveTo>
                      <a:pt x="1046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92" y="2060"/>
                      <a:pt x="1046" y="2060"/>
                    </a:cubicBezTo>
                    <a:cubicBezTo>
                      <a:pt x="1617" y="2060"/>
                      <a:pt x="2076" y="1585"/>
                      <a:pt x="2076" y="1031"/>
                    </a:cubicBezTo>
                    <a:cubicBezTo>
                      <a:pt x="2076" y="476"/>
                      <a:pt x="1617" y="17"/>
                      <a:pt x="10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29"/>
              <p:cNvSpPr/>
              <p:nvPr/>
            </p:nvSpPr>
            <p:spPr>
              <a:xfrm>
                <a:off x="4752625" y="24869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46" y="190"/>
                    </a:moveTo>
                    <a:cubicBezTo>
                      <a:pt x="1505" y="190"/>
                      <a:pt x="1886" y="571"/>
                      <a:pt x="1886" y="1030"/>
                    </a:cubicBezTo>
                    <a:cubicBezTo>
                      <a:pt x="1886" y="1474"/>
                      <a:pt x="1505" y="1854"/>
                      <a:pt x="1046" y="1854"/>
                    </a:cubicBezTo>
                    <a:cubicBezTo>
                      <a:pt x="586" y="1854"/>
                      <a:pt x="222" y="1474"/>
                      <a:pt x="222" y="1030"/>
                    </a:cubicBezTo>
                    <a:cubicBezTo>
                      <a:pt x="222" y="571"/>
                      <a:pt x="602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6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600" y="2060"/>
                      <a:pt x="2060" y="1585"/>
                      <a:pt x="2060" y="1030"/>
                    </a:cubicBezTo>
                    <a:cubicBezTo>
                      <a:pt x="2060" y="476"/>
                      <a:pt x="1600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Google Shape;1436;p29"/>
              <p:cNvSpPr/>
              <p:nvPr/>
            </p:nvSpPr>
            <p:spPr>
              <a:xfrm>
                <a:off x="4950250" y="24216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46" y="190"/>
                    </a:moveTo>
                    <a:cubicBezTo>
                      <a:pt x="1506" y="190"/>
                      <a:pt x="1886" y="571"/>
                      <a:pt x="1886" y="1030"/>
                    </a:cubicBezTo>
                    <a:cubicBezTo>
                      <a:pt x="1886" y="1474"/>
                      <a:pt x="1506" y="1854"/>
                      <a:pt x="1046" y="1854"/>
                    </a:cubicBezTo>
                    <a:cubicBezTo>
                      <a:pt x="587" y="1854"/>
                      <a:pt x="223" y="1474"/>
                      <a:pt x="223" y="1030"/>
                    </a:cubicBezTo>
                    <a:cubicBezTo>
                      <a:pt x="223" y="571"/>
                      <a:pt x="587" y="190"/>
                      <a:pt x="1046" y="190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1" y="476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01" y="2060"/>
                      <a:pt x="2060" y="1584"/>
                      <a:pt x="2060" y="1030"/>
                    </a:cubicBezTo>
                    <a:cubicBezTo>
                      <a:pt x="2060" y="476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37" name="Google Shape;143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554350" y="305885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8" name="Google Shape;143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42362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39" name="Google Shape;1439;p29"/>
          <p:cNvGrpSpPr/>
          <p:nvPr/>
        </p:nvGrpSpPr>
        <p:grpSpPr>
          <a:xfrm>
            <a:off x="7093325" y="-149525"/>
            <a:ext cx="3508526" cy="2544095"/>
            <a:chOff x="7093325" y="-149525"/>
            <a:chExt cx="3508526" cy="2544095"/>
          </a:xfrm>
        </p:grpSpPr>
        <p:grpSp>
          <p:nvGrpSpPr>
            <p:cNvPr id="1440" name="Google Shape;1440;p29"/>
            <p:cNvGrpSpPr/>
            <p:nvPr/>
          </p:nvGrpSpPr>
          <p:grpSpPr>
            <a:xfrm>
              <a:off x="7467304" y="268423"/>
              <a:ext cx="3134546" cy="2126147"/>
              <a:chOff x="2280775" y="570800"/>
              <a:chExt cx="1702725" cy="1154950"/>
            </a:xfrm>
          </p:grpSpPr>
          <p:sp>
            <p:nvSpPr>
              <p:cNvPr id="1441" name="Google Shape;1441;p29"/>
              <p:cNvSpPr/>
              <p:nvPr/>
            </p:nvSpPr>
            <p:spPr>
              <a:xfrm>
                <a:off x="2562775" y="1179175"/>
                <a:ext cx="1420725" cy="546575"/>
              </a:xfrm>
              <a:custGeom>
                <a:avLst/>
                <a:gdLst/>
                <a:ahLst/>
                <a:cxnLst/>
                <a:rect l="l" t="t" r="r" b="b"/>
                <a:pathLst>
                  <a:path w="56829" h="21863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777" y="871"/>
                    </a:lnTo>
                    <a:lnTo>
                      <a:pt x="777" y="6495"/>
                    </a:lnTo>
                    <a:lnTo>
                      <a:pt x="15843" y="21831"/>
                    </a:lnTo>
                    <a:lnTo>
                      <a:pt x="15875" y="21863"/>
                    </a:lnTo>
                    <a:lnTo>
                      <a:pt x="56828" y="21863"/>
                    </a:lnTo>
                    <a:lnTo>
                      <a:pt x="56828" y="21673"/>
                    </a:lnTo>
                    <a:lnTo>
                      <a:pt x="15954" y="21673"/>
                    </a:lnTo>
                    <a:lnTo>
                      <a:pt x="983" y="6416"/>
                    </a:lnTo>
                    <a:lnTo>
                      <a:pt x="983" y="776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Google Shape;1442;p29"/>
              <p:cNvSpPr/>
              <p:nvPr/>
            </p:nvSpPr>
            <p:spPr>
              <a:xfrm>
                <a:off x="2385350" y="1087275"/>
                <a:ext cx="1598150" cy="574325"/>
              </a:xfrm>
              <a:custGeom>
                <a:avLst/>
                <a:gdLst/>
                <a:ahLst/>
                <a:cxnLst/>
                <a:rect l="l" t="t" r="r" b="b"/>
                <a:pathLst>
                  <a:path w="63926" h="22973" extrusionOk="0">
                    <a:moveTo>
                      <a:pt x="1901" y="1"/>
                    </a:moveTo>
                    <a:lnTo>
                      <a:pt x="0" y="1886"/>
                    </a:lnTo>
                    <a:lnTo>
                      <a:pt x="127" y="2013"/>
                    </a:lnTo>
                    <a:lnTo>
                      <a:pt x="1981" y="191"/>
                    </a:lnTo>
                    <a:lnTo>
                      <a:pt x="9363" y="191"/>
                    </a:lnTo>
                    <a:lnTo>
                      <a:pt x="9854" y="824"/>
                    </a:lnTo>
                    <a:lnTo>
                      <a:pt x="9854" y="8096"/>
                    </a:lnTo>
                    <a:lnTo>
                      <a:pt x="24636" y="22972"/>
                    </a:lnTo>
                    <a:lnTo>
                      <a:pt x="63925" y="22972"/>
                    </a:lnTo>
                    <a:lnTo>
                      <a:pt x="63925" y="22766"/>
                    </a:lnTo>
                    <a:lnTo>
                      <a:pt x="24715" y="22766"/>
                    </a:lnTo>
                    <a:lnTo>
                      <a:pt x="10060" y="8017"/>
                    </a:lnTo>
                    <a:lnTo>
                      <a:pt x="10060" y="745"/>
                    </a:lnTo>
                    <a:lnTo>
                      <a:pt x="9458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Google Shape;1443;p29"/>
              <p:cNvSpPr/>
              <p:nvPr/>
            </p:nvSpPr>
            <p:spPr>
              <a:xfrm>
                <a:off x="2329900" y="1057575"/>
                <a:ext cx="1653600" cy="579075"/>
              </a:xfrm>
              <a:custGeom>
                <a:avLst/>
                <a:gdLst/>
                <a:ahLst/>
                <a:cxnLst/>
                <a:rect l="l" t="t" r="r" b="b"/>
                <a:pathLst>
                  <a:path w="66144" h="23163" extrusionOk="0">
                    <a:moveTo>
                      <a:pt x="0" y="0"/>
                    </a:moveTo>
                    <a:lnTo>
                      <a:pt x="0" y="190"/>
                    </a:lnTo>
                    <a:lnTo>
                      <a:pt x="12278" y="190"/>
                    </a:lnTo>
                    <a:lnTo>
                      <a:pt x="13070" y="808"/>
                    </a:lnTo>
                    <a:lnTo>
                      <a:pt x="13070" y="8777"/>
                    </a:lnTo>
                    <a:lnTo>
                      <a:pt x="27297" y="23131"/>
                    </a:lnTo>
                    <a:lnTo>
                      <a:pt x="27329" y="23162"/>
                    </a:lnTo>
                    <a:lnTo>
                      <a:pt x="66143" y="23162"/>
                    </a:lnTo>
                    <a:lnTo>
                      <a:pt x="66143" y="22972"/>
                    </a:lnTo>
                    <a:lnTo>
                      <a:pt x="27408" y="22972"/>
                    </a:lnTo>
                    <a:lnTo>
                      <a:pt x="13261" y="8698"/>
                    </a:lnTo>
                    <a:lnTo>
                      <a:pt x="13261" y="713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Google Shape;1444;p29"/>
              <p:cNvSpPr/>
              <p:nvPr/>
            </p:nvSpPr>
            <p:spPr>
              <a:xfrm>
                <a:off x="2547725" y="1017975"/>
                <a:ext cx="1435775" cy="598875"/>
              </a:xfrm>
              <a:custGeom>
                <a:avLst/>
                <a:gdLst/>
                <a:ahLst/>
                <a:cxnLst/>
                <a:rect l="l" t="t" r="r" b="b"/>
                <a:pathLst>
                  <a:path w="57431" h="23955" extrusionOk="0">
                    <a:moveTo>
                      <a:pt x="1" y="0"/>
                    </a:moveTo>
                    <a:lnTo>
                      <a:pt x="1" y="190"/>
                    </a:lnTo>
                    <a:lnTo>
                      <a:pt x="4310" y="190"/>
                    </a:lnTo>
                    <a:lnTo>
                      <a:pt x="5340" y="1172"/>
                    </a:lnTo>
                    <a:lnTo>
                      <a:pt x="5340" y="9854"/>
                    </a:lnTo>
                    <a:lnTo>
                      <a:pt x="19059" y="23922"/>
                    </a:lnTo>
                    <a:lnTo>
                      <a:pt x="19091" y="23954"/>
                    </a:lnTo>
                    <a:lnTo>
                      <a:pt x="57430" y="23954"/>
                    </a:lnTo>
                    <a:lnTo>
                      <a:pt x="57430" y="23764"/>
                    </a:lnTo>
                    <a:lnTo>
                      <a:pt x="19186" y="23764"/>
                    </a:lnTo>
                    <a:lnTo>
                      <a:pt x="5546" y="9775"/>
                    </a:lnTo>
                    <a:lnTo>
                      <a:pt x="5546" y="1093"/>
                    </a:lnTo>
                    <a:lnTo>
                      <a:pt x="438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Google Shape;1445;p29"/>
              <p:cNvSpPr/>
              <p:nvPr/>
            </p:nvSpPr>
            <p:spPr>
              <a:xfrm>
                <a:off x="2442775" y="978350"/>
                <a:ext cx="1540725" cy="613925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24557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9126" y="191"/>
                    </a:lnTo>
                    <a:lnTo>
                      <a:pt x="10330" y="1522"/>
                    </a:lnTo>
                    <a:lnTo>
                      <a:pt x="10330" y="10948"/>
                    </a:lnTo>
                    <a:lnTo>
                      <a:pt x="23733" y="24509"/>
                    </a:lnTo>
                    <a:lnTo>
                      <a:pt x="23780" y="24557"/>
                    </a:lnTo>
                    <a:lnTo>
                      <a:pt x="61628" y="24557"/>
                    </a:lnTo>
                    <a:lnTo>
                      <a:pt x="61628" y="24351"/>
                    </a:lnTo>
                    <a:lnTo>
                      <a:pt x="23859" y="24351"/>
                    </a:lnTo>
                    <a:lnTo>
                      <a:pt x="10536" y="10869"/>
                    </a:lnTo>
                    <a:lnTo>
                      <a:pt x="10536" y="1442"/>
                    </a:lnTo>
                    <a:lnTo>
                      <a:pt x="920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Google Shape;1446;p29"/>
              <p:cNvSpPr/>
              <p:nvPr/>
            </p:nvSpPr>
            <p:spPr>
              <a:xfrm>
                <a:off x="2676850" y="934800"/>
                <a:ext cx="1306650" cy="637675"/>
              </a:xfrm>
              <a:custGeom>
                <a:avLst/>
                <a:gdLst/>
                <a:ahLst/>
                <a:cxnLst/>
                <a:rect l="l" t="t" r="r" b="b"/>
                <a:pathLst>
                  <a:path w="52266" h="25507" extrusionOk="0">
                    <a:moveTo>
                      <a:pt x="143" y="0"/>
                    </a:moveTo>
                    <a:lnTo>
                      <a:pt x="0" y="143"/>
                    </a:lnTo>
                    <a:lnTo>
                      <a:pt x="1965" y="2060"/>
                    </a:lnTo>
                    <a:lnTo>
                      <a:pt x="1965" y="12183"/>
                    </a:lnTo>
                    <a:lnTo>
                      <a:pt x="14845" y="25459"/>
                    </a:lnTo>
                    <a:lnTo>
                      <a:pt x="14892" y="25507"/>
                    </a:lnTo>
                    <a:lnTo>
                      <a:pt x="52265" y="25507"/>
                    </a:lnTo>
                    <a:lnTo>
                      <a:pt x="52265" y="25301"/>
                    </a:lnTo>
                    <a:lnTo>
                      <a:pt x="14972" y="25301"/>
                    </a:lnTo>
                    <a:lnTo>
                      <a:pt x="2155" y="12104"/>
                    </a:lnTo>
                    <a:lnTo>
                      <a:pt x="2155" y="1980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Google Shape;1447;p29"/>
              <p:cNvSpPr/>
              <p:nvPr/>
            </p:nvSpPr>
            <p:spPr>
              <a:xfrm>
                <a:off x="2508525" y="824675"/>
                <a:ext cx="1474975" cy="722850"/>
              </a:xfrm>
              <a:custGeom>
                <a:avLst/>
                <a:gdLst/>
                <a:ahLst/>
                <a:cxnLst/>
                <a:rect l="l" t="t" r="r" b="b"/>
                <a:pathLst>
                  <a:path w="58999" h="28914" extrusionOk="0">
                    <a:moveTo>
                      <a:pt x="3391" y="1"/>
                    </a:moveTo>
                    <a:lnTo>
                      <a:pt x="0" y="3439"/>
                    </a:lnTo>
                    <a:lnTo>
                      <a:pt x="143" y="3565"/>
                    </a:lnTo>
                    <a:lnTo>
                      <a:pt x="3470" y="207"/>
                    </a:lnTo>
                    <a:lnTo>
                      <a:pt x="6337" y="207"/>
                    </a:lnTo>
                    <a:lnTo>
                      <a:pt x="9490" y="3407"/>
                    </a:lnTo>
                    <a:lnTo>
                      <a:pt x="9490" y="16081"/>
                    </a:lnTo>
                    <a:lnTo>
                      <a:pt x="22085" y="28882"/>
                    </a:lnTo>
                    <a:lnTo>
                      <a:pt x="22101" y="28914"/>
                    </a:lnTo>
                    <a:lnTo>
                      <a:pt x="58998" y="28914"/>
                    </a:lnTo>
                    <a:lnTo>
                      <a:pt x="58998" y="28724"/>
                    </a:lnTo>
                    <a:lnTo>
                      <a:pt x="22180" y="28724"/>
                    </a:lnTo>
                    <a:lnTo>
                      <a:pt x="9680" y="16002"/>
                    </a:lnTo>
                    <a:lnTo>
                      <a:pt x="9680" y="3328"/>
                    </a:lnTo>
                    <a:lnTo>
                      <a:pt x="641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29"/>
              <p:cNvSpPr/>
              <p:nvPr/>
            </p:nvSpPr>
            <p:spPr>
              <a:xfrm>
                <a:off x="2413850" y="804875"/>
                <a:ext cx="1569650" cy="718100"/>
              </a:xfrm>
              <a:custGeom>
                <a:avLst/>
                <a:gdLst/>
                <a:ahLst/>
                <a:cxnLst/>
                <a:rect l="l" t="t" r="r" b="b"/>
                <a:pathLst>
                  <a:path w="62786" h="28724" extrusionOk="0">
                    <a:moveTo>
                      <a:pt x="7178" y="1"/>
                    </a:moveTo>
                    <a:lnTo>
                      <a:pt x="4738" y="2377"/>
                    </a:lnTo>
                    <a:lnTo>
                      <a:pt x="1" y="2377"/>
                    </a:lnTo>
                    <a:lnTo>
                      <a:pt x="1" y="2583"/>
                    </a:lnTo>
                    <a:lnTo>
                      <a:pt x="4817" y="2583"/>
                    </a:lnTo>
                    <a:lnTo>
                      <a:pt x="7257" y="207"/>
                    </a:lnTo>
                    <a:lnTo>
                      <a:pt x="10901" y="207"/>
                    </a:lnTo>
                    <a:lnTo>
                      <a:pt x="14259" y="3597"/>
                    </a:lnTo>
                    <a:lnTo>
                      <a:pt x="14259" y="16382"/>
                    </a:lnTo>
                    <a:lnTo>
                      <a:pt x="26347" y="28676"/>
                    </a:lnTo>
                    <a:lnTo>
                      <a:pt x="26363" y="28723"/>
                    </a:lnTo>
                    <a:lnTo>
                      <a:pt x="62785" y="28723"/>
                    </a:lnTo>
                    <a:lnTo>
                      <a:pt x="62785" y="28517"/>
                    </a:lnTo>
                    <a:lnTo>
                      <a:pt x="26442" y="28517"/>
                    </a:lnTo>
                    <a:lnTo>
                      <a:pt x="14465" y="16303"/>
                    </a:lnTo>
                    <a:lnTo>
                      <a:pt x="14465" y="3502"/>
                    </a:lnTo>
                    <a:lnTo>
                      <a:pt x="1096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29"/>
              <p:cNvSpPr/>
              <p:nvPr/>
            </p:nvSpPr>
            <p:spPr>
              <a:xfrm>
                <a:off x="2946975" y="1316600"/>
                <a:ext cx="1036525" cy="166775"/>
              </a:xfrm>
              <a:custGeom>
                <a:avLst/>
                <a:gdLst/>
                <a:ahLst/>
                <a:cxnLst/>
                <a:rect l="l" t="t" r="r" b="b"/>
                <a:pathLst>
                  <a:path w="41461" h="6671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559" y="6670"/>
                    </a:lnTo>
                    <a:lnTo>
                      <a:pt x="41460" y="6670"/>
                    </a:lnTo>
                    <a:lnTo>
                      <a:pt x="41460" y="6464"/>
                    </a:lnTo>
                    <a:lnTo>
                      <a:pt x="6638" y="6464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29"/>
              <p:cNvSpPr/>
              <p:nvPr/>
            </p:nvSpPr>
            <p:spPr>
              <a:xfrm>
                <a:off x="2770325" y="666250"/>
                <a:ext cx="1213175" cy="752550"/>
              </a:xfrm>
              <a:custGeom>
                <a:avLst/>
                <a:gdLst/>
                <a:ahLst/>
                <a:cxnLst/>
                <a:rect l="l" t="t" r="r" b="b"/>
                <a:pathLst>
                  <a:path w="48527" h="30102" extrusionOk="0">
                    <a:moveTo>
                      <a:pt x="0" y="1"/>
                    </a:moveTo>
                    <a:lnTo>
                      <a:pt x="0" y="2979"/>
                    </a:lnTo>
                    <a:lnTo>
                      <a:pt x="2377" y="5292"/>
                    </a:lnTo>
                    <a:lnTo>
                      <a:pt x="2377" y="19725"/>
                    </a:lnTo>
                    <a:lnTo>
                      <a:pt x="13039" y="30102"/>
                    </a:lnTo>
                    <a:lnTo>
                      <a:pt x="48526" y="30102"/>
                    </a:lnTo>
                    <a:lnTo>
                      <a:pt x="48526" y="29912"/>
                    </a:lnTo>
                    <a:lnTo>
                      <a:pt x="13118" y="29912"/>
                    </a:lnTo>
                    <a:lnTo>
                      <a:pt x="2583" y="19630"/>
                    </a:lnTo>
                    <a:lnTo>
                      <a:pt x="2583" y="5213"/>
                    </a:lnTo>
                    <a:lnTo>
                      <a:pt x="206" y="2900"/>
                    </a:lnTo>
                    <a:lnTo>
                      <a:pt x="20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29"/>
              <p:cNvSpPr/>
              <p:nvPr/>
            </p:nvSpPr>
            <p:spPr>
              <a:xfrm>
                <a:off x="2864575" y="798150"/>
                <a:ext cx="1118925" cy="606000"/>
              </a:xfrm>
              <a:custGeom>
                <a:avLst/>
                <a:gdLst/>
                <a:ahLst/>
                <a:cxnLst/>
                <a:rect l="l" t="t" r="r" b="b"/>
                <a:pathLst>
                  <a:path w="44757" h="24240" extrusionOk="0">
                    <a:moveTo>
                      <a:pt x="1" y="0"/>
                    </a:moveTo>
                    <a:lnTo>
                      <a:pt x="1" y="14132"/>
                    </a:lnTo>
                    <a:lnTo>
                      <a:pt x="10140" y="24240"/>
                    </a:lnTo>
                    <a:lnTo>
                      <a:pt x="44756" y="24240"/>
                    </a:lnTo>
                    <a:lnTo>
                      <a:pt x="44756" y="24034"/>
                    </a:lnTo>
                    <a:lnTo>
                      <a:pt x="10219" y="24034"/>
                    </a:lnTo>
                    <a:lnTo>
                      <a:pt x="191" y="14053"/>
                    </a:lnTo>
                    <a:lnTo>
                      <a:pt x="19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29"/>
              <p:cNvSpPr/>
              <p:nvPr/>
            </p:nvSpPr>
            <p:spPr>
              <a:xfrm>
                <a:off x="2857050" y="695175"/>
                <a:ext cx="1126450" cy="684025"/>
              </a:xfrm>
              <a:custGeom>
                <a:avLst/>
                <a:gdLst/>
                <a:ahLst/>
                <a:cxnLst/>
                <a:rect l="l" t="t" r="r" b="b"/>
                <a:pathLst>
                  <a:path w="45058" h="27361" extrusionOk="0">
                    <a:moveTo>
                      <a:pt x="143" y="0"/>
                    </a:moveTo>
                    <a:lnTo>
                      <a:pt x="1" y="143"/>
                    </a:lnTo>
                    <a:lnTo>
                      <a:pt x="1680" y="1901"/>
                    </a:lnTo>
                    <a:lnTo>
                      <a:pt x="1680" y="17760"/>
                    </a:lnTo>
                    <a:lnTo>
                      <a:pt x="11503" y="27361"/>
                    </a:lnTo>
                    <a:lnTo>
                      <a:pt x="45057" y="27361"/>
                    </a:lnTo>
                    <a:lnTo>
                      <a:pt x="45057" y="27170"/>
                    </a:lnTo>
                    <a:lnTo>
                      <a:pt x="11582" y="27170"/>
                    </a:lnTo>
                    <a:lnTo>
                      <a:pt x="1886" y="17681"/>
                    </a:lnTo>
                    <a:lnTo>
                      <a:pt x="1886" y="1822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Google Shape;1453;p29"/>
              <p:cNvSpPr/>
              <p:nvPr/>
            </p:nvSpPr>
            <p:spPr>
              <a:xfrm>
                <a:off x="2567525" y="596950"/>
                <a:ext cx="1415975" cy="728000"/>
              </a:xfrm>
              <a:custGeom>
                <a:avLst/>
                <a:gdLst/>
                <a:ahLst/>
                <a:cxnLst/>
                <a:rect l="l" t="t" r="r" b="b"/>
                <a:pathLst>
                  <a:path w="56639" h="29120" extrusionOk="0">
                    <a:moveTo>
                      <a:pt x="1" y="0"/>
                    </a:moveTo>
                    <a:lnTo>
                      <a:pt x="1" y="206"/>
                    </a:lnTo>
                    <a:lnTo>
                      <a:pt x="12247" y="206"/>
                    </a:lnTo>
                    <a:lnTo>
                      <a:pt x="15241" y="3296"/>
                    </a:lnTo>
                    <a:lnTo>
                      <a:pt x="15241" y="20279"/>
                    </a:lnTo>
                    <a:lnTo>
                      <a:pt x="24256" y="29119"/>
                    </a:lnTo>
                    <a:lnTo>
                      <a:pt x="56638" y="29119"/>
                    </a:lnTo>
                    <a:lnTo>
                      <a:pt x="56638" y="28913"/>
                    </a:lnTo>
                    <a:lnTo>
                      <a:pt x="24335" y="28913"/>
                    </a:lnTo>
                    <a:lnTo>
                      <a:pt x="15447" y="20200"/>
                    </a:lnTo>
                    <a:lnTo>
                      <a:pt x="15447" y="3216"/>
                    </a:lnTo>
                    <a:lnTo>
                      <a:pt x="1232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Google Shape;1454;p29"/>
              <p:cNvSpPr/>
              <p:nvPr/>
            </p:nvSpPr>
            <p:spPr>
              <a:xfrm>
                <a:off x="2357225" y="1123325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28" y="0"/>
                      <a:pt x="1" y="412"/>
                      <a:pt x="1" y="935"/>
                    </a:cubicBezTo>
                    <a:cubicBezTo>
                      <a:pt x="1" y="1442"/>
                      <a:pt x="428" y="1854"/>
                      <a:pt x="935" y="1854"/>
                    </a:cubicBezTo>
                    <a:cubicBezTo>
                      <a:pt x="1458" y="1854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Google Shape;1455;p29"/>
              <p:cNvSpPr/>
              <p:nvPr/>
            </p:nvSpPr>
            <p:spPr>
              <a:xfrm>
                <a:off x="2748525" y="633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6" y="1"/>
                    </a:moveTo>
                    <a:cubicBezTo>
                      <a:pt x="413" y="1"/>
                      <a:pt x="1" y="413"/>
                      <a:pt x="1" y="920"/>
                    </a:cubicBezTo>
                    <a:cubicBezTo>
                      <a:pt x="1" y="1443"/>
                      <a:pt x="413" y="1854"/>
                      <a:pt x="936" y="1854"/>
                    </a:cubicBezTo>
                    <a:cubicBezTo>
                      <a:pt x="1443" y="1854"/>
                      <a:pt x="1870" y="1443"/>
                      <a:pt x="1870" y="920"/>
                    </a:cubicBezTo>
                    <a:cubicBezTo>
                      <a:pt x="1870" y="413"/>
                      <a:pt x="1443" y="1"/>
                      <a:pt x="9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Google Shape;1456;p29"/>
              <p:cNvSpPr/>
              <p:nvPr/>
            </p:nvSpPr>
            <p:spPr>
              <a:xfrm>
                <a:off x="2842800" y="682900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19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19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29"/>
              <p:cNvSpPr/>
              <p:nvPr/>
            </p:nvSpPr>
            <p:spPr>
              <a:xfrm>
                <a:off x="2530700" y="114827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35" y="0"/>
                    </a:moveTo>
                    <a:cubicBezTo>
                      <a:pt x="412" y="0"/>
                      <a:pt x="1" y="412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29"/>
              <p:cNvSpPr/>
              <p:nvPr/>
            </p:nvSpPr>
            <p:spPr>
              <a:xfrm>
                <a:off x="2916875" y="1286900"/>
                <a:ext cx="467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69" y="1442"/>
                      <a:pt x="1869" y="919"/>
                    </a:cubicBezTo>
                    <a:cubicBezTo>
                      <a:pt x="1869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29"/>
              <p:cNvSpPr/>
              <p:nvPr/>
            </p:nvSpPr>
            <p:spPr>
              <a:xfrm>
                <a:off x="2280775" y="10314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7"/>
                    </a:moveTo>
                    <a:cubicBezTo>
                      <a:pt x="1490" y="207"/>
                      <a:pt x="1854" y="587"/>
                      <a:pt x="1854" y="1046"/>
                    </a:cubicBezTo>
                    <a:cubicBezTo>
                      <a:pt x="1854" y="1506"/>
                      <a:pt x="1490" y="1870"/>
                      <a:pt x="1031" y="1870"/>
                    </a:cubicBezTo>
                    <a:cubicBezTo>
                      <a:pt x="571" y="1870"/>
                      <a:pt x="191" y="1506"/>
                      <a:pt x="191" y="1046"/>
                    </a:cubicBezTo>
                    <a:cubicBezTo>
                      <a:pt x="191" y="587"/>
                      <a:pt x="571" y="207"/>
                      <a:pt x="1031" y="207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01"/>
                      <a:pt x="476" y="2060"/>
                      <a:pt x="1031" y="2060"/>
                    </a:cubicBezTo>
                    <a:cubicBezTo>
                      <a:pt x="1601" y="2060"/>
                      <a:pt x="2060" y="1601"/>
                      <a:pt x="2060" y="1030"/>
                    </a:cubicBezTo>
                    <a:cubicBezTo>
                      <a:pt x="2060" y="444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29"/>
              <p:cNvSpPr/>
              <p:nvPr/>
            </p:nvSpPr>
            <p:spPr>
              <a:xfrm>
                <a:off x="2364750" y="842900"/>
                <a:ext cx="51525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77" extrusionOk="0">
                    <a:moveTo>
                      <a:pt x="1030" y="222"/>
                    </a:moveTo>
                    <a:cubicBezTo>
                      <a:pt x="1490" y="222"/>
                      <a:pt x="1870" y="603"/>
                      <a:pt x="1870" y="1062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6" y="1522"/>
                      <a:pt x="206" y="1062"/>
                    </a:cubicBezTo>
                    <a:cubicBezTo>
                      <a:pt x="206" y="603"/>
                      <a:pt x="587" y="222"/>
                      <a:pt x="1030" y="222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92"/>
                      <a:pt x="1" y="1046"/>
                    </a:cubicBezTo>
                    <a:cubicBezTo>
                      <a:pt x="1" y="1617"/>
                      <a:pt x="476" y="2076"/>
                      <a:pt x="1030" y="2076"/>
                    </a:cubicBezTo>
                    <a:cubicBezTo>
                      <a:pt x="1616" y="2076"/>
                      <a:pt x="2060" y="1617"/>
                      <a:pt x="2060" y="1046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29"/>
              <p:cNvSpPr/>
              <p:nvPr/>
            </p:nvSpPr>
            <p:spPr>
              <a:xfrm>
                <a:off x="2468925" y="9027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0" y="1870"/>
                      <a:pt x="190" y="1506"/>
                      <a:pt x="190" y="1046"/>
                    </a:cubicBezTo>
                    <a:cubicBezTo>
                      <a:pt x="190" y="587"/>
                      <a:pt x="570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584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29"/>
              <p:cNvSpPr/>
              <p:nvPr/>
            </p:nvSpPr>
            <p:spPr>
              <a:xfrm>
                <a:off x="2637250" y="892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07"/>
                    </a:moveTo>
                    <a:cubicBezTo>
                      <a:pt x="1489" y="207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5" y="2060"/>
                      <a:pt x="1030" y="2060"/>
                    </a:cubicBezTo>
                    <a:cubicBezTo>
                      <a:pt x="1600" y="2060"/>
                      <a:pt x="2060" y="1601"/>
                      <a:pt x="2060" y="1031"/>
                    </a:cubicBezTo>
                    <a:cubicBezTo>
                      <a:pt x="2060" y="444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29"/>
              <p:cNvSpPr/>
              <p:nvPr/>
            </p:nvSpPr>
            <p:spPr>
              <a:xfrm>
                <a:off x="2394450" y="95222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90" y="206"/>
                      <a:pt x="1870" y="586"/>
                      <a:pt x="1870" y="1046"/>
                    </a:cubicBezTo>
                    <a:cubicBezTo>
                      <a:pt x="1870" y="1489"/>
                      <a:pt x="1490" y="1870"/>
                      <a:pt x="1030" y="1870"/>
                    </a:cubicBezTo>
                    <a:cubicBezTo>
                      <a:pt x="587" y="1870"/>
                      <a:pt x="207" y="1505"/>
                      <a:pt x="207" y="1046"/>
                    </a:cubicBezTo>
                    <a:cubicBezTo>
                      <a:pt x="207" y="586"/>
                      <a:pt x="587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75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617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29"/>
              <p:cNvSpPr/>
              <p:nvPr/>
            </p:nvSpPr>
            <p:spPr>
              <a:xfrm>
                <a:off x="2498625" y="99182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06"/>
                    </a:moveTo>
                    <a:cubicBezTo>
                      <a:pt x="1489" y="206"/>
                      <a:pt x="1854" y="587"/>
                      <a:pt x="1854" y="1046"/>
                    </a:cubicBezTo>
                    <a:cubicBezTo>
                      <a:pt x="1854" y="1490"/>
                      <a:pt x="1489" y="1870"/>
                      <a:pt x="1030" y="1870"/>
                    </a:cubicBezTo>
                    <a:cubicBezTo>
                      <a:pt x="571" y="1870"/>
                      <a:pt x="190" y="1506"/>
                      <a:pt x="190" y="1046"/>
                    </a:cubicBezTo>
                    <a:cubicBezTo>
                      <a:pt x="190" y="587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0" y="2060"/>
                      <a:pt x="2060" y="1601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Google Shape;1465;p29"/>
              <p:cNvSpPr/>
              <p:nvPr/>
            </p:nvSpPr>
            <p:spPr>
              <a:xfrm>
                <a:off x="2840025" y="749025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23"/>
                    </a:moveTo>
                    <a:cubicBezTo>
                      <a:pt x="1490" y="223"/>
                      <a:pt x="1870" y="603"/>
                      <a:pt x="1870" y="1047"/>
                    </a:cubicBezTo>
                    <a:cubicBezTo>
                      <a:pt x="1870" y="1506"/>
                      <a:pt x="1490" y="1886"/>
                      <a:pt x="1030" y="1886"/>
                    </a:cubicBezTo>
                    <a:cubicBezTo>
                      <a:pt x="587" y="1886"/>
                      <a:pt x="207" y="1506"/>
                      <a:pt x="207" y="1047"/>
                    </a:cubicBezTo>
                    <a:cubicBezTo>
                      <a:pt x="207" y="603"/>
                      <a:pt x="587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01"/>
                      <a:pt x="476" y="2060"/>
                      <a:pt x="1030" y="2060"/>
                    </a:cubicBezTo>
                    <a:cubicBezTo>
                      <a:pt x="1617" y="2060"/>
                      <a:pt x="2060" y="1601"/>
                      <a:pt x="2060" y="1031"/>
                    </a:cubicBezTo>
                    <a:cubicBezTo>
                      <a:pt x="2060" y="460"/>
                      <a:pt x="1601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Google Shape;1466;p29"/>
              <p:cNvSpPr/>
              <p:nvPr/>
            </p:nvSpPr>
            <p:spPr>
              <a:xfrm>
                <a:off x="2518425" y="570800"/>
                <a:ext cx="51500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1" extrusionOk="0">
                    <a:moveTo>
                      <a:pt x="1030" y="223"/>
                    </a:moveTo>
                    <a:cubicBezTo>
                      <a:pt x="1490" y="223"/>
                      <a:pt x="1854" y="603"/>
                      <a:pt x="1854" y="1046"/>
                    </a:cubicBezTo>
                    <a:cubicBezTo>
                      <a:pt x="1854" y="1506"/>
                      <a:pt x="1490" y="1886"/>
                      <a:pt x="1030" y="1886"/>
                    </a:cubicBezTo>
                    <a:cubicBezTo>
                      <a:pt x="571" y="1886"/>
                      <a:pt x="191" y="1506"/>
                      <a:pt x="191" y="1046"/>
                    </a:cubicBezTo>
                    <a:cubicBezTo>
                      <a:pt x="191" y="603"/>
                      <a:pt x="571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76"/>
                      <a:pt x="0" y="1031"/>
                    </a:cubicBezTo>
                    <a:cubicBezTo>
                      <a:pt x="0" y="1601"/>
                      <a:pt x="476" y="2060"/>
                      <a:pt x="1030" y="2060"/>
                    </a:cubicBezTo>
                    <a:cubicBezTo>
                      <a:pt x="1601" y="2060"/>
                      <a:pt x="2060" y="1601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67" name="Google Shape;1467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093325" y="742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8" name="Google Shape;1468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7840225" y="-1495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9" name="Google Shape;1469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8126000" y="10278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70" name="Google Shape;1470;p29"/>
          <p:cNvGrpSpPr/>
          <p:nvPr/>
        </p:nvGrpSpPr>
        <p:grpSpPr>
          <a:xfrm>
            <a:off x="-1312494" y="155294"/>
            <a:ext cx="3417969" cy="1688482"/>
            <a:chOff x="-1312494" y="155294"/>
            <a:chExt cx="3417969" cy="1688482"/>
          </a:xfrm>
        </p:grpSpPr>
        <p:grpSp>
          <p:nvGrpSpPr>
            <p:cNvPr id="1471" name="Google Shape;1471;p29"/>
            <p:cNvGrpSpPr/>
            <p:nvPr/>
          </p:nvGrpSpPr>
          <p:grpSpPr>
            <a:xfrm>
              <a:off x="-1312494" y="155294"/>
              <a:ext cx="2907181" cy="1177348"/>
              <a:chOff x="2442775" y="3274750"/>
              <a:chExt cx="1690025" cy="684425"/>
            </a:xfrm>
          </p:grpSpPr>
          <p:sp>
            <p:nvSpPr>
              <p:cNvPr id="1472" name="Google Shape;1472;p29"/>
              <p:cNvSpPr/>
              <p:nvPr/>
            </p:nvSpPr>
            <p:spPr>
              <a:xfrm>
                <a:off x="2683575" y="3475550"/>
                <a:ext cx="870175" cy="445600"/>
              </a:xfrm>
              <a:custGeom>
                <a:avLst/>
                <a:gdLst/>
                <a:ahLst/>
                <a:cxnLst/>
                <a:rect l="l" t="t" r="r" b="b"/>
                <a:pathLst>
                  <a:path w="34807" h="17824" extrusionOk="0">
                    <a:moveTo>
                      <a:pt x="5371" y="0"/>
                    </a:moveTo>
                    <a:lnTo>
                      <a:pt x="2884" y="2567"/>
                    </a:lnTo>
                    <a:lnTo>
                      <a:pt x="1" y="2567"/>
                    </a:lnTo>
                    <a:lnTo>
                      <a:pt x="1" y="2773"/>
                    </a:lnTo>
                    <a:lnTo>
                      <a:pt x="2947" y="2773"/>
                    </a:lnTo>
                    <a:lnTo>
                      <a:pt x="5451" y="190"/>
                    </a:lnTo>
                    <a:lnTo>
                      <a:pt x="13435" y="190"/>
                    </a:lnTo>
                    <a:lnTo>
                      <a:pt x="20802" y="7526"/>
                    </a:lnTo>
                    <a:lnTo>
                      <a:pt x="26695" y="7526"/>
                    </a:lnTo>
                    <a:lnTo>
                      <a:pt x="27868" y="8714"/>
                    </a:lnTo>
                    <a:lnTo>
                      <a:pt x="31052" y="8714"/>
                    </a:lnTo>
                    <a:lnTo>
                      <a:pt x="32225" y="9965"/>
                    </a:lnTo>
                    <a:lnTo>
                      <a:pt x="32225" y="13894"/>
                    </a:lnTo>
                    <a:lnTo>
                      <a:pt x="34601" y="16350"/>
                    </a:lnTo>
                    <a:lnTo>
                      <a:pt x="34601" y="17823"/>
                    </a:lnTo>
                    <a:lnTo>
                      <a:pt x="34807" y="17823"/>
                    </a:lnTo>
                    <a:lnTo>
                      <a:pt x="34807" y="16271"/>
                    </a:lnTo>
                    <a:lnTo>
                      <a:pt x="32430" y="13815"/>
                    </a:lnTo>
                    <a:lnTo>
                      <a:pt x="32430" y="9886"/>
                    </a:lnTo>
                    <a:lnTo>
                      <a:pt x="31131" y="8508"/>
                    </a:lnTo>
                    <a:lnTo>
                      <a:pt x="27947" y="8508"/>
                    </a:lnTo>
                    <a:lnTo>
                      <a:pt x="26775" y="7320"/>
                    </a:lnTo>
                    <a:lnTo>
                      <a:pt x="20881" y="7320"/>
                    </a:lnTo>
                    <a:lnTo>
                      <a:pt x="13530" y="32"/>
                    </a:lnTo>
                    <a:lnTo>
                      <a:pt x="1351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Google Shape;1473;p29"/>
              <p:cNvSpPr/>
              <p:nvPr/>
            </p:nvSpPr>
            <p:spPr>
              <a:xfrm>
                <a:off x="3728800" y="3776950"/>
                <a:ext cx="359650" cy="139050"/>
              </a:xfrm>
              <a:custGeom>
                <a:avLst/>
                <a:gdLst/>
                <a:ahLst/>
                <a:cxnLst/>
                <a:rect l="l" t="t" r="r" b="b"/>
                <a:pathLst>
                  <a:path w="14386" h="5562" extrusionOk="0">
                    <a:moveTo>
                      <a:pt x="143" y="1"/>
                    </a:moveTo>
                    <a:lnTo>
                      <a:pt x="0" y="143"/>
                    </a:lnTo>
                    <a:lnTo>
                      <a:pt x="1315" y="1442"/>
                    </a:lnTo>
                    <a:lnTo>
                      <a:pt x="1315" y="3232"/>
                    </a:lnTo>
                    <a:lnTo>
                      <a:pt x="2995" y="4769"/>
                    </a:lnTo>
                    <a:lnTo>
                      <a:pt x="7034" y="4769"/>
                    </a:lnTo>
                    <a:lnTo>
                      <a:pt x="7985" y="5561"/>
                    </a:lnTo>
                    <a:lnTo>
                      <a:pt x="10472" y="5561"/>
                    </a:lnTo>
                    <a:lnTo>
                      <a:pt x="13007" y="3185"/>
                    </a:lnTo>
                    <a:lnTo>
                      <a:pt x="14385" y="3185"/>
                    </a:lnTo>
                    <a:lnTo>
                      <a:pt x="14385" y="2995"/>
                    </a:lnTo>
                    <a:lnTo>
                      <a:pt x="12928" y="2995"/>
                    </a:lnTo>
                    <a:lnTo>
                      <a:pt x="10393" y="5371"/>
                    </a:lnTo>
                    <a:lnTo>
                      <a:pt x="8064" y="5371"/>
                    </a:lnTo>
                    <a:lnTo>
                      <a:pt x="7114" y="4579"/>
                    </a:lnTo>
                    <a:lnTo>
                      <a:pt x="3074" y="4579"/>
                    </a:lnTo>
                    <a:lnTo>
                      <a:pt x="1505" y="3153"/>
                    </a:lnTo>
                    <a:lnTo>
                      <a:pt x="1505" y="1363"/>
                    </a:lnTo>
                    <a:lnTo>
                      <a:pt x="14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Google Shape;1474;p29"/>
              <p:cNvSpPr/>
              <p:nvPr/>
            </p:nvSpPr>
            <p:spPr>
              <a:xfrm>
                <a:off x="2739025" y="3416125"/>
                <a:ext cx="1218725" cy="460275"/>
              </a:xfrm>
              <a:custGeom>
                <a:avLst/>
                <a:gdLst/>
                <a:ahLst/>
                <a:cxnLst/>
                <a:rect l="l" t="t" r="r" b="b"/>
                <a:pathLst>
                  <a:path w="48749" h="18411" extrusionOk="0">
                    <a:moveTo>
                      <a:pt x="3042" y="1"/>
                    </a:moveTo>
                    <a:lnTo>
                      <a:pt x="48" y="2884"/>
                    </a:lnTo>
                    <a:lnTo>
                      <a:pt x="1" y="4358"/>
                    </a:lnTo>
                    <a:lnTo>
                      <a:pt x="3106" y="1189"/>
                    </a:lnTo>
                    <a:lnTo>
                      <a:pt x="11011" y="1189"/>
                    </a:lnTo>
                    <a:lnTo>
                      <a:pt x="17713" y="7922"/>
                    </a:lnTo>
                    <a:lnTo>
                      <a:pt x="35567" y="7922"/>
                    </a:lnTo>
                    <a:lnTo>
                      <a:pt x="36550" y="8952"/>
                    </a:lnTo>
                    <a:lnTo>
                      <a:pt x="36550" y="10885"/>
                    </a:lnTo>
                    <a:lnTo>
                      <a:pt x="36740" y="10885"/>
                    </a:lnTo>
                    <a:lnTo>
                      <a:pt x="36740" y="8873"/>
                    </a:lnTo>
                    <a:lnTo>
                      <a:pt x="35646" y="7716"/>
                    </a:lnTo>
                    <a:lnTo>
                      <a:pt x="17792" y="7716"/>
                    </a:lnTo>
                    <a:lnTo>
                      <a:pt x="11091" y="983"/>
                    </a:lnTo>
                    <a:lnTo>
                      <a:pt x="3042" y="983"/>
                    </a:lnTo>
                    <a:lnTo>
                      <a:pt x="223" y="3867"/>
                    </a:lnTo>
                    <a:lnTo>
                      <a:pt x="238" y="2995"/>
                    </a:lnTo>
                    <a:lnTo>
                      <a:pt x="3106" y="191"/>
                    </a:lnTo>
                    <a:lnTo>
                      <a:pt x="11011" y="191"/>
                    </a:lnTo>
                    <a:lnTo>
                      <a:pt x="17713" y="7130"/>
                    </a:lnTo>
                    <a:lnTo>
                      <a:pt x="35916" y="7130"/>
                    </a:lnTo>
                    <a:lnTo>
                      <a:pt x="38926" y="10172"/>
                    </a:lnTo>
                    <a:lnTo>
                      <a:pt x="38926" y="12437"/>
                    </a:lnTo>
                    <a:lnTo>
                      <a:pt x="41698" y="15242"/>
                    </a:lnTo>
                    <a:lnTo>
                      <a:pt x="41698" y="17190"/>
                    </a:lnTo>
                    <a:lnTo>
                      <a:pt x="43077" y="18410"/>
                    </a:lnTo>
                    <a:lnTo>
                      <a:pt x="46625" y="18410"/>
                    </a:lnTo>
                    <a:lnTo>
                      <a:pt x="47893" y="17222"/>
                    </a:lnTo>
                    <a:lnTo>
                      <a:pt x="48748" y="17222"/>
                    </a:lnTo>
                    <a:lnTo>
                      <a:pt x="48748" y="17032"/>
                    </a:lnTo>
                    <a:lnTo>
                      <a:pt x="47829" y="17032"/>
                    </a:lnTo>
                    <a:lnTo>
                      <a:pt x="46546" y="18220"/>
                    </a:lnTo>
                    <a:lnTo>
                      <a:pt x="43140" y="18220"/>
                    </a:lnTo>
                    <a:lnTo>
                      <a:pt x="41888" y="17111"/>
                    </a:lnTo>
                    <a:lnTo>
                      <a:pt x="41888" y="15162"/>
                    </a:lnTo>
                    <a:lnTo>
                      <a:pt x="39116" y="12358"/>
                    </a:lnTo>
                    <a:lnTo>
                      <a:pt x="39116" y="10093"/>
                    </a:lnTo>
                    <a:lnTo>
                      <a:pt x="35995" y="6924"/>
                    </a:lnTo>
                    <a:lnTo>
                      <a:pt x="17792" y="6924"/>
                    </a:lnTo>
                    <a:lnTo>
                      <a:pt x="1109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Google Shape;1475;p29"/>
              <p:cNvSpPr/>
              <p:nvPr/>
            </p:nvSpPr>
            <p:spPr>
              <a:xfrm>
                <a:off x="2696650" y="3396325"/>
                <a:ext cx="1145050" cy="383025"/>
              </a:xfrm>
              <a:custGeom>
                <a:avLst/>
                <a:gdLst/>
                <a:ahLst/>
                <a:cxnLst/>
                <a:rect l="l" t="t" r="r" b="b"/>
                <a:pathLst>
                  <a:path w="45802" h="15321" extrusionOk="0">
                    <a:moveTo>
                      <a:pt x="1822" y="1"/>
                    </a:moveTo>
                    <a:lnTo>
                      <a:pt x="1" y="1807"/>
                    </a:lnTo>
                    <a:lnTo>
                      <a:pt x="143" y="1934"/>
                    </a:lnTo>
                    <a:lnTo>
                      <a:pt x="1902" y="191"/>
                    </a:lnTo>
                    <a:lnTo>
                      <a:pt x="12991" y="191"/>
                    </a:lnTo>
                    <a:lnTo>
                      <a:pt x="19820" y="7130"/>
                    </a:lnTo>
                    <a:lnTo>
                      <a:pt x="35440" y="7130"/>
                    </a:lnTo>
                    <a:lnTo>
                      <a:pt x="37801" y="4754"/>
                    </a:lnTo>
                    <a:lnTo>
                      <a:pt x="41524" y="4754"/>
                    </a:lnTo>
                    <a:lnTo>
                      <a:pt x="42395" y="5609"/>
                    </a:lnTo>
                    <a:lnTo>
                      <a:pt x="42395" y="12120"/>
                    </a:lnTo>
                    <a:lnTo>
                      <a:pt x="45659" y="15321"/>
                    </a:lnTo>
                    <a:lnTo>
                      <a:pt x="45801" y="15194"/>
                    </a:lnTo>
                    <a:lnTo>
                      <a:pt x="42601" y="12025"/>
                    </a:lnTo>
                    <a:lnTo>
                      <a:pt x="42601" y="5530"/>
                    </a:lnTo>
                    <a:lnTo>
                      <a:pt x="41603" y="4548"/>
                    </a:lnTo>
                    <a:lnTo>
                      <a:pt x="37722" y="4548"/>
                    </a:lnTo>
                    <a:lnTo>
                      <a:pt x="35361" y="6924"/>
                    </a:lnTo>
                    <a:lnTo>
                      <a:pt x="19899" y="6924"/>
                    </a:lnTo>
                    <a:lnTo>
                      <a:pt x="1307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Google Shape;1476;p29"/>
              <p:cNvSpPr/>
              <p:nvPr/>
            </p:nvSpPr>
            <p:spPr>
              <a:xfrm>
                <a:off x="2491100" y="3376525"/>
                <a:ext cx="1412375" cy="386200"/>
              </a:xfrm>
              <a:custGeom>
                <a:avLst/>
                <a:gdLst/>
                <a:ahLst/>
                <a:cxnLst/>
                <a:rect l="l" t="t" r="r" b="b"/>
                <a:pathLst>
                  <a:path w="56495" h="15448" extrusionOk="0">
                    <a:moveTo>
                      <a:pt x="0" y="1"/>
                    </a:moveTo>
                    <a:lnTo>
                      <a:pt x="0" y="191"/>
                    </a:lnTo>
                    <a:lnTo>
                      <a:pt x="21768" y="191"/>
                    </a:lnTo>
                    <a:lnTo>
                      <a:pt x="28596" y="6924"/>
                    </a:lnTo>
                    <a:lnTo>
                      <a:pt x="43108" y="6924"/>
                    </a:lnTo>
                    <a:lnTo>
                      <a:pt x="45468" y="4548"/>
                    </a:lnTo>
                    <a:lnTo>
                      <a:pt x="50586" y="4548"/>
                    </a:lnTo>
                    <a:lnTo>
                      <a:pt x="51409" y="5546"/>
                    </a:lnTo>
                    <a:lnTo>
                      <a:pt x="51409" y="12057"/>
                    </a:lnTo>
                    <a:lnTo>
                      <a:pt x="54752" y="15447"/>
                    </a:lnTo>
                    <a:lnTo>
                      <a:pt x="56495" y="15447"/>
                    </a:lnTo>
                    <a:lnTo>
                      <a:pt x="56495" y="15241"/>
                    </a:lnTo>
                    <a:lnTo>
                      <a:pt x="54831" y="15241"/>
                    </a:lnTo>
                    <a:lnTo>
                      <a:pt x="51615" y="11978"/>
                    </a:lnTo>
                    <a:lnTo>
                      <a:pt x="51615" y="5482"/>
                    </a:lnTo>
                    <a:lnTo>
                      <a:pt x="50681" y="4357"/>
                    </a:lnTo>
                    <a:lnTo>
                      <a:pt x="45389" y="4357"/>
                    </a:lnTo>
                    <a:lnTo>
                      <a:pt x="43029" y="6734"/>
                    </a:lnTo>
                    <a:lnTo>
                      <a:pt x="28675" y="6734"/>
                    </a:lnTo>
                    <a:lnTo>
                      <a:pt x="218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Google Shape;1477;p29"/>
              <p:cNvSpPr/>
              <p:nvPr/>
            </p:nvSpPr>
            <p:spPr>
              <a:xfrm>
                <a:off x="3040050" y="3312775"/>
                <a:ext cx="532725" cy="192500"/>
              </a:xfrm>
              <a:custGeom>
                <a:avLst/>
                <a:gdLst/>
                <a:ahLst/>
                <a:cxnLst/>
                <a:rect l="l" t="t" r="r" b="b"/>
                <a:pathLst>
                  <a:path w="21309" h="7700" extrusionOk="0">
                    <a:moveTo>
                      <a:pt x="143" y="0"/>
                    </a:moveTo>
                    <a:lnTo>
                      <a:pt x="0" y="127"/>
                    </a:lnTo>
                    <a:lnTo>
                      <a:pt x="6638" y="6511"/>
                    </a:lnTo>
                    <a:lnTo>
                      <a:pt x="9411" y="6511"/>
                    </a:lnTo>
                    <a:lnTo>
                      <a:pt x="10298" y="5719"/>
                    </a:lnTo>
                    <a:lnTo>
                      <a:pt x="11565" y="5719"/>
                    </a:lnTo>
                    <a:lnTo>
                      <a:pt x="13593" y="7700"/>
                    </a:lnTo>
                    <a:lnTo>
                      <a:pt x="20041" y="7700"/>
                    </a:lnTo>
                    <a:lnTo>
                      <a:pt x="21308" y="6305"/>
                    </a:lnTo>
                    <a:lnTo>
                      <a:pt x="15827" y="6305"/>
                    </a:lnTo>
                    <a:lnTo>
                      <a:pt x="14654" y="5418"/>
                    </a:lnTo>
                    <a:lnTo>
                      <a:pt x="14544" y="5577"/>
                    </a:lnTo>
                    <a:lnTo>
                      <a:pt x="15763" y="6511"/>
                    </a:lnTo>
                    <a:lnTo>
                      <a:pt x="20865" y="6511"/>
                    </a:lnTo>
                    <a:lnTo>
                      <a:pt x="19946" y="7494"/>
                    </a:lnTo>
                    <a:lnTo>
                      <a:pt x="13672" y="7494"/>
                    </a:lnTo>
                    <a:lnTo>
                      <a:pt x="11644" y="5513"/>
                    </a:lnTo>
                    <a:lnTo>
                      <a:pt x="10250" y="5513"/>
                    </a:lnTo>
                    <a:lnTo>
                      <a:pt x="9331" y="6305"/>
                    </a:lnTo>
                    <a:lnTo>
                      <a:pt x="6717" y="6305"/>
                    </a:lnTo>
                    <a:lnTo>
                      <a:pt x="14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Google Shape;1478;p29"/>
              <p:cNvSpPr/>
              <p:nvPr/>
            </p:nvSpPr>
            <p:spPr>
              <a:xfrm>
                <a:off x="2618225" y="3346825"/>
                <a:ext cx="692750" cy="168350"/>
              </a:xfrm>
              <a:custGeom>
                <a:avLst/>
                <a:gdLst/>
                <a:ahLst/>
                <a:cxnLst/>
                <a:rect l="l" t="t" r="r" b="b"/>
                <a:pathLst>
                  <a:path w="27710" h="6734" extrusionOk="0">
                    <a:moveTo>
                      <a:pt x="1" y="1"/>
                    </a:moveTo>
                    <a:lnTo>
                      <a:pt x="1" y="191"/>
                    </a:lnTo>
                    <a:lnTo>
                      <a:pt x="16984" y="191"/>
                    </a:lnTo>
                    <a:lnTo>
                      <a:pt x="23574" y="6734"/>
                    </a:lnTo>
                    <a:lnTo>
                      <a:pt x="27709" y="6734"/>
                    </a:lnTo>
                    <a:lnTo>
                      <a:pt x="27709" y="6528"/>
                    </a:lnTo>
                    <a:lnTo>
                      <a:pt x="23654" y="6528"/>
                    </a:lnTo>
                    <a:lnTo>
                      <a:pt x="1706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Google Shape;1479;p29"/>
              <p:cNvSpPr/>
              <p:nvPr/>
            </p:nvSpPr>
            <p:spPr>
              <a:xfrm>
                <a:off x="3526800" y="3912800"/>
                <a:ext cx="463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5" extrusionOk="0">
                    <a:moveTo>
                      <a:pt x="935" y="1"/>
                    </a:moveTo>
                    <a:cubicBezTo>
                      <a:pt x="412" y="1"/>
                      <a:pt x="1" y="413"/>
                      <a:pt x="1" y="919"/>
                    </a:cubicBezTo>
                    <a:cubicBezTo>
                      <a:pt x="1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Google Shape;1480;p29"/>
              <p:cNvSpPr/>
              <p:nvPr/>
            </p:nvSpPr>
            <p:spPr>
              <a:xfrm>
                <a:off x="4086050" y="38284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28" y="0"/>
                      <a:pt x="0" y="412"/>
                      <a:pt x="0" y="935"/>
                    </a:cubicBezTo>
                    <a:cubicBezTo>
                      <a:pt x="0" y="1442"/>
                      <a:pt x="428" y="1870"/>
                      <a:pt x="935" y="1870"/>
                    </a:cubicBezTo>
                    <a:cubicBezTo>
                      <a:pt x="1458" y="1870"/>
                      <a:pt x="1870" y="1442"/>
                      <a:pt x="1870" y="935"/>
                    </a:cubicBezTo>
                    <a:cubicBezTo>
                      <a:pt x="1870" y="412"/>
                      <a:pt x="1458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Google Shape;1481;p29"/>
              <p:cNvSpPr/>
              <p:nvPr/>
            </p:nvSpPr>
            <p:spPr>
              <a:xfrm>
                <a:off x="2670500" y="3427625"/>
                <a:ext cx="46375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5" h="1854" extrusionOk="0">
                    <a:moveTo>
                      <a:pt x="920" y="0"/>
                    </a:moveTo>
                    <a:cubicBezTo>
                      <a:pt x="413" y="0"/>
                      <a:pt x="1" y="412"/>
                      <a:pt x="1" y="919"/>
                    </a:cubicBezTo>
                    <a:cubicBezTo>
                      <a:pt x="1" y="1442"/>
                      <a:pt x="413" y="1854"/>
                      <a:pt x="920" y="1854"/>
                    </a:cubicBezTo>
                    <a:cubicBezTo>
                      <a:pt x="1443" y="1854"/>
                      <a:pt x="1855" y="1442"/>
                      <a:pt x="1855" y="919"/>
                    </a:cubicBezTo>
                    <a:cubicBezTo>
                      <a:pt x="1855" y="412"/>
                      <a:pt x="1443" y="0"/>
                      <a:pt x="9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Google Shape;1482;p29"/>
              <p:cNvSpPr/>
              <p:nvPr/>
            </p:nvSpPr>
            <p:spPr>
              <a:xfrm>
                <a:off x="3289175" y="3487025"/>
                <a:ext cx="46350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5" extrusionOk="0">
                    <a:moveTo>
                      <a:pt x="935" y="1"/>
                    </a:moveTo>
                    <a:cubicBezTo>
                      <a:pt x="412" y="1"/>
                      <a:pt x="0" y="413"/>
                      <a:pt x="0" y="920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20"/>
                    </a:cubicBezTo>
                    <a:cubicBezTo>
                      <a:pt x="1854" y="413"/>
                      <a:pt x="1442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Google Shape;1483;p29"/>
              <p:cNvSpPr/>
              <p:nvPr/>
            </p:nvSpPr>
            <p:spPr>
              <a:xfrm>
                <a:off x="3002025" y="3274750"/>
                <a:ext cx="46750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1870" h="1870" extrusionOk="0">
                    <a:moveTo>
                      <a:pt x="935" y="0"/>
                    </a:moveTo>
                    <a:cubicBezTo>
                      <a:pt x="412" y="0"/>
                      <a:pt x="0" y="428"/>
                      <a:pt x="0" y="935"/>
                    </a:cubicBezTo>
                    <a:cubicBezTo>
                      <a:pt x="0" y="1458"/>
                      <a:pt x="412" y="1870"/>
                      <a:pt x="935" y="1870"/>
                    </a:cubicBezTo>
                    <a:cubicBezTo>
                      <a:pt x="1442" y="1870"/>
                      <a:pt x="1870" y="1458"/>
                      <a:pt x="1870" y="935"/>
                    </a:cubicBezTo>
                    <a:cubicBezTo>
                      <a:pt x="1870" y="428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Google Shape;1484;p29"/>
              <p:cNvSpPr/>
              <p:nvPr/>
            </p:nvSpPr>
            <p:spPr>
              <a:xfrm>
                <a:off x="3625825" y="3675175"/>
                <a:ext cx="46350" cy="46350"/>
              </a:xfrm>
              <a:custGeom>
                <a:avLst/>
                <a:gdLst/>
                <a:ahLst/>
                <a:cxnLst/>
                <a:rect l="l" t="t" r="r" b="b"/>
                <a:pathLst>
                  <a:path w="1854" h="1854" extrusionOk="0">
                    <a:moveTo>
                      <a:pt x="935" y="0"/>
                    </a:moveTo>
                    <a:cubicBezTo>
                      <a:pt x="412" y="0"/>
                      <a:pt x="0" y="412"/>
                      <a:pt x="0" y="919"/>
                    </a:cubicBezTo>
                    <a:cubicBezTo>
                      <a:pt x="0" y="1442"/>
                      <a:pt x="412" y="1854"/>
                      <a:pt x="935" y="1854"/>
                    </a:cubicBezTo>
                    <a:cubicBezTo>
                      <a:pt x="1442" y="1854"/>
                      <a:pt x="1854" y="1442"/>
                      <a:pt x="1854" y="919"/>
                    </a:cubicBezTo>
                    <a:cubicBezTo>
                      <a:pt x="1854" y="412"/>
                      <a:pt x="1442" y="0"/>
                      <a:pt x="93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Google Shape;1485;p29"/>
              <p:cNvSpPr/>
              <p:nvPr/>
            </p:nvSpPr>
            <p:spPr>
              <a:xfrm>
                <a:off x="3699875" y="3754375"/>
                <a:ext cx="46775" cy="46375"/>
              </a:xfrm>
              <a:custGeom>
                <a:avLst/>
                <a:gdLst/>
                <a:ahLst/>
                <a:cxnLst/>
                <a:rect l="l" t="t" r="r" b="b"/>
                <a:pathLst>
                  <a:path w="1871" h="1855" extrusionOk="0">
                    <a:moveTo>
                      <a:pt x="935" y="1"/>
                    </a:moveTo>
                    <a:cubicBezTo>
                      <a:pt x="429" y="1"/>
                      <a:pt x="1" y="412"/>
                      <a:pt x="1" y="919"/>
                    </a:cubicBezTo>
                    <a:cubicBezTo>
                      <a:pt x="1" y="1442"/>
                      <a:pt x="429" y="1854"/>
                      <a:pt x="935" y="1854"/>
                    </a:cubicBezTo>
                    <a:cubicBezTo>
                      <a:pt x="1458" y="1854"/>
                      <a:pt x="1870" y="1442"/>
                      <a:pt x="1870" y="919"/>
                    </a:cubicBezTo>
                    <a:cubicBezTo>
                      <a:pt x="1870" y="412"/>
                      <a:pt x="1458" y="1"/>
                      <a:pt x="9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Google Shape;1486;p29"/>
              <p:cNvSpPr/>
              <p:nvPr/>
            </p:nvSpPr>
            <p:spPr>
              <a:xfrm>
                <a:off x="3954950" y="3816175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190"/>
                    </a:moveTo>
                    <a:cubicBezTo>
                      <a:pt x="1490" y="190"/>
                      <a:pt x="1870" y="570"/>
                      <a:pt x="1870" y="1030"/>
                    </a:cubicBezTo>
                    <a:cubicBezTo>
                      <a:pt x="1870" y="1489"/>
                      <a:pt x="1490" y="1854"/>
                      <a:pt x="1030" y="1854"/>
                    </a:cubicBezTo>
                    <a:cubicBezTo>
                      <a:pt x="587" y="1854"/>
                      <a:pt x="206" y="1489"/>
                      <a:pt x="206" y="1030"/>
                    </a:cubicBezTo>
                    <a:cubicBezTo>
                      <a:pt x="206" y="570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60" y="1584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Google Shape;1487;p29"/>
              <p:cNvSpPr/>
              <p:nvPr/>
            </p:nvSpPr>
            <p:spPr>
              <a:xfrm>
                <a:off x="3900675" y="37318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1" y="206"/>
                    </a:moveTo>
                    <a:cubicBezTo>
                      <a:pt x="1490" y="206"/>
                      <a:pt x="1855" y="587"/>
                      <a:pt x="1855" y="1030"/>
                    </a:cubicBezTo>
                    <a:cubicBezTo>
                      <a:pt x="1855" y="1490"/>
                      <a:pt x="1490" y="1870"/>
                      <a:pt x="1031" y="1870"/>
                    </a:cubicBezTo>
                    <a:cubicBezTo>
                      <a:pt x="571" y="1870"/>
                      <a:pt x="191" y="1490"/>
                      <a:pt x="191" y="1030"/>
                    </a:cubicBezTo>
                    <a:cubicBezTo>
                      <a:pt x="191" y="587"/>
                      <a:pt x="571" y="206"/>
                      <a:pt x="1031" y="206"/>
                    </a:cubicBezTo>
                    <a:close/>
                    <a:moveTo>
                      <a:pt x="1031" y="1"/>
                    </a:moveTo>
                    <a:cubicBezTo>
                      <a:pt x="460" y="1"/>
                      <a:pt x="1" y="476"/>
                      <a:pt x="1" y="1030"/>
                    </a:cubicBezTo>
                    <a:cubicBezTo>
                      <a:pt x="1" y="1616"/>
                      <a:pt x="476" y="2060"/>
                      <a:pt x="1031" y="2060"/>
                    </a:cubicBezTo>
                    <a:cubicBezTo>
                      <a:pt x="1585" y="2060"/>
                      <a:pt x="2060" y="1585"/>
                      <a:pt x="2060" y="1030"/>
                    </a:cubicBezTo>
                    <a:cubicBezTo>
                      <a:pt x="2060" y="460"/>
                      <a:pt x="1585" y="1"/>
                      <a:pt x="10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Google Shape;1488;p29"/>
              <p:cNvSpPr/>
              <p:nvPr/>
            </p:nvSpPr>
            <p:spPr>
              <a:xfrm>
                <a:off x="3826225" y="3771400"/>
                <a:ext cx="51525" cy="51525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1" extrusionOk="0">
                    <a:moveTo>
                      <a:pt x="1030" y="207"/>
                    </a:moveTo>
                    <a:cubicBezTo>
                      <a:pt x="1490" y="207"/>
                      <a:pt x="1870" y="587"/>
                      <a:pt x="1870" y="1031"/>
                    </a:cubicBezTo>
                    <a:cubicBezTo>
                      <a:pt x="1870" y="1490"/>
                      <a:pt x="1490" y="1870"/>
                      <a:pt x="1030" y="1870"/>
                    </a:cubicBezTo>
                    <a:cubicBezTo>
                      <a:pt x="587" y="1870"/>
                      <a:pt x="207" y="1490"/>
                      <a:pt x="207" y="1031"/>
                    </a:cubicBezTo>
                    <a:cubicBezTo>
                      <a:pt x="207" y="587"/>
                      <a:pt x="587" y="207"/>
                      <a:pt x="1030" y="207"/>
                    </a:cubicBezTo>
                    <a:close/>
                    <a:moveTo>
                      <a:pt x="1030" y="1"/>
                    </a:moveTo>
                    <a:cubicBezTo>
                      <a:pt x="460" y="1"/>
                      <a:pt x="1" y="476"/>
                      <a:pt x="1" y="1031"/>
                    </a:cubicBezTo>
                    <a:cubicBezTo>
                      <a:pt x="1" y="1617"/>
                      <a:pt x="476" y="2060"/>
                      <a:pt x="1030" y="2060"/>
                    </a:cubicBezTo>
                    <a:cubicBezTo>
                      <a:pt x="1585" y="2060"/>
                      <a:pt x="2060" y="1585"/>
                      <a:pt x="2060" y="1031"/>
                    </a:cubicBezTo>
                    <a:cubicBezTo>
                      <a:pt x="2060" y="460"/>
                      <a:pt x="1585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Google Shape;1489;p29"/>
              <p:cNvSpPr/>
              <p:nvPr/>
            </p:nvSpPr>
            <p:spPr>
              <a:xfrm>
                <a:off x="3360850" y="3410200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190"/>
                    </a:moveTo>
                    <a:cubicBezTo>
                      <a:pt x="1490" y="190"/>
                      <a:pt x="1870" y="571"/>
                      <a:pt x="1870" y="1030"/>
                    </a:cubicBezTo>
                    <a:cubicBezTo>
                      <a:pt x="1870" y="1490"/>
                      <a:pt x="1490" y="1854"/>
                      <a:pt x="1030" y="1854"/>
                    </a:cubicBezTo>
                    <a:cubicBezTo>
                      <a:pt x="587" y="1854"/>
                      <a:pt x="207" y="1490"/>
                      <a:pt x="207" y="1030"/>
                    </a:cubicBezTo>
                    <a:cubicBezTo>
                      <a:pt x="207" y="571"/>
                      <a:pt x="587" y="190"/>
                      <a:pt x="1030" y="190"/>
                    </a:cubicBezTo>
                    <a:close/>
                    <a:moveTo>
                      <a:pt x="1030" y="0"/>
                    </a:moveTo>
                    <a:cubicBezTo>
                      <a:pt x="460" y="0"/>
                      <a:pt x="1" y="444"/>
                      <a:pt x="1" y="1030"/>
                    </a:cubicBezTo>
                    <a:cubicBezTo>
                      <a:pt x="1" y="1600"/>
                      <a:pt x="476" y="2060"/>
                      <a:pt x="1030" y="2060"/>
                    </a:cubicBezTo>
                    <a:cubicBezTo>
                      <a:pt x="1585" y="2060"/>
                      <a:pt x="2060" y="1600"/>
                      <a:pt x="2060" y="1030"/>
                    </a:cubicBezTo>
                    <a:cubicBezTo>
                      <a:pt x="2060" y="444"/>
                      <a:pt x="1585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Google Shape;1490;p29"/>
              <p:cNvSpPr/>
              <p:nvPr/>
            </p:nvSpPr>
            <p:spPr>
              <a:xfrm>
                <a:off x="2442775" y="3353175"/>
                <a:ext cx="51525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1" h="2060" extrusionOk="0">
                    <a:moveTo>
                      <a:pt x="1030" y="206"/>
                    </a:moveTo>
                    <a:cubicBezTo>
                      <a:pt x="1474" y="206"/>
                      <a:pt x="1854" y="570"/>
                      <a:pt x="1854" y="1030"/>
                    </a:cubicBezTo>
                    <a:cubicBezTo>
                      <a:pt x="1854" y="1489"/>
                      <a:pt x="1474" y="1869"/>
                      <a:pt x="1030" y="1869"/>
                    </a:cubicBezTo>
                    <a:cubicBezTo>
                      <a:pt x="571" y="1869"/>
                      <a:pt x="191" y="1489"/>
                      <a:pt x="191" y="1030"/>
                    </a:cubicBezTo>
                    <a:cubicBezTo>
                      <a:pt x="191" y="570"/>
                      <a:pt x="571" y="206"/>
                      <a:pt x="1030" y="206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5"/>
                      <a:pt x="0" y="1030"/>
                    </a:cubicBezTo>
                    <a:cubicBezTo>
                      <a:pt x="0" y="1600"/>
                      <a:pt x="476" y="2060"/>
                      <a:pt x="1030" y="2060"/>
                    </a:cubicBezTo>
                    <a:cubicBezTo>
                      <a:pt x="1585" y="2060"/>
                      <a:pt x="2028" y="1600"/>
                      <a:pt x="2060" y="1030"/>
                    </a:cubicBezTo>
                    <a:cubicBezTo>
                      <a:pt x="2060" y="459"/>
                      <a:pt x="1601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Google Shape;1491;p29"/>
              <p:cNvSpPr/>
              <p:nvPr/>
            </p:nvSpPr>
            <p:spPr>
              <a:xfrm>
                <a:off x="2569525" y="3318300"/>
                <a:ext cx="51500" cy="51925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77" extrusionOk="0">
                    <a:moveTo>
                      <a:pt x="1030" y="223"/>
                    </a:moveTo>
                    <a:cubicBezTo>
                      <a:pt x="1473" y="223"/>
                      <a:pt x="1854" y="603"/>
                      <a:pt x="1854" y="1062"/>
                    </a:cubicBezTo>
                    <a:cubicBezTo>
                      <a:pt x="1854" y="1522"/>
                      <a:pt x="1473" y="1886"/>
                      <a:pt x="1030" y="1886"/>
                    </a:cubicBezTo>
                    <a:cubicBezTo>
                      <a:pt x="570" y="1886"/>
                      <a:pt x="190" y="1506"/>
                      <a:pt x="190" y="1062"/>
                    </a:cubicBezTo>
                    <a:cubicBezTo>
                      <a:pt x="190" y="603"/>
                      <a:pt x="570" y="223"/>
                      <a:pt x="1030" y="223"/>
                    </a:cubicBezTo>
                    <a:close/>
                    <a:moveTo>
                      <a:pt x="1030" y="1"/>
                    </a:moveTo>
                    <a:cubicBezTo>
                      <a:pt x="444" y="1"/>
                      <a:pt x="0" y="460"/>
                      <a:pt x="0" y="1046"/>
                    </a:cubicBezTo>
                    <a:cubicBezTo>
                      <a:pt x="0" y="1617"/>
                      <a:pt x="475" y="2076"/>
                      <a:pt x="1030" y="2076"/>
                    </a:cubicBezTo>
                    <a:cubicBezTo>
                      <a:pt x="1600" y="2076"/>
                      <a:pt x="2060" y="1617"/>
                      <a:pt x="2060" y="1046"/>
                    </a:cubicBezTo>
                    <a:cubicBezTo>
                      <a:pt x="2060" y="460"/>
                      <a:pt x="1600" y="1"/>
                      <a:pt x="10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Google Shape;1492;p29"/>
              <p:cNvSpPr/>
              <p:nvPr/>
            </p:nvSpPr>
            <p:spPr>
              <a:xfrm>
                <a:off x="2634875" y="3515950"/>
                <a:ext cx="51500" cy="51500"/>
              </a:xfrm>
              <a:custGeom>
                <a:avLst/>
                <a:gdLst/>
                <a:ahLst/>
                <a:cxnLst/>
                <a:rect l="l" t="t" r="r" b="b"/>
                <a:pathLst>
                  <a:path w="2060" h="2060" extrusionOk="0">
                    <a:moveTo>
                      <a:pt x="1030" y="222"/>
                    </a:moveTo>
                    <a:cubicBezTo>
                      <a:pt x="1473" y="222"/>
                      <a:pt x="1854" y="586"/>
                      <a:pt x="1854" y="1062"/>
                    </a:cubicBezTo>
                    <a:cubicBezTo>
                      <a:pt x="1854" y="1505"/>
                      <a:pt x="1473" y="1886"/>
                      <a:pt x="1030" y="1886"/>
                    </a:cubicBezTo>
                    <a:cubicBezTo>
                      <a:pt x="570" y="1886"/>
                      <a:pt x="190" y="1505"/>
                      <a:pt x="190" y="1062"/>
                    </a:cubicBezTo>
                    <a:cubicBezTo>
                      <a:pt x="190" y="602"/>
                      <a:pt x="570" y="222"/>
                      <a:pt x="1030" y="222"/>
                    </a:cubicBezTo>
                    <a:close/>
                    <a:moveTo>
                      <a:pt x="1030" y="0"/>
                    </a:moveTo>
                    <a:cubicBezTo>
                      <a:pt x="444" y="0"/>
                      <a:pt x="0" y="476"/>
                      <a:pt x="0" y="1030"/>
                    </a:cubicBezTo>
                    <a:cubicBezTo>
                      <a:pt x="0" y="1616"/>
                      <a:pt x="475" y="2060"/>
                      <a:pt x="1030" y="2060"/>
                    </a:cubicBezTo>
                    <a:cubicBezTo>
                      <a:pt x="1600" y="2060"/>
                      <a:pt x="2060" y="1616"/>
                      <a:pt x="2044" y="1030"/>
                    </a:cubicBezTo>
                    <a:cubicBezTo>
                      <a:pt x="2044" y="460"/>
                      <a:pt x="1584" y="0"/>
                      <a:pt x="103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pic>
          <p:nvPicPr>
            <p:cNvPr id="1493" name="Google Shape;1493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0" y="666425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4" name="Google Shape;1494;p29"/>
            <p:cNvPicPr preferRelativeResize="0"/>
            <p:nvPr/>
          </p:nvPicPr>
          <p:blipFill>
            <a:blip r:embed="rId3">
              <a:alphaModFix amt="40000"/>
            </a:blip>
            <a:stretch>
              <a:fillRect/>
            </a:stretch>
          </p:blipFill>
          <p:spPr>
            <a:xfrm>
              <a:off x="928125" y="535000"/>
              <a:ext cx="1177350" cy="11773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BA273838-BFBB-E499-3B63-AB6BAF64396E}"/>
              </a:ext>
            </a:extLst>
          </p:cNvPr>
          <p:cNvSpPr txBox="1"/>
          <p:nvPr/>
        </p:nvSpPr>
        <p:spPr>
          <a:xfrm>
            <a:off x="3536096" y="3880145"/>
            <a:ext cx="20717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Saira" panose="020B0604020202020204" charset="0"/>
              </a:rPr>
              <a:t>Submitted by:</a:t>
            </a:r>
          </a:p>
          <a:p>
            <a:r>
              <a:rPr lang="en-IN" dirty="0">
                <a:solidFill>
                  <a:schemeClr val="tx1"/>
                </a:solidFill>
                <a:latin typeface="Saira" panose="020B0604020202020204" charset="0"/>
              </a:rPr>
              <a:t>Bhavya (102303643)</a:t>
            </a:r>
          </a:p>
          <a:p>
            <a:r>
              <a:rPr lang="en-IN" dirty="0">
                <a:solidFill>
                  <a:schemeClr val="tx1"/>
                </a:solidFill>
                <a:latin typeface="Saira" panose="020B0604020202020204" charset="0"/>
              </a:rPr>
              <a:t>Keshav (102303647)</a:t>
            </a:r>
          </a:p>
          <a:p>
            <a:r>
              <a:rPr lang="en-IN" dirty="0" err="1">
                <a:solidFill>
                  <a:schemeClr val="tx1"/>
                </a:solidFill>
                <a:latin typeface="Saira" panose="020B0604020202020204" charset="0"/>
              </a:rPr>
              <a:t>Keshee</a:t>
            </a:r>
            <a:r>
              <a:rPr lang="en-IN" dirty="0">
                <a:solidFill>
                  <a:schemeClr val="tx1"/>
                </a:solidFill>
                <a:latin typeface="Saira" panose="020B0604020202020204" charset="0"/>
              </a:rPr>
              <a:t> (102303650)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p32"/>
          <p:cNvSpPr txBox="1">
            <a:spLocks noGrp="1"/>
          </p:cNvSpPr>
          <p:nvPr>
            <p:ph type="body" idx="1"/>
          </p:nvPr>
        </p:nvSpPr>
        <p:spPr>
          <a:xfrm>
            <a:off x="689113" y="1435652"/>
            <a:ext cx="4912139" cy="291932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400" dirty="0"/>
              <a:t>An AI-based real-time face recognition system offers a contactless, automated, and secure alternative to traditional attendance systems. This project utilizes computer vision and pre-trained models for accurate and efficient recognition.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Reduces manual effort and eliminates proxy attendance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Uses webcam input to detect and recognize faces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Recognized individuals are marked present in a CSV file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Unknown faces are detected but excluded from attendance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Applicable in schools, offices, and institutions</a:t>
            </a:r>
          </a:p>
        </p:txBody>
      </p:sp>
      <p:sp>
        <p:nvSpPr>
          <p:cNvPr id="1527" name="Google Shape;1527;p32"/>
          <p:cNvSpPr txBox="1">
            <a:spLocks noGrp="1"/>
          </p:cNvSpPr>
          <p:nvPr>
            <p:ph type="title"/>
          </p:nvPr>
        </p:nvSpPr>
        <p:spPr>
          <a:xfrm>
            <a:off x="934387" y="387656"/>
            <a:ext cx="7275226" cy="872415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ABSTRACT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173209-2637-2D19-B0A8-3852B2D3B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0" y="0"/>
            <a:ext cx="51435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33"/>
          <p:cNvSpPr txBox="1">
            <a:spLocks/>
          </p:cNvSpPr>
          <p:nvPr/>
        </p:nvSpPr>
        <p:spPr>
          <a:xfrm>
            <a:off x="1568700" y="498493"/>
            <a:ext cx="60066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IN"/>
              <a:t>INTRODUCTION</a:t>
            </a:r>
            <a:endParaRPr lang="en-IN" dirty="0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76D63140-EAA1-3BF6-E753-4701C9644EF3}"/>
              </a:ext>
            </a:extLst>
          </p:cNvPr>
          <p:cNvSpPr txBox="1">
            <a:spLocks/>
          </p:cNvSpPr>
          <p:nvPr/>
        </p:nvSpPr>
        <p:spPr>
          <a:xfrm>
            <a:off x="3670852" y="1696278"/>
            <a:ext cx="4602922" cy="2764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aira"/>
              <a:buChar char="●"/>
              <a:defRPr sz="14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pPr algn="l">
              <a:buFont typeface="Saira"/>
              <a:buNone/>
            </a:pPr>
            <a:r>
              <a:rPr lang="en-US"/>
              <a:t>Traditional attendance methods are time-consuming and error-prone. The proposed system replaces manual methods with AI-based facial recognition for improved efficiency and hygiene.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/>
              <a:t>Eliminates human error and proxy issues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/>
              <a:t>Contactless, non-intrusive, and faster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/>
              <a:t>Based on Python, OpenCV, and face_recognition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/>
              <a:t>Stores attendance with timestamps in CSV format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/>
              <a:t>Easily scalable by adding new users dynamically</a:t>
            </a:r>
          </a:p>
          <a:p>
            <a:endParaRPr lang="en-IN" dirty="0"/>
          </a:p>
        </p:txBody>
      </p:sp>
      <p:pic>
        <p:nvPicPr>
          <p:cNvPr id="3074" name="Picture 2" descr="How Cloud Based Biometric Attendance Systems With AI Based Face Recognition  Are The Future Of Attendance Management | Fortuna">
            <a:extLst>
              <a:ext uri="{FF2B5EF4-FFF2-40B4-BE49-F238E27FC236}">
                <a16:creationId xmlns:a16="http://schemas.microsoft.com/office/drawing/2014/main" id="{224EE042-41DB-2678-2F77-313B6725AA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187" y="2071688"/>
            <a:ext cx="3091769" cy="1938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" name="Google Shape;1566;p34"/>
          <p:cNvSpPr txBox="1">
            <a:spLocks noGrp="1"/>
          </p:cNvSpPr>
          <p:nvPr>
            <p:ph type="title"/>
          </p:nvPr>
        </p:nvSpPr>
        <p:spPr>
          <a:xfrm>
            <a:off x="2628330" y="414102"/>
            <a:ext cx="3887339" cy="11496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PROBLEM</a:t>
            </a:r>
            <a:br>
              <a:rPr lang="en-IN" dirty="0"/>
            </a:br>
            <a:r>
              <a:rPr lang="en-IN" dirty="0"/>
              <a:t>STATEMENT</a:t>
            </a: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18442F-F269-2E74-F278-8121913841B2}"/>
              </a:ext>
            </a:extLst>
          </p:cNvPr>
          <p:cNvSpPr txBox="1"/>
          <p:nvPr/>
        </p:nvSpPr>
        <p:spPr>
          <a:xfrm>
            <a:off x="786450" y="1682410"/>
            <a:ext cx="7571097" cy="304698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>
              <a:buNone/>
            </a:pP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Traditional attendance systems face several critical limitations that hinder efficiency, accuracy, and scalability—especially in large organizations. These challenges highlight the urgent need for a modern, AI-powered alternative.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Manual Attendance is Inefficient and Error-Prone</a:t>
            </a:r>
            <a:b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</a:b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Recording attendance by hand or through spreadsheets is </a:t>
            </a: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time-consuming</a:t>
            </a: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, prone to </a:t>
            </a: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human error</a:t>
            </a: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, and lacks real-time monitoring.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Hygiene Concerns with Biometric Devices</a:t>
            </a:r>
            <a:b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</a:b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Fingerprint scanners</a:t>
            </a: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 require physical contact, raising serious hygiene issues—especially in a </a:t>
            </a: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post-pandemic environment</a:t>
            </a: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Poor Scalability for Large Populations</a:t>
            </a:r>
            <a:b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</a:b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Managing attendance records for </a:t>
            </a: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hundreds or thousands of individuals</a:t>
            </a: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 becomes complex and inefficient in conventional systems.</a:t>
            </a:r>
          </a:p>
          <a:p>
            <a:pPr marL="171450" indent="-1714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Risk of Proxy Attendance</a:t>
            </a:r>
            <a:b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</a:b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Traditional methods are </a:t>
            </a: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easily bypassed</a:t>
            </a: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, allowing individuals to </a:t>
            </a:r>
            <a:r>
              <a:rPr lang="en-US" sz="1200" b="1" dirty="0">
                <a:solidFill>
                  <a:schemeClr val="tx1"/>
                </a:solidFill>
                <a:latin typeface="Saira" panose="020B0604020202020204" charset="0"/>
              </a:rPr>
              <a:t>mark attendance for others</a:t>
            </a:r>
            <a:r>
              <a:rPr lang="en-US" sz="1200" dirty="0">
                <a:solidFill>
                  <a:schemeClr val="tx1"/>
                </a:solidFill>
                <a:latin typeface="Saira" panose="020B0604020202020204" charset="0"/>
              </a:rPr>
              <a:t>, which compromises system integrity and accountability.</a:t>
            </a:r>
          </a:p>
          <a:p>
            <a:endParaRPr lang="en-IN" sz="1200" dirty="0">
              <a:solidFill>
                <a:schemeClr val="tx1"/>
              </a:solidFill>
              <a:latin typeface="Saira" panose="020B060402020202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dirty="0"/>
              <a:t>OBJECTIVE</a:t>
            </a:r>
            <a:endParaRPr dirty="0"/>
          </a:p>
        </p:txBody>
      </p:sp>
      <p:sp>
        <p:nvSpPr>
          <p:cNvPr id="1579" name="Google Shape;1579;p35"/>
          <p:cNvSpPr txBox="1">
            <a:spLocks noGrp="1"/>
          </p:cNvSpPr>
          <p:nvPr>
            <p:ph type="subTitle" idx="2"/>
          </p:nvPr>
        </p:nvSpPr>
        <p:spPr>
          <a:xfrm>
            <a:off x="3931877" y="1572632"/>
            <a:ext cx="4726209" cy="280500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sz="1400" dirty="0"/>
              <a:t>The system aims to automate and improve attendance accuracy through real-time face recognition.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/>
              <a:t>Real-time face detection and recognition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/>
              <a:t>Mark attendance for known individuals only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/>
              <a:t>Exclude unknowns to maintain data integrity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/>
              <a:t>Allow seamless addition of new users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/>
              <a:t>Achieve at least 80% recognition accuracy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1C7E77-426D-33E2-73B5-F7EDAD091C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430" y="947738"/>
            <a:ext cx="2283351" cy="181451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FC24E4A-69DF-9EBE-57A5-94FAD51845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05610" y="2938697"/>
            <a:ext cx="2226267" cy="175977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p37"/>
          <p:cNvSpPr txBox="1">
            <a:spLocks noGrp="1"/>
          </p:cNvSpPr>
          <p:nvPr>
            <p:ph type="title"/>
          </p:nvPr>
        </p:nvSpPr>
        <p:spPr>
          <a:xfrm>
            <a:off x="2493600" y="502820"/>
            <a:ext cx="4156800" cy="140586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SYSTEM </a:t>
            </a:r>
            <a:br>
              <a:rPr lang="en-IN" dirty="0"/>
            </a:br>
            <a:r>
              <a:rPr lang="en-IN" dirty="0"/>
              <a:t>ARCHITECTURE</a:t>
            </a:r>
          </a:p>
        </p:txBody>
      </p:sp>
      <p:sp>
        <p:nvSpPr>
          <p:cNvPr id="4" name="Flowchart: Alternative Process 3">
            <a:extLst>
              <a:ext uri="{FF2B5EF4-FFF2-40B4-BE49-F238E27FC236}">
                <a16:creationId xmlns:a16="http://schemas.microsoft.com/office/drawing/2014/main" id="{9D764998-CFE4-DCE5-DDAC-712B9C5B6EDC}"/>
              </a:ext>
            </a:extLst>
          </p:cNvPr>
          <p:cNvSpPr/>
          <p:nvPr/>
        </p:nvSpPr>
        <p:spPr>
          <a:xfrm>
            <a:off x="7237845" y="1673496"/>
            <a:ext cx="1257317" cy="831864"/>
          </a:xfrm>
          <a:prstGeom prst="flowChartAlternateProcess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aira" panose="020B0604020202020204" charset="0"/>
              </a:rPr>
              <a:t>Compare encoding with trained data</a:t>
            </a:r>
            <a:endParaRPr lang="en-IN" dirty="0">
              <a:latin typeface="Saira" panose="020B0604020202020204" charset="0"/>
            </a:endParaRPr>
          </a:p>
        </p:txBody>
      </p:sp>
      <p:sp>
        <p:nvSpPr>
          <p:cNvPr id="6" name="Flowchart: Alternative Process 5">
            <a:extLst>
              <a:ext uri="{FF2B5EF4-FFF2-40B4-BE49-F238E27FC236}">
                <a16:creationId xmlns:a16="http://schemas.microsoft.com/office/drawing/2014/main" id="{12C0B0C8-E8C7-6CE4-92F7-264FB3B94866}"/>
              </a:ext>
            </a:extLst>
          </p:cNvPr>
          <p:cNvSpPr/>
          <p:nvPr/>
        </p:nvSpPr>
        <p:spPr>
          <a:xfrm>
            <a:off x="4683491" y="1673496"/>
            <a:ext cx="1590830" cy="831864"/>
          </a:xfrm>
          <a:prstGeom prst="flowChartAlternateProcess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aira" panose="020B0604020202020204" charset="0"/>
              </a:rPr>
              <a:t>Face Encoding using </a:t>
            </a:r>
            <a:r>
              <a:rPr lang="en-US" dirty="0" err="1">
                <a:latin typeface="Saira" panose="020B0604020202020204" charset="0"/>
              </a:rPr>
              <a:t>face_detection</a:t>
            </a:r>
            <a:endParaRPr lang="en-IN" dirty="0">
              <a:latin typeface="Saira" panose="020B0604020202020204" charset="0"/>
            </a:endParaRPr>
          </a:p>
        </p:txBody>
      </p:sp>
      <p:sp>
        <p:nvSpPr>
          <p:cNvPr id="7" name="Flowchart: Alternative Process 6">
            <a:extLst>
              <a:ext uri="{FF2B5EF4-FFF2-40B4-BE49-F238E27FC236}">
                <a16:creationId xmlns:a16="http://schemas.microsoft.com/office/drawing/2014/main" id="{20B6700E-10D1-7E8D-2A44-4DF1F747E3FB}"/>
              </a:ext>
            </a:extLst>
          </p:cNvPr>
          <p:cNvSpPr/>
          <p:nvPr/>
        </p:nvSpPr>
        <p:spPr>
          <a:xfrm>
            <a:off x="2462650" y="1673496"/>
            <a:ext cx="1257317" cy="831864"/>
          </a:xfrm>
          <a:prstGeom prst="flowChartAlternateProcess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aira" panose="020B0604020202020204" charset="0"/>
              </a:rPr>
              <a:t>Frame capture using </a:t>
            </a:r>
            <a:r>
              <a:rPr lang="en-US" dirty="0" err="1">
                <a:latin typeface="Saira" panose="020B0604020202020204" charset="0"/>
              </a:rPr>
              <a:t>openCV</a:t>
            </a:r>
            <a:endParaRPr lang="en-IN" dirty="0">
              <a:latin typeface="Saira" panose="020B0604020202020204" charset="0"/>
            </a:endParaRPr>
          </a:p>
        </p:txBody>
      </p:sp>
      <p:sp>
        <p:nvSpPr>
          <p:cNvPr id="8" name="Flowchart: Alternative Process 7">
            <a:extLst>
              <a:ext uri="{FF2B5EF4-FFF2-40B4-BE49-F238E27FC236}">
                <a16:creationId xmlns:a16="http://schemas.microsoft.com/office/drawing/2014/main" id="{B06BD24C-1B2A-725A-9DD9-D91D3A921771}"/>
              </a:ext>
            </a:extLst>
          </p:cNvPr>
          <p:cNvSpPr/>
          <p:nvPr/>
        </p:nvSpPr>
        <p:spPr>
          <a:xfrm>
            <a:off x="3614227" y="2818887"/>
            <a:ext cx="1257317" cy="831864"/>
          </a:xfrm>
          <a:prstGeom prst="flowChartAlternateProcess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aira" panose="020B0604020202020204" charset="0"/>
              </a:rPr>
              <a:t>Mark attendance</a:t>
            </a:r>
            <a:endParaRPr lang="en-IN" dirty="0">
              <a:latin typeface="Saira" panose="020B0604020202020204" charset="0"/>
            </a:endParaRPr>
          </a:p>
        </p:txBody>
      </p:sp>
      <p:sp>
        <p:nvSpPr>
          <p:cNvPr id="9" name="Flowchart: Alternative Process 8">
            <a:extLst>
              <a:ext uri="{FF2B5EF4-FFF2-40B4-BE49-F238E27FC236}">
                <a16:creationId xmlns:a16="http://schemas.microsoft.com/office/drawing/2014/main" id="{D170E2A6-16BE-63E7-EE76-D54B436C4648}"/>
              </a:ext>
            </a:extLst>
          </p:cNvPr>
          <p:cNvSpPr/>
          <p:nvPr/>
        </p:nvSpPr>
        <p:spPr>
          <a:xfrm>
            <a:off x="3614227" y="4179118"/>
            <a:ext cx="1257317" cy="831864"/>
          </a:xfrm>
          <a:prstGeom prst="flowChartAlternateProcess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aira" panose="020B0604020202020204" charset="0"/>
              </a:rPr>
              <a:t>Label as ‘Unknown’</a:t>
            </a:r>
            <a:endParaRPr lang="en-IN" dirty="0">
              <a:latin typeface="Saira" panose="020B0604020202020204" charset="0"/>
            </a:endParaRPr>
          </a:p>
        </p:txBody>
      </p:sp>
      <p:sp>
        <p:nvSpPr>
          <p:cNvPr id="10" name="Flowchart: Alternative Process 9">
            <a:extLst>
              <a:ext uri="{FF2B5EF4-FFF2-40B4-BE49-F238E27FC236}">
                <a16:creationId xmlns:a16="http://schemas.microsoft.com/office/drawing/2014/main" id="{4A8F5633-7D6B-2F3A-8584-3DA4D61555BD}"/>
              </a:ext>
            </a:extLst>
          </p:cNvPr>
          <p:cNvSpPr/>
          <p:nvPr/>
        </p:nvSpPr>
        <p:spPr>
          <a:xfrm>
            <a:off x="1333063" y="4179118"/>
            <a:ext cx="1257317" cy="831864"/>
          </a:xfrm>
          <a:prstGeom prst="flowChartAlternateProcess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aira" panose="020B0604020202020204" charset="0"/>
              </a:rPr>
              <a:t>Display only on screen</a:t>
            </a:r>
            <a:endParaRPr lang="en-IN" dirty="0">
              <a:latin typeface="Saira" panose="020B0604020202020204" charset="0"/>
            </a:endParaRPr>
          </a:p>
        </p:txBody>
      </p:sp>
      <p:sp>
        <p:nvSpPr>
          <p:cNvPr id="11" name="Flowchart: Alternative Process 10">
            <a:extLst>
              <a:ext uri="{FF2B5EF4-FFF2-40B4-BE49-F238E27FC236}">
                <a16:creationId xmlns:a16="http://schemas.microsoft.com/office/drawing/2014/main" id="{21A96A13-579B-379C-DE89-8B17856DB8C7}"/>
              </a:ext>
            </a:extLst>
          </p:cNvPr>
          <p:cNvSpPr/>
          <p:nvPr/>
        </p:nvSpPr>
        <p:spPr>
          <a:xfrm>
            <a:off x="241809" y="1673496"/>
            <a:ext cx="1257317" cy="831864"/>
          </a:xfrm>
          <a:prstGeom prst="flowChartAlternateProcess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aira" panose="020B0604020202020204" charset="0"/>
              </a:rPr>
              <a:t>Webcam </a:t>
            </a:r>
          </a:p>
          <a:p>
            <a:pPr algn="ctr"/>
            <a:r>
              <a:rPr lang="en-US" dirty="0">
                <a:latin typeface="Saira" panose="020B0604020202020204" charset="0"/>
              </a:rPr>
              <a:t>Input</a:t>
            </a:r>
            <a:endParaRPr lang="en-IN" dirty="0">
              <a:latin typeface="Saira" panose="020B0604020202020204" charset="0"/>
            </a:endParaRPr>
          </a:p>
        </p:txBody>
      </p:sp>
      <p:sp>
        <p:nvSpPr>
          <p:cNvPr id="12" name="Flowchart: Alternative Process 11">
            <a:extLst>
              <a:ext uri="{FF2B5EF4-FFF2-40B4-BE49-F238E27FC236}">
                <a16:creationId xmlns:a16="http://schemas.microsoft.com/office/drawing/2014/main" id="{603FC1BD-564E-30A7-90B9-0B4EBD891AE2}"/>
              </a:ext>
            </a:extLst>
          </p:cNvPr>
          <p:cNvSpPr/>
          <p:nvPr/>
        </p:nvSpPr>
        <p:spPr>
          <a:xfrm>
            <a:off x="1333062" y="2818887"/>
            <a:ext cx="1257317" cy="831864"/>
          </a:xfrm>
          <a:prstGeom prst="flowChartAlternateProcess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aira" panose="020B0604020202020204" charset="0"/>
              </a:rPr>
              <a:t>Export to </a:t>
            </a:r>
          </a:p>
          <a:p>
            <a:pPr algn="ctr"/>
            <a:r>
              <a:rPr lang="en-US" dirty="0">
                <a:latin typeface="Saira" panose="020B0604020202020204" charset="0"/>
              </a:rPr>
              <a:t>CSV file</a:t>
            </a:r>
            <a:endParaRPr lang="en-IN" dirty="0">
              <a:latin typeface="Saira" panose="020B0604020202020204" charset="0"/>
            </a:endParaRPr>
          </a:p>
        </p:txBody>
      </p:sp>
      <p:sp>
        <p:nvSpPr>
          <p:cNvPr id="14" name="Diamond 13">
            <a:extLst>
              <a:ext uri="{FF2B5EF4-FFF2-40B4-BE49-F238E27FC236}">
                <a16:creationId xmlns:a16="http://schemas.microsoft.com/office/drawing/2014/main" id="{8D878690-6ABD-5160-D837-325DF2A1966F}"/>
              </a:ext>
            </a:extLst>
          </p:cNvPr>
          <p:cNvSpPr/>
          <p:nvPr/>
        </p:nvSpPr>
        <p:spPr>
          <a:xfrm>
            <a:off x="6153426" y="3234819"/>
            <a:ext cx="1413565" cy="1360231"/>
          </a:xfrm>
          <a:prstGeom prst="diamond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Saira" panose="020B0604020202020204" charset="0"/>
              </a:rPr>
              <a:t>Match?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46B0F06-4DFC-F784-3E61-DE8F1CBEF9FE}"/>
              </a:ext>
            </a:extLst>
          </p:cNvPr>
          <p:cNvCxnSpPr>
            <a:stCxn id="11" idx="3"/>
            <a:endCxn id="7" idx="1"/>
          </p:cNvCxnSpPr>
          <p:nvPr/>
        </p:nvCxnSpPr>
        <p:spPr>
          <a:xfrm>
            <a:off x="1499126" y="2089428"/>
            <a:ext cx="9635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DAE67C1-A1B3-3A25-7CBA-18F808CA7302}"/>
              </a:ext>
            </a:extLst>
          </p:cNvPr>
          <p:cNvCxnSpPr>
            <a:stCxn id="7" idx="3"/>
            <a:endCxn id="6" idx="1"/>
          </p:cNvCxnSpPr>
          <p:nvPr/>
        </p:nvCxnSpPr>
        <p:spPr>
          <a:xfrm>
            <a:off x="3719967" y="2089428"/>
            <a:ext cx="9635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62758BC6-4276-8499-892E-124AB7D9BE54}"/>
              </a:ext>
            </a:extLst>
          </p:cNvPr>
          <p:cNvCxnSpPr>
            <a:stCxn id="6" idx="3"/>
            <a:endCxn id="4" idx="1"/>
          </p:cNvCxnSpPr>
          <p:nvPr/>
        </p:nvCxnSpPr>
        <p:spPr>
          <a:xfrm>
            <a:off x="6274321" y="2089428"/>
            <a:ext cx="9635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FF996E4-CF1A-4C0C-26E5-A7AFFF45BA6B}"/>
              </a:ext>
            </a:extLst>
          </p:cNvPr>
          <p:cNvCxnSpPr>
            <a:stCxn id="4" idx="3"/>
          </p:cNvCxnSpPr>
          <p:nvPr/>
        </p:nvCxnSpPr>
        <p:spPr>
          <a:xfrm>
            <a:off x="8495162" y="2089428"/>
            <a:ext cx="35287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1AB3717-CBA7-AA2C-C585-2122C91BB8F4}"/>
              </a:ext>
            </a:extLst>
          </p:cNvPr>
          <p:cNvCxnSpPr>
            <a:cxnSpLocks/>
          </p:cNvCxnSpPr>
          <p:nvPr/>
        </p:nvCxnSpPr>
        <p:spPr>
          <a:xfrm>
            <a:off x="8848035" y="2089428"/>
            <a:ext cx="0" cy="18255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78E3F81-206A-E841-288E-DD125ADD4343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7566991" y="3914935"/>
            <a:ext cx="128104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6216D20-DD20-0870-EA9B-345EEA170429}"/>
              </a:ext>
            </a:extLst>
          </p:cNvPr>
          <p:cNvCxnSpPr>
            <a:cxnSpLocks/>
            <a:stCxn id="8" idx="1"/>
            <a:endCxn id="12" idx="3"/>
          </p:cNvCxnSpPr>
          <p:nvPr/>
        </p:nvCxnSpPr>
        <p:spPr>
          <a:xfrm flipH="1">
            <a:off x="2590379" y="3234819"/>
            <a:ext cx="10238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6D3EBE8-D136-58E0-A182-D9D3D3655A42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2590380" y="4595050"/>
            <a:ext cx="10238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A4FCE87-63A9-2203-4170-F3B1F1D74A41}"/>
              </a:ext>
            </a:extLst>
          </p:cNvPr>
          <p:cNvCxnSpPr>
            <a:cxnSpLocks/>
            <a:stCxn id="14" idx="0"/>
            <a:endCxn id="8" idx="3"/>
          </p:cNvCxnSpPr>
          <p:nvPr/>
        </p:nvCxnSpPr>
        <p:spPr>
          <a:xfrm flipH="1">
            <a:off x="4871544" y="3234819"/>
            <a:ext cx="1988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AAF8963D-77DC-6AE9-24AC-40970929CE71}"/>
              </a:ext>
            </a:extLst>
          </p:cNvPr>
          <p:cNvCxnSpPr>
            <a:cxnSpLocks/>
            <a:stCxn id="14" idx="2"/>
            <a:endCxn id="9" idx="3"/>
          </p:cNvCxnSpPr>
          <p:nvPr/>
        </p:nvCxnSpPr>
        <p:spPr>
          <a:xfrm flipH="1">
            <a:off x="4871544" y="4595050"/>
            <a:ext cx="198866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76710617-714E-04A7-E2EA-B79C3C915512}"/>
              </a:ext>
            </a:extLst>
          </p:cNvPr>
          <p:cNvSpPr txBox="1"/>
          <p:nvPr/>
        </p:nvSpPr>
        <p:spPr>
          <a:xfrm>
            <a:off x="5488664" y="2948727"/>
            <a:ext cx="795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YES</a:t>
            </a:r>
            <a:endParaRPr lang="en-IN" dirty="0">
              <a:solidFill>
                <a:schemeClr val="tx1"/>
              </a:solidFill>
              <a:latin typeface="Saira" panose="020B0604020202020204" charset="0"/>
            </a:endParaRPr>
          </a:p>
        </p:txBody>
      </p:sp>
      <p:sp>
        <p:nvSpPr>
          <p:cNvPr id="1600" name="TextBox 1599">
            <a:extLst>
              <a:ext uri="{FF2B5EF4-FFF2-40B4-BE49-F238E27FC236}">
                <a16:creationId xmlns:a16="http://schemas.microsoft.com/office/drawing/2014/main" id="{846EF8A3-0F1F-90E3-5AA4-042CE3B27107}"/>
              </a:ext>
            </a:extLst>
          </p:cNvPr>
          <p:cNvSpPr txBox="1"/>
          <p:nvPr/>
        </p:nvSpPr>
        <p:spPr>
          <a:xfrm>
            <a:off x="5478984" y="4580355"/>
            <a:ext cx="79533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NO</a:t>
            </a:r>
            <a:endParaRPr lang="en-IN" dirty="0">
              <a:solidFill>
                <a:schemeClr val="tx1"/>
              </a:solidFill>
              <a:latin typeface="Saira" panose="020B060402020202020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p39"/>
          <p:cNvSpPr txBox="1">
            <a:spLocks noGrp="1"/>
          </p:cNvSpPr>
          <p:nvPr>
            <p:ph type="title"/>
          </p:nvPr>
        </p:nvSpPr>
        <p:spPr>
          <a:xfrm>
            <a:off x="2159550" y="608196"/>
            <a:ext cx="4824900" cy="117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dirty="0"/>
              <a:t>TOOLS AND TECHNOLOGIES</a:t>
            </a:r>
          </a:p>
        </p:txBody>
      </p:sp>
      <p:sp>
        <p:nvSpPr>
          <p:cNvPr id="1627" name="Google Shape;1627;p39"/>
          <p:cNvSpPr txBox="1">
            <a:spLocks noGrp="1"/>
          </p:cNvSpPr>
          <p:nvPr>
            <p:ph type="subTitle" idx="1"/>
          </p:nvPr>
        </p:nvSpPr>
        <p:spPr>
          <a:xfrm>
            <a:off x="854765" y="1887231"/>
            <a:ext cx="7434470" cy="5136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The system uses Python and open-source libraries for seamless integration and performance.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FBD977-5B43-903C-0BE7-A46916F0E5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5437909"/>
              </p:ext>
            </p:extLst>
          </p:nvPr>
        </p:nvGraphicFramePr>
        <p:xfrm>
          <a:off x="311150" y="2615605"/>
          <a:ext cx="8521700" cy="2133600"/>
        </p:xfrm>
        <a:graphic>
          <a:graphicData uri="http://schemas.openxmlformats.org/drawingml/2006/table">
            <a:tbl>
              <a:tblPr/>
              <a:tblGrid>
                <a:gridCol w="4260850">
                  <a:extLst>
                    <a:ext uri="{9D8B030D-6E8A-4147-A177-3AD203B41FA5}">
                      <a16:colId xmlns:a16="http://schemas.microsoft.com/office/drawing/2014/main" val="1133348957"/>
                    </a:ext>
                  </a:extLst>
                </a:gridCol>
                <a:gridCol w="4260850">
                  <a:extLst>
                    <a:ext uri="{9D8B030D-6E8A-4147-A177-3AD203B41FA5}">
                      <a16:colId xmlns:a16="http://schemas.microsoft.com/office/drawing/2014/main" val="13155771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Saira" panose="020B0604020202020204" charset="0"/>
                        </a:rPr>
                        <a:t>Tool/Library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Saira" panose="020B0604020202020204" charset="0"/>
                        </a:rPr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344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Python 3.x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Saira" panose="020B0604020202020204" charset="0"/>
                        </a:rPr>
                        <a:t>Programming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630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OpenCV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Saira" panose="020B0604020202020204" charset="0"/>
                        </a:rPr>
                        <a:t>Image processing, webcam feed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4778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Saira" panose="020B0604020202020204" charset="0"/>
                        </a:rPr>
                        <a:t>face_recognition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Saira" panose="020B0604020202020204" charset="0"/>
                        </a:rPr>
                        <a:t>Face detection, encoding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047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>
                          <a:latin typeface="Saira" panose="020B0604020202020204" charset="0"/>
                        </a:rPr>
                        <a:t>NumPy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>
                          <a:latin typeface="Saira" panose="020B0604020202020204" charset="0"/>
                        </a:rPr>
                        <a:t>Data handling, arrays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683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CSV Module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Attendance data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922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HOG+CNN Model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Image Classification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59244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38"/>
          <p:cNvSpPr txBox="1">
            <a:spLocks noGrp="1"/>
          </p:cNvSpPr>
          <p:nvPr>
            <p:ph type="title"/>
          </p:nvPr>
        </p:nvSpPr>
        <p:spPr>
          <a:xfrm>
            <a:off x="4101890" y="3527824"/>
            <a:ext cx="4399046" cy="11784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dirty="0"/>
              <a:t>METHODOLOGY</a:t>
            </a:r>
          </a:p>
        </p:txBody>
      </p: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FAA2E1B6-A6E8-09F5-653F-858F004923B9}"/>
              </a:ext>
            </a:extLst>
          </p:cNvPr>
          <p:cNvSpPr/>
          <p:nvPr/>
        </p:nvSpPr>
        <p:spPr>
          <a:xfrm>
            <a:off x="1635166" y="26198"/>
            <a:ext cx="1738312" cy="481012"/>
          </a:xfrm>
          <a:prstGeom prst="flowChartTerminator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aira" panose="020B0604020202020204" charset="0"/>
              </a:rPr>
              <a:t>Start the System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9C27E7-8724-B0EF-41D1-2BF1BA95ECAE}"/>
              </a:ext>
            </a:extLst>
          </p:cNvPr>
          <p:cNvSpPr/>
          <p:nvPr/>
        </p:nvSpPr>
        <p:spPr>
          <a:xfrm>
            <a:off x="1486423" y="678660"/>
            <a:ext cx="2036301" cy="595313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IN" sz="1200" dirty="0">
                <a:latin typeface="Saira" panose="020B0604020202020204" charset="0"/>
              </a:rPr>
              <a:t>Block 1:Load Train Dataset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Encode 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Store encodings and names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B6C09D-C576-8854-40D6-A67FDF203A87}"/>
              </a:ext>
            </a:extLst>
          </p:cNvPr>
          <p:cNvSpPr/>
          <p:nvPr/>
        </p:nvSpPr>
        <p:spPr>
          <a:xfrm>
            <a:off x="1349505" y="1445423"/>
            <a:ext cx="2310145" cy="909637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IN" sz="1200" dirty="0">
                <a:latin typeface="Saira" panose="020B0604020202020204" charset="0"/>
              </a:rPr>
              <a:t>Block 2:Real time Recognition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Capture frame from webcam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Detect 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Encode 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Compare with known Faces</a:t>
            </a: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754D6175-89DC-6658-1C90-C7F85539CB2F}"/>
              </a:ext>
            </a:extLst>
          </p:cNvPr>
          <p:cNvSpPr/>
          <p:nvPr/>
        </p:nvSpPr>
        <p:spPr>
          <a:xfrm>
            <a:off x="1775910" y="2526510"/>
            <a:ext cx="1457325" cy="909638"/>
          </a:xfrm>
          <a:prstGeom prst="diamond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sz="1000" dirty="0">
                <a:latin typeface="Saira" panose="020B0604020202020204" charset="0"/>
              </a:rPr>
              <a:t>Face Matches?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FD742F-E752-70E8-522B-C3488CB07E44}"/>
              </a:ext>
            </a:extLst>
          </p:cNvPr>
          <p:cNvSpPr/>
          <p:nvPr/>
        </p:nvSpPr>
        <p:spPr>
          <a:xfrm>
            <a:off x="1560669" y="3619501"/>
            <a:ext cx="1887306" cy="833438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IN" sz="1200" dirty="0">
                <a:latin typeface="Saira" panose="020B0604020202020204" charset="0"/>
              </a:rPr>
              <a:t>Block 3:Add New 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Capture new 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Split(80%train,20%test)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Update reference dataset</a:t>
            </a:r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607FDC43-9C02-5B23-493A-FB79F0AFCC16}"/>
              </a:ext>
            </a:extLst>
          </p:cNvPr>
          <p:cNvSpPr/>
          <p:nvPr/>
        </p:nvSpPr>
        <p:spPr>
          <a:xfrm>
            <a:off x="1635166" y="4626765"/>
            <a:ext cx="1738312" cy="481012"/>
          </a:xfrm>
          <a:prstGeom prst="flowChartTerminator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r>
              <a:rPr lang="en-IN" dirty="0">
                <a:latin typeface="Saira" panose="020B0604020202020204" charset="0"/>
              </a:rPr>
              <a:t>End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FD46567-6230-EF78-B4CC-99CABE526281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2504322" y="507210"/>
            <a:ext cx="252" cy="171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65315E9-5098-C571-38DC-A5FEFC68AD58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504574" y="1273973"/>
            <a:ext cx="4" cy="171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4C8FD72-538D-AC76-375A-CC432ED3268A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2504573" y="2355060"/>
            <a:ext cx="5" cy="171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C382558-75D8-A452-D0C0-FF7CFB2CC8C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2504322" y="3436148"/>
            <a:ext cx="251" cy="183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66F3AE4-9C42-AF61-E466-40EAAACD308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2504322" y="4452939"/>
            <a:ext cx="0" cy="1738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C7C6AE0C-C855-281C-08F0-1CBB8494FF3B}"/>
              </a:ext>
            </a:extLst>
          </p:cNvPr>
          <p:cNvSpPr/>
          <p:nvPr/>
        </p:nvSpPr>
        <p:spPr>
          <a:xfrm>
            <a:off x="35297" y="2692004"/>
            <a:ext cx="1413804" cy="578651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IN" sz="1200" dirty="0">
                <a:latin typeface="Saira" panose="020B0604020202020204" charset="0"/>
              </a:rPr>
              <a:t>Mark Attendance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Save in CSV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8560C2-7EF0-EB2A-812F-9B4C075EC47B}"/>
              </a:ext>
            </a:extLst>
          </p:cNvPr>
          <p:cNvSpPr/>
          <p:nvPr/>
        </p:nvSpPr>
        <p:spPr>
          <a:xfrm>
            <a:off x="3559974" y="2702711"/>
            <a:ext cx="1634888" cy="578652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r>
              <a:rPr lang="en-IN" sz="1200" dirty="0">
                <a:latin typeface="Saira" panose="020B0604020202020204" charset="0"/>
              </a:rPr>
              <a:t>Label as “Unknown”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000" dirty="0">
                <a:latin typeface="Saira" panose="020B0604020202020204" charset="0"/>
              </a:rPr>
              <a:t>Do not save in CSV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E47E143-F360-2192-E63F-DC2BAF2B3E72}"/>
              </a:ext>
            </a:extLst>
          </p:cNvPr>
          <p:cNvCxnSpPr>
            <a:stCxn id="6" idx="1"/>
            <a:endCxn id="21" idx="3"/>
          </p:cNvCxnSpPr>
          <p:nvPr/>
        </p:nvCxnSpPr>
        <p:spPr>
          <a:xfrm flipH="1">
            <a:off x="1449101" y="2981329"/>
            <a:ext cx="32680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8B31A67-1E61-24CC-18EE-5F3ABB1801CE}"/>
              </a:ext>
            </a:extLst>
          </p:cNvPr>
          <p:cNvCxnSpPr>
            <a:stCxn id="6" idx="3"/>
            <a:endCxn id="22" idx="1"/>
          </p:cNvCxnSpPr>
          <p:nvPr/>
        </p:nvCxnSpPr>
        <p:spPr>
          <a:xfrm>
            <a:off x="3233235" y="2981329"/>
            <a:ext cx="326739" cy="107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40"/>
          <p:cNvSpPr txBox="1">
            <a:spLocks noGrp="1"/>
          </p:cNvSpPr>
          <p:nvPr>
            <p:ph type="title"/>
          </p:nvPr>
        </p:nvSpPr>
        <p:spPr>
          <a:xfrm>
            <a:off x="2297035" y="471530"/>
            <a:ext cx="4549930" cy="11417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IMPLEMENTATION </a:t>
            </a:r>
            <a:br>
              <a:rPr lang="en-IN" dirty="0"/>
            </a:br>
            <a:r>
              <a:rPr lang="en-IN" dirty="0"/>
              <a:t>DETAILS</a:t>
            </a:r>
            <a:endParaRPr lang="en-IN" dirty="0">
              <a:solidFill>
                <a:srgbClr val="EFEFEF"/>
              </a:solidFill>
            </a:endParaRPr>
          </a:p>
        </p:txBody>
      </p:sp>
      <p:sp>
        <p:nvSpPr>
          <p:cNvPr id="1636" name="Google Shape;1636;p40"/>
          <p:cNvSpPr txBox="1"/>
          <p:nvPr/>
        </p:nvSpPr>
        <p:spPr>
          <a:xfrm>
            <a:off x="4572000" y="1809259"/>
            <a:ext cx="4475462" cy="2057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Clr>
                <a:schemeClr val="tx1"/>
              </a:buClr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Built using Python and powerful models for accuracy and speed.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Python 3.8+ used for development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HOG + CNN model for detection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Matching threshold: 0.45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Attendance saved in CSV with timestamps</a:t>
            </a:r>
          </a:p>
          <a:p>
            <a:pPr marL="34290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Supports dynamic dataset updates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92163E-EBF9-26CB-3F22-79AC0E83B3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4" y="1225022"/>
            <a:ext cx="2419351" cy="322580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42"/>
          <p:cNvSpPr txBox="1">
            <a:spLocks noGrp="1"/>
          </p:cNvSpPr>
          <p:nvPr>
            <p:ph type="title"/>
          </p:nvPr>
        </p:nvSpPr>
        <p:spPr>
          <a:xfrm>
            <a:off x="2621550" y="434337"/>
            <a:ext cx="3900900" cy="13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DATASET</a:t>
            </a:r>
            <a:br>
              <a:rPr lang="en-IN" dirty="0"/>
            </a:br>
            <a:r>
              <a:rPr lang="en-IN" dirty="0"/>
              <a:t>PREPERATION</a:t>
            </a:r>
            <a:endParaRPr dirty="0"/>
          </a:p>
        </p:txBody>
      </p:sp>
      <p:sp>
        <p:nvSpPr>
          <p:cNvPr id="1649" name="Google Shape;1649;p42"/>
          <p:cNvSpPr txBox="1">
            <a:spLocks noGrp="1"/>
          </p:cNvSpPr>
          <p:nvPr>
            <p:ph type="subTitle" idx="1"/>
          </p:nvPr>
        </p:nvSpPr>
        <p:spPr>
          <a:xfrm>
            <a:off x="611654" y="1916865"/>
            <a:ext cx="3900900" cy="22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400" dirty="0"/>
              <a:t>Properly curated training and testing datasets are key to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100 images per person in varied lighting and poses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Testing dataset with unseen images (20%)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100+ unknown face samples added for robustness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Images standardized to 256x256 RGB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Potential for future data augmentation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6184A3-C77F-87A6-A0A1-C47B1A74BB0E}"/>
              </a:ext>
            </a:extLst>
          </p:cNvPr>
          <p:cNvSpPr txBox="1"/>
          <p:nvPr/>
        </p:nvSpPr>
        <p:spPr>
          <a:xfrm>
            <a:off x="5662782" y="1773020"/>
            <a:ext cx="4669630" cy="2492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dataset/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├── train/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│   ├── &lt;</a:t>
            </a:r>
            <a:r>
              <a:rPr lang="en-IN" sz="1200" dirty="0" err="1">
                <a:solidFill>
                  <a:schemeClr val="tx1"/>
                </a:solidFill>
                <a:latin typeface="Saira" panose="020B0604020202020204" charset="0"/>
              </a:rPr>
              <a:t>person_name</a:t>
            </a:r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&gt;/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│   │   ├── person_name_1.jpg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│   │   ├── person_name_2.jpg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│   │   └── ...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│   └── ...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├── test/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│   ├── &lt;</a:t>
            </a:r>
            <a:r>
              <a:rPr lang="en-IN" sz="1200" dirty="0" err="1">
                <a:solidFill>
                  <a:schemeClr val="tx1"/>
                </a:solidFill>
                <a:latin typeface="Saira" panose="020B0604020202020204" charset="0"/>
              </a:rPr>
              <a:t>person_name</a:t>
            </a:r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&gt;/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│   │   ├── person_name_12.jpg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│   │   ├── person_name_27.jpg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│   │   └── ...</a:t>
            </a:r>
          </a:p>
          <a:p>
            <a:r>
              <a:rPr lang="en-IN" sz="1200" dirty="0">
                <a:solidFill>
                  <a:schemeClr val="tx1"/>
                </a:solidFill>
                <a:latin typeface="Saira" panose="020B0604020202020204" charset="0"/>
              </a:rPr>
              <a:t>│   └── ...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9AFE22D-A4B9-DFE8-67DF-861FC82F27A8}"/>
              </a:ext>
            </a:extLst>
          </p:cNvPr>
          <p:cNvCxnSpPr>
            <a:stCxn id="1648" idx="2"/>
          </p:cNvCxnSpPr>
          <p:nvPr/>
        </p:nvCxnSpPr>
        <p:spPr>
          <a:xfrm>
            <a:off x="4572000" y="1735137"/>
            <a:ext cx="0" cy="34464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41"/>
          <p:cNvSpPr txBox="1">
            <a:spLocks noGrp="1"/>
          </p:cNvSpPr>
          <p:nvPr>
            <p:ph type="title"/>
          </p:nvPr>
        </p:nvSpPr>
        <p:spPr>
          <a:xfrm>
            <a:off x="2146798" y="374346"/>
            <a:ext cx="4850330" cy="115407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ACCURACY </a:t>
            </a:r>
            <a:br>
              <a:rPr lang="en-IN" dirty="0"/>
            </a:br>
            <a:r>
              <a:rPr lang="en-IN" dirty="0"/>
              <a:t>ANALYSIS</a:t>
            </a:r>
          </a:p>
        </p:txBody>
      </p:sp>
      <p:sp>
        <p:nvSpPr>
          <p:cNvPr id="3" name="Google Shape;1860;p50">
            <a:extLst>
              <a:ext uri="{FF2B5EF4-FFF2-40B4-BE49-F238E27FC236}">
                <a16:creationId xmlns:a16="http://schemas.microsoft.com/office/drawing/2014/main" id="{B7A57CD5-1A28-5B14-FEF2-312D169BAFC2}"/>
              </a:ext>
            </a:extLst>
          </p:cNvPr>
          <p:cNvSpPr txBox="1">
            <a:spLocks/>
          </p:cNvSpPr>
          <p:nvPr/>
        </p:nvSpPr>
        <p:spPr>
          <a:xfrm>
            <a:off x="2529739" y="1705213"/>
            <a:ext cx="4084447" cy="25555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The system was tested on 1000+ images, showing high accuracy for both known and unknown individuals.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Known Face Accuracy: 80%–90%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Unknown Detection Accuracy: 80%–90%</a:t>
            </a:r>
          </a:p>
          <a:p>
            <a:pPr marL="28575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Influencing factors: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Lighting and resolution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Face angle and position</a:t>
            </a:r>
          </a:p>
          <a:p>
            <a:pPr marL="742950" lvl="1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  <a:latin typeface="Saira" panose="020B0604020202020204" charset="0"/>
              </a:rPr>
              <a:t>Background clutter</a:t>
            </a:r>
          </a:p>
        </p:txBody>
      </p:sp>
      <p:grpSp>
        <p:nvGrpSpPr>
          <p:cNvPr id="2" name="Google Shape;13403;p67">
            <a:extLst>
              <a:ext uri="{FF2B5EF4-FFF2-40B4-BE49-F238E27FC236}">
                <a16:creationId xmlns:a16="http://schemas.microsoft.com/office/drawing/2014/main" id="{EEEC6D2D-539A-76B8-6AAB-0106717E6B92}"/>
              </a:ext>
            </a:extLst>
          </p:cNvPr>
          <p:cNvGrpSpPr/>
          <p:nvPr/>
        </p:nvGrpSpPr>
        <p:grpSpPr>
          <a:xfrm>
            <a:off x="861855" y="1612291"/>
            <a:ext cx="789256" cy="779084"/>
            <a:chOff x="1819576" y="1511679"/>
            <a:chExt cx="352103" cy="352103"/>
          </a:xfrm>
        </p:grpSpPr>
        <p:sp>
          <p:nvSpPr>
            <p:cNvPr id="4" name="Google Shape;13404;p67">
              <a:extLst>
                <a:ext uri="{FF2B5EF4-FFF2-40B4-BE49-F238E27FC236}">
                  <a16:creationId xmlns:a16="http://schemas.microsoft.com/office/drawing/2014/main" id="{252D70E8-C092-3E1D-09D7-7B3C5548C0BF}"/>
                </a:ext>
              </a:extLst>
            </p:cNvPr>
            <p:cNvSpPr/>
            <p:nvPr/>
          </p:nvSpPr>
          <p:spPr>
            <a:xfrm>
              <a:off x="1819576" y="1511679"/>
              <a:ext cx="352103" cy="352103"/>
            </a:xfrm>
            <a:custGeom>
              <a:avLst/>
              <a:gdLst/>
              <a:ahLst/>
              <a:cxnLst/>
              <a:rect l="l" t="t" r="r" b="b"/>
              <a:pathLst>
                <a:path w="11062" h="11062" extrusionOk="0">
                  <a:moveTo>
                    <a:pt x="6216" y="310"/>
                  </a:moveTo>
                  <a:cubicBezTo>
                    <a:pt x="6216" y="310"/>
                    <a:pt x="6240" y="310"/>
                    <a:pt x="6240" y="322"/>
                  </a:cubicBezTo>
                  <a:lnTo>
                    <a:pt x="6240" y="786"/>
                  </a:lnTo>
                  <a:cubicBezTo>
                    <a:pt x="6240" y="953"/>
                    <a:pt x="6335" y="1084"/>
                    <a:pt x="6502" y="1108"/>
                  </a:cubicBezTo>
                  <a:cubicBezTo>
                    <a:pt x="7025" y="1227"/>
                    <a:pt x="7514" y="1429"/>
                    <a:pt x="7966" y="1727"/>
                  </a:cubicBezTo>
                  <a:cubicBezTo>
                    <a:pt x="8022" y="1762"/>
                    <a:pt x="8086" y="1780"/>
                    <a:pt x="8150" y="1780"/>
                  </a:cubicBezTo>
                  <a:cubicBezTo>
                    <a:pt x="8236" y="1780"/>
                    <a:pt x="8321" y="1747"/>
                    <a:pt x="8383" y="1679"/>
                  </a:cubicBezTo>
                  <a:lnTo>
                    <a:pt x="8704" y="1346"/>
                  </a:lnTo>
                  <a:lnTo>
                    <a:pt x="8716" y="1346"/>
                  </a:lnTo>
                  <a:lnTo>
                    <a:pt x="9704" y="2334"/>
                  </a:lnTo>
                  <a:lnTo>
                    <a:pt x="9704" y="2346"/>
                  </a:lnTo>
                  <a:lnTo>
                    <a:pt x="9371" y="2679"/>
                  </a:lnTo>
                  <a:cubicBezTo>
                    <a:pt x="9252" y="2798"/>
                    <a:pt x="9240" y="2953"/>
                    <a:pt x="9335" y="3096"/>
                  </a:cubicBezTo>
                  <a:cubicBezTo>
                    <a:pt x="9609" y="3536"/>
                    <a:pt x="9823" y="4025"/>
                    <a:pt x="9943" y="4548"/>
                  </a:cubicBezTo>
                  <a:cubicBezTo>
                    <a:pt x="9966" y="4703"/>
                    <a:pt x="10109" y="4822"/>
                    <a:pt x="10264" y="4822"/>
                  </a:cubicBezTo>
                  <a:lnTo>
                    <a:pt x="10728" y="4822"/>
                  </a:lnTo>
                  <a:cubicBezTo>
                    <a:pt x="10728" y="4822"/>
                    <a:pt x="10752" y="4822"/>
                    <a:pt x="10752" y="4834"/>
                  </a:cubicBezTo>
                  <a:lnTo>
                    <a:pt x="10728" y="6239"/>
                  </a:lnTo>
                  <a:lnTo>
                    <a:pt x="10264" y="6239"/>
                  </a:lnTo>
                  <a:cubicBezTo>
                    <a:pt x="10109" y="6239"/>
                    <a:pt x="9966" y="6334"/>
                    <a:pt x="9943" y="6501"/>
                  </a:cubicBezTo>
                  <a:cubicBezTo>
                    <a:pt x="9823" y="7025"/>
                    <a:pt x="9633" y="7513"/>
                    <a:pt x="9335" y="7966"/>
                  </a:cubicBezTo>
                  <a:cubicBezTo>
                    <a:pt x="9240" y="8097"/>
                    <a:pt x="9252" y="8275"/>
                    <a:pt x="9371" y="8382"/>
                  </a:cubicBezTo>
                  <a:lnTo>
                    <a:pt x="9704" y="8704"/>
                  </a:lnTo>
                  <a:lnTo>
                    <a:pt x="9704" y="8716"/>
                  </a:lnTo>
                  <a:lnTo>
                    <a:pt x="8716" y="9704"/>
                  </a:lnTo>
                  <a:lnTo>
                    <a:pt x="8704" y="9704"/>
                  </a:lnTo>
                  <a:lnTo>
                    <a:pt x="8383" y="9370"/>
                  </a:lnTo>
                  <a:cubicBezTo>
                    <a:pt x="8317" y="9304"/>
                    <a:pt x="8236" y="9271"/>
                    <a:pt x="8155" y="9271"/>
                  </a:cubicBezTo>
                  <a:cubicBezTo>
                    <a:pt x="8090" y="9271"/>
                    <a:pt x="8024" y="9292"/>
                    <a:pt x="7966" y="9335"/>
                  </a:cubicBezTo>
                  <a:cubicBezTo>
                    <a:pt x="7514" y="9609"/>
                    <a:pt x="7025" y="9823"/>
                    <a:pt x="6502" y="9942"/>
                  </a:cubicBezTo>
                  <a:cubicBezTo>
                    <a:pt x="6359" y="9966"/>
                    <a:pt x="6240" y="10109"/>
                    <a:pt x="6240" y="10263"/>
                  </a:cubicBezTo>
                  <a:lnTo>
                    <a:pt x="6240" y="10728"/>
                  </a:lnTo>
                  <a:cubicBezTo>
                    <a:pt x="6240" y="10728"/>
                    <a:pt x="6240" y="10740"/>
                    <a:pt x="6216" y="10740"/>
                  </a:cubicBezTo>
                  <a:lnTo>
                    <a:pt x="4835" y="10740"/>
                  </a:lnTo>
                  <a:cubicBezTo>
                    <a:pt x="4835" y="10740"/>
                    <a:pt x="4823" y="10740"/>
                    <a:pt x="4823" y="10728"/>
                  </a:cubicBezTo>
                  <a:lnTo>
                    <a:pt x="4823" y="10263"/>
                  </a:lnTo>
                  <a:cubicBezTo>
                    <a:pt x="4823" y="10109"/>
                    <a:pt x="4716" y="9966"/>
                    <a:pt x="4549" y="9942"/>
                  </a:cubicBezTo>
                  <a:cubicBezTo>
                    <a:pt x="4037" y="9823"/>
                    <a:pt x="3537" y="9632"/>
                    <a:pt x="3096" y="9335"/>
                  </a:cubicBezTo>
                  <a:cubicBezTo>
                    <a:pt x="3037" y="9299"/>
                    <a:pt x="2977" y="9275"/>
                    <a:pt x="2918" y="9275"/>
                  </a:cubicBezTo>
                  <a:cubicBezTo>
                    <a:pt x="2823" y="9275"/>
                    <a:pt x="2751" y="9299"/>
                    <a:pt x="2680" y="9370"/>
                  </a:cubicBezTo>
                  <a:lnTo>
                    <a:pt x="2346" y="9704"/>
                  </a:lnTo>
                  <a:lnTo>
                    <a:pt x="2334" y="9704"/>
                  </a:lnTo>
                  <a:lnTo>
                    <a:pt x="1358" y="8716"/>
                  </a:lnTo>
                  <a:lnTo>
                    <a:pt x="1358" y="8704"/>
                  </a:lnTo>
                  <a:lnTo>
                    <a:pt x="1680" y="8382"/>
                  </a:lnTo>
                  <a:cubicBezTo>
                    <a:pt x="1799" y="8263"/>
                    <a:pt x="1811" y="8097"/>
                    <a:pt x="1727" y="7966"/>
                  </a:cubicBezTo>
                  <a:cubicBezTo>
                    <a:pt x="1441" y="7513"/>
                    <a:pt x="1239" y="7025"/>
                    <a:pt x="1120" y="6501"/>
                  </a:cubicBezTo>
                  <a:cubicBezTo>
                    <a:pt x="1084" y="6358"/>
                    <a:pt x="953" y="6239"/>
                    <a:pt x="787" y="6239"/>
                  </a:cubicBezTo>
                  <a:lnTo>
                    <a:pt x="322" y="6239"/>
                  </a:lnTo>
                  <a:cubicBezTo>
                    <a:pt x="322" y="6239"/>
                    <a:pt x="310" y="6239"/>
                    <a:pt x="310" y="6215"/>
                  </a:cubicBezTo>
                  <a:lnTo>
                    <a:pt x="310" y="4834"/>
                  </a:lnTo>
                  <a:cubicBezTo>
                    <a:pt x="310" y="4834"/>
                    <a:pt x="310" y="4822"/>
                    <a:pt x="322" y="4822"/>
                  </a:cubicBezTo>
                  <a:lnTo>
                    <a:pt x="787" y="4822"/>
                  </a:lnTo>
                  <a:cubicBezTo>
                    <a:pt x="953" y="4822"/>
                    <a:pt x="1084" y="4715"/>
                    <a:pt x="1120" y="4548"/>
                  </a:cubicBezTo>
                  <a:cubicBezTo>
                    <a:pt x="1239" y="4025"/>
                    <a:pt x="1430" y="3536"/>
                    <a:pt x="1727" y="3096"/>
                  </a:cubicBezTo>
                  <a:cubicBezTo>
                    <a:pt x="1811" y="2953"/>
                    <a:pt x="1799" y="2774"/>
                    <a:pt x="1680" y="2679"/>
                  </a:cubicBezTo>
                  <a:lnTo>
                    <a:pt x="1358" y="2346"/>
                  </a:lnTo>
                  <a:lnTo>
                    <a:pt x="1358" y="2334"/>
                  </a:lnTo>
                  <a:lnTo>
                    <a:pt x="2334" y="1346"/>
                  </a:lnTo>
                  <a:lnTo>
                    <a:pt x="2346" y="1346"/>
                  </a:lnTo>
                  <a:lnTo>
                    <a:pt x="2680" y="1679"/>
                  </a:lnTo>
                  <a:cubicBezTo>
                    <a:pt x="2748" y="1747"/>
                    <a:pt x="2832" y="1780"/>
                    <a:pt x="2916" y="1780"/>
                  </a:cubicBezTo>
                  <a:cubicBezTo>
                    <a:pt x="2978" y="1780"/>
                    <a:pt x="3041" y="1762"/>
                    <a:pt x="3096" y="1727"/>
                  </a:cubicBezTo>
                  <a:cubicBezTo>
                    <a:pt x="3537" y="1441"/>
                    <a:pt x="4037" y="1227"/>
                    <a:pt x="4549" y="1108"/>
                  </a:cubicBezTo>
                  <a:cubicBezTo>
                    <a:pt x="4704" y="1084"/>
                    <a:pt x="4823" y="953"/>
                    <a:pt x="4823" y="786"/>
                  </a:cubicBezTo>
                  <a:lnTo>
                    <a:pt x="4823" y="322"/>
                  </a:lnTo>
                  <a:cubicBezTo>
                    <a:pt x="4823" y="322"/>
                    <a:pt x="4823" y="310"/>
                    <a:pt x="4835" y="310"/>
                  </a:cubicBezTo>
                  <a:close/>
                  <a:moveTo>
                    <a:pt x="4835" y="0"/>
                  </a:moveTo>
                  <a:cubicBezTo>
                    <a:pt x="4656" y="0"/>
                    <a:pt x="4513" y="143"/>
                    <a:pt x="4513" y="322"/>
                  </a:cubicBezTo>
                  <a:lnTo>
                    <a:pt x="4513" y="786"/>
                  </a:lnTo>
                  <a:cubicBezTo>
                    <a:pt x="4513" y="786"/>
                    <a:pt x="4513" y="798"/>
                    <a:pt x="4489" y="798"/>
                  </a:cubicBezTo>
                  <a:cubicBezTo>
                    <a:pt x="3930" y="917"/>
                    <a:pt x="3406" y="1143"/>
                    <a:pt x="2930" y="1453"/>
                  </a:cubicBezTo>
                  <a:lnTo>
                    <a:pt x="2918" y="1453"/>
                  </a:lnTo>
                  <a:lnTo>
                    <a:pt x="2584" y="1131"/>
                  </a:lnTo>
                  <a:cubicBezTo>
                    <a:pt x="2519" y="1066"/>
                    <a:pt x="2436" y="1033"/>
                    <a:pt x="2351" y="1033"/>
                  </a:cubicBezTo>
                  <a:cubicBezTo>
                    <a:pt x="2266" y="1033"/>
                    <a:pt x="2180" y="1066"/>
                    <a:pt x="2108" y="1131"/>
                  </a:cubicBezTo>
                  <a:lnTo>
                    <a:pt x="1132" y="2108"/>
                  </a:lnTo>
                  <a:cubicBezTo>
                    <a:pt x="1001" y="2251"/>
                    <a:pt x="1001" y="2453"/>
                    <a:pt x="1132" y="2584"/>
                  </a:cubicBezTo>
                  <a:lnTo>
                    <a:pt x="1453" y="2917"/>
                  </a:lnTo>
                  <a:lnTo>
                    <a:pt x="1453" y="2929"/>
                  </a:lnTo>
                  <a:cubicBezTo>
                    <a:pt x="1144" y="3405"/>
                    <a:pt x="941" y="3941"/>
                    <a:pt x="799" y="4489"/>
                  </a:cubicBezTo>
                  <a:cubicBezTo>
                    <a:pt x="799" y="4489"/>
                    <a:pt x="799" y="4513"/>
                    <a:pt x="787" y="4513"/>
                  </a:cubicBezTo>
                  <a:lnTo>
                    <a:pt x="322" y="4513"/>
                  </a:lnTo>
                  <a:cubicBezTo>
                    <a:pt x="144" y="4513"/>
                    <a:pt x="1" y="4656"/>
                    <a:pt x="1" y="4834"/>
                  </a:cubicBezTo>
                  <a:lnTo>
                    <a:pt x="1" y="6215"/>
                  </a:lnTo>
                  <a:cubicBezTo>
                    <a:pt x="1" y="6394"/>
                    <a:pt x="144" y="6549"/>
                    <a:pt x="322" y="6549"/>
                  </a:cubicBezTo>
                  <a:lnTo>
                    <a:pt x="787" y="6549"/>
                  </a:lnTo>
                  <a:cubicBezTo>
                    <a:pt x="787" y="6549"/>
                    <a:pt x="799" y="6549"/>
                    <a:pt x="799" y="6561"/>
                  </a:cubicBezTo>
                  <a:cubicBezTo>
                    <a:pt x="918" y="7132"/>
                    <a:pt x="1144" y="7644"/>
                    <a:pt x="1453" y="8120"/>
                  </a:cubicBezTo>
                  <a:lnTo>
                    <a:pt x="1453" y="8144"/>
                  </a:lnTo>
                  <a:lnTo>
                    <a:pt x="1132" y="8466"/>
                  </a:lnTo>
                  <a:cubicBezTo>
                    <a:pt x="1001" y="8597"/>
                    <a:pt x="1001" y="8811"/>
                    <a:pt x="1132" y="8942"/>
                  </a:cubicBezTo>
                  <a:lnTo>
                    <a:pt x="2108" y="9930"/>
                  </a:lnTo>
                  <a:cubicBezTo>
                    <a:pt x="2180" y="9996"/>
                    <a:pt x="2266" y="10028"/>
                    <a:pt x="2351" y="10028"/>
                  </a:cubicBezTo>
                  <a:cubicBezTo>
                    <a:pt x="2436" y="10028"/>
                    <a:pt x="2519" y="9996"/>
                    <a:pt x="2584" y="9930"/>
                  </a:cubicBezTo>
                  <a:lnTo>
                    <a:pt x="2918" y="9597"/>
                  </a:lnTo>
                  <a:lnTo>
                    <a:pt x="2930" y="9597"/>
                  </a:lnTo>
                  <a:cubicBezTo>
                    <a:pt x="3406" y="9906"/>
                    <a:pt x="3942" y="10121"/>
                    <a:pt x="4489" y="10252"/>
                  </a:cubicBezTo>
                  <a:cubicBezTo>
                    <a:pt x="4489" y="10252"/>
                    <a:pt x="4513" y="10252"/>
                    <a:pt x="4513" y="10263"/>
                  </a:cubicBezTo>
                  <a:lnTo>
                    <a:pt x="4513" y="10728"/>
                  </a:lnTo>
                  <a:cubicBezTo>
                    <a:pt x="4513" y="10906"/>
                    <a:pt x="4656" y="11061"/>
                    <a:pt x="4835" y="11061"/>
                  </a:cubicBezTo>
                  <a:lnTo>
                    <a:pt x="6216" y="11061"/>
                  </a:lnTo>
                  <a:cubicBezTo>
                    <a:pt x="6394" y="11061"/>
                    <a:pt x="6549" y="10906"/>
                    <a:pt x="6549" y="10728"/>
                  </a:cubicBezTo>
                  <a:lnTo>
                    <a:pt x="6549" y="10263"/>
                  </a:lnTo>
                  <a:cubicBezTo>
                    <a:pt x="6549" y="10263"/>
                    <a:pt x="6549" y="10252"/>
                    <a:pt x="6561" y="10252"/>
                  </a:cubicBezTo>
                  <a:cubicBezTo>
                    <a:pt x="7133" y="10132"/>
                    <a:pt x="7645" y="9906"/>
                    <a:pt x="8121" y="9597"/>
                  </a:cubicBezTo>
                  <a:lnTo>
                    <a:pt x="8145" y="9597"/>
                  </a:lnTo>
                  <a:lnTo>
                    <a:pt x="8466" y="9930"/>
                  </a:lnTo>
                  <a:cubicBezTo>
                    <a:pt x="8532" y="9996"/>
                    <a:pt x="8618" y="10028"/>
                    <a:pt x="8704" y="10028"/>
                  </a:cubicBezTo>
                  <a:cubicBezTo>
                    <a:pt x="8791" y="10028"/>
                    <a:pt x="8877" y="9996"/>
                    <a:pt x="8942" y="9930"/>
                  </a:cubicBezTo>
                  <a:lnTo>
                    <a:pt x="9931" y="8942"/>
                  </a:lnTo>
                  <a:cubicBezTo>
                    <a:pt x="10062" y="8811"/>
                    <a:pt x="10062" y="8597"/>
                    <a:pt x="9931" y="8466"/>
                  </a:cubicBezTo>
                  <a:lnTo>
                    <a:pt x="9597" y="8144"/>
                  </a:lnTo>
                  <a:lnTo>
                    <a:pt x="9597" y="8120"/>
                  </a:lnTo>
                  <a:cubicBezTo>
                    <a:pt x="9919" y="7644"/>
                    <a:pt x="10121" y="7108"/>
                    <a:pt x="10252" y="6561"/>
                  </a:cubicBezTo>
                  <a:cubicBezTo>
                    <a:pt x="10252" y="6561"/>
                    <a:pt x="10252" y="6549"/>
                    <a:pt x="10264" y="6549"/>
                  </a:cubicBezTo>
                  <a:lnTo>
                    <a:pt x="10728" y="6549"/>
                  </a:lnTo>
                  <a:cubicBezTo>
                    <a:pt x="10907" y="6549"/>
                    <a:pt x="11062" y="6394"/>
                    <a:pt x="11062" y="6215"/>
                  </a:cubicBezTo>
                  <a:lnTo>
                    <a:pt x="11062" y="4834"/>
                  </a:lnTo>
                  <a:cubicBezTo>
                    <a:pt x="11062" y="4656"/>
                    <a:pt x="10907" y="4513"/>
                    <a:pt x="10728" y="4513"/>
                  </a:cubicBezTo>
                  <a:lnTo>
                    <a:pt x="10264" y="4513"/>
                  </a:lnTo>
                  <a:cubicBezTo>
                    <a:pt x="10264" y="4513"/>
                    <a:pt x="10252" y="4513"/>
                    <a:pt x="10252" y="4489"/>
                  </a:cubicBezTo>
                  <a:cubicBezTo>
                    <a:pt x="10133" y="3929"/>
                    <a:pt x="9907" y="3405"/>
                    <a:pt x="9597" y="2929"/>
                  </a:cubicBezTo>
                  <a:lnTo>
                    <a:pt x="9597" y="2917"/>
                  </a:lnTo>
                  <a:lnTo>
                    <a:pt x="9931" y="2584"/>
                  </a:lnTo>
                  <a:cubicBezTo>
                    <a:pt x="10062" y="2453"/>
                    <a:pt x="10062" y="2239"/>
                    <a:pt x="9931" y="2108"/>
                  </a:cubicBezTo>
                  <a:lnTo>
                    <a:pt x="8942" y="1131"/>
                  </a:lnTo>
                  <a:cubicBezTo>
                    <a:pt x="8877" y="1066"/>
                    <a:pt x="8791" y="1033"/>
                    <a:pt x="8704" y="1033"/>
                  </a:cubicBezTo>
                  <a:cubicBezTo>
                    <a:pt x="8618" y="1033"/>
                    <a:pt x="8532" y="1066"/>
                    <a:pt x="8466" y="1131"/>
                  </a:cubicBezTo>
                  <a:lnTo>
                    <a:pt x="8145" y="1453"/>
                  </a:lnTo>
                  <a:lnTo>
                    <a:pt x="8121" y="1453"/>
                  </a:lnTo>
                  <a:cubicBezTo>
                    <a:pt x="7645" y="1143"/>
                    <a:pt x="7109" y="941"/>
                    <a:pt x="6561" y="798"/>
                  </a:cubicBezTo>
                  <a:cubicBezTo>
                    <a:pt x="6561" y="798"/>
                    <a:pt x="6549" y="798"/>
                    <a:pt x="6549" y="786"/>
                  </a:cubicBezTo>
                  <a:lnTo>
                    <a:pt x="6549" y="322"/>
                  </a:lnTo>
                  <a:cubicBezTo>
                    <a:pt x="6549" y="143"/>
                    <a:pt x="6394" y="0"/>
                    <a:pt x="62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3405;p67">
              <a:extLst>
                <a:ext uri="{FF2B5EF4-FFF2-40B4-BE49-F238E27FC236}">
                  <a16:creationId xmlns:a16="http://schemas.microsoft.com/office/drawing/2014/main" id="{5F073151-0CA5-B476-39B0-083B9BB4ACFD}"/>
                </a:ext>
              </a:extLst>
            </p:cNvPr>
            <p:cNvSpPr/>
            <p:nvPr/>
          </p:nvSpPr>
          <p:spPr>
            <a:xfrm>
              <a:off x="1885146" y="1578204"/>
              <a:ext cx="182322" cy="180603"/>
            </a:xfrm>
            <a:custGeom>
              <a:avLst/>
              <a:gdLst/>
              <a:ahLst/>
              <a:cxnLst/>
              <a:rect l="l" t="t" r="r" b="b"/>
              <a:pathLst>
                <a:path w="5728" h="5674" extrusionOk="0">
                  <a:moveTo>
                    <a:pt x="3502" y="0"/>
                  </a:moveTo>
                  <a:cubicBezTo>
                    <a:pt x="3438" y="0"/>
                    <a:pt x="3374" y="2"/>
                    <a:pt x="3311" y="6"/>
                  </a:cubicBezTo>
                  <a:cubicBezTo>
                    <a:pt x="2453" y="53"/>
                    <a:pt x="1644" y="411"/>
                    <a:pt x="1048" y="1018"/>
                  </a:cubicBezTo>
                  <a:cubicBezTo>
                    <a:pt x="441" y="1625"/>
                    <a:pt x="84" y="2435"/>
                    <a:pt x="36" y="3280"/>
                  </a:cubicBezTo>
                  <a:cubicBezTo>
                    <a:pt x="1" y="4125"/>
                    <a:pt x="263" y="4959"/>
                    <a:pt x="798" y="5614"/>
                  </a:cubicBezTo>
                  <a:cubicBezTo>
                    <a:pt x="834" y="5661"/>
                    <a:pt x="870" y="5673"/>
                    <a:pt x="917" y="5673"/>
                  </a:cubicBezTo>
                  <a:cubicBezTo>
                    <a:pt x="953" y="5673"/>
                    <a:pt x="989" y="5661"/>
                    <a:pt x="1025" y="5649"/>
                  </a:cubicBezTo>
                  <a:cubicBezTo>
                    <a:pt x="1096" y="5590"/>
                    <a:pt x="1096" y="5483"/>
                    <a:pt x="1048" y="5423"/>
                  </a:cubicBezTo>
                  <a:cubicBezTo>
                    <a:pt x="572" y="4828"/>
                    <a:pt x="322" y="4066"/>
                    <a:pt x="370" y="3304"/>
                  </a:cubicBezTo>
                  <a:cubicBezTo>
                    <a:pt x="417" y="2530"/>
                    <a:pt x="727" y="1804"/>
                    <a:pt x="1275" y="1256"/>
                  </a:cubicBezTo>
                  <a:cubicBezTo>
                    <a:pt x="1822" y="708"/>
                    <a:pt x="2560" y="375"/>
                    <a:pt x="3334" y="351"/>
                  </a:cubicBezTo>
                  <a:cubicBezTo>
                    <a:pt x="3397" y="347"/>
                    <a:pt x="3459" y="345"/>
                    <a:pt x="3521" y="345"/>
                  </a:cubicBezTo>
                  <a:cubicBezTo>
                    <a:pt x="4227" y="345"/>
                    <a:pt x="4895" y="592"/>
                    <a:pt x="5442" y="1030"/>
                  </a:cubicBezTo>
                  <a:cubicBezTo>
                    <a:pt x="5473" y="1055"/>
                    <a:pt x="5510" y="1068"/>
                    <a:pt x="5547" y="1068"/>
                  </a:cubicBezTo>
                  <a:cubicBezTo>
                    <a:pt x="5595" y="1068"/>
                    <a:pt x="5641" y="1046"/>
                    <a:pt x="5668" y="1006"/>
                  </a:cubicBezTo>
                  <a:cubicBezTo>
                    <a:pt x="5727" y="911"/>
                    <a:pt x="5716" y="815"/>
                    <a:pt x="5656" y="768"/>
                  </a:cubicBezTo>
                  <a:cubicBezTo>
                    <a:pt x="5050" y="272"/>
                    <a:pt x="4291" y="0"/>
                    <a:pt x="350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3406;p67">
              <a:extLst>
                <a:ext uri="{FF2B5EF4-FFF2-40B4-BE49-F238E27FC236}">
                  <a16:creationId xmlns:a16="http://schemas.microsoft.com/office/drawing/2014/main" id="{20ADBCF6-C92F-268F-14C0-E1D20A541BC9}"/>
                </a:ext>
              </a:extLst>
            </p:cNvPr>
            <p:cNvSpPr/>
            <p:nvPr/>
          </p:nvSpPr>
          <p:spPr>
            <a:xfrm>
              <a:off x="1923820" y="1610193"/>
              <a:ext cx="183054" cy="186874"/>
            </a:xfrm>
            <a:custGeom>
              <a:avLst/>
              <a:gdLst/>
              <a:ahLst/>
              <a:cxnLst/>
              <a:rect l="l" t="t" r="r" b="b"/>
              <a:pathLst>
                <a:path w="5751" h="5871" extrusionOk="0">
                  <a:moveTo>
                    <a:pt x="3310" y="358"/>
                  </a:moveTo>
                  <a:lnTo>
                    <a:pt x="3310" y="1025"/>
                  </a:lnTo>
                  <a:cubicBezTo>
                    <a:pt x="3310" y="1132"/>
                    <a:pt x="3274" y="1251"/>
                    <a:pt x="3227" y="1334"/>
                  </a:cubicBezTo>
                  <a:lnTo>
                    <a:pt x="3155" y="1501"/>
                  </a:lnTo>
                  <a:cubicBezTo>
                    <a:pt x="3143" y="1525"/>
                    <a:pt x="3143" y="1549"/>
                    <a:pt x="3143" y="1573"/>
                  </a:cubicBezTo>
                  <a:lnTo>
                    <a:pt x="3143" y="1918"/>
                  </a:lnTo>
                  <a:cubicBezTo>
                    <a:pt x="3143" y="2156"/>
                    <a:pt x="3048" y="2382"/>
                    <a:pt x="2869" y="2549"/>
                  </a:cubicBezTo>
                  <a:cubicBezTo>
                    <a:pt x="2691" y="2704"/>
                    <a:pt x="2477" y="2799"/>
                    <a:pt x="2226" y="2799"/>
                  </a:cubicBezTo>
                  <a:cubicBezTo>
                    <a:pt x="1774" y="2787"/>
                    <a:pt x="1381" y="2370"/>
                    <a:pt x="1381" y="1870"/>
                  </a:cubicBezTo>
                  <a:lnTo>
                    <a:pt x="1381" y="1573"/>
                  </a:lnTo>
                  <a:cubicBezTo>
                    <a:pt x="1381" y="1549"/>
                    <a:pt x="1381" y="1525"/>
                    <a:pt x="1369" y="1501"/>
                  </a:cubicBezTo>
                  <a:lnTo>
                    <a:pt x="1262" y="1311"/>
                  </a:lnTo>
                  <a:cubicBezTo>
                    <a:pt x="1238" y="1227"/>
                    <a:pt x="1203" y="1156"/>
                    <a:pt x="1203" y="1072"/>
                  </a:cubicBezTo>
                  <a:lnTo>
                    <a:pt x="1203" y="1049"/>
                  </a:lnTo>
                  <a:cubicBezTo>
                    <a:pt x="1203" y="668"/>
                    <a:pt x="1524" y="358"/>
                    <a:pt x="1905" y="358"/>
                  </a:cubicBezTo>
                  <a:close/>
                  <a:moveTo>
                    <a:pt x="1905" y="3049"/>
                  </a:moveTo>
                  <a:cubicBezTo>
                    <a:pt x="2012" y="3085"/>
                    <a:pt x="2119" y="3108"/>
                    <a:pt x="2238" y="3108"/>
                  </a:cubicBezTo>
                  <a:lnTo>
                    <a:pt x="2274" y="3108"/>
                  </a:lnTo>
                  <a:cubicBezTo>
                    <a:pt x="2393" y="3108"/>
                    <a:pt x="2512" y="3097"/>
                    <a:pt x="2631" y="3049"/>
                  </a:cubicBezTo>
                  <a:lnTo>
                    <a:pt x="2631" y="3049"/>
                  </a:lnTo>
                  <a:cubicBezTo>
                    <a:pt x="2619" y="3108"/>
                    <a:pt x="2631" y="3156"/>
                    <a:pt x="2655" y="3204"/>
                  </a:cubicBezTo>
                  <a:lnTo>
                    <a:pt x="2512" y="3335"/>
                  </a:lnTo>
                  <a:cubicBezTo>
                    <a:pt x="2441" y="3406"/>
                    <a:pt x="2357" y="3442"/>
                    <a:pt x="2262" y="3442"/>
                  </a:cubicBezTo>
                  <a:cubicBezTo>
                    <a:pt x="2179" y="3442"/>
                    <a:pt x="2084" y="3406"/>
                    <a:pt x="2012" y="3335"/>
                  </a:cubicBezTo>
                  <a:lnTo>
                    <a:pt x="1881" y="3204"/>
                  </a:lnTo>
                  <a:cubicBezTo>
                    <a:pt x="1893" y="3156"/>
                    <a:pt x="1905" y="3108"/>
                    <a:pt x="1905" y="3049"/>
                  </a:cubicBezTo>
                  <a:close/>
                  <a:moveTo>
                    <a:pt x="2810" y="3466"/>
                  </a:moveTo>
                  <a:cubicBezTo>
                    <a:pt x="2858" y="3501"/>
                    <a:pt x="2905" y="3513"/>
                    <a:pt x="2941" y="3525"/>
                  </a:cubicBezTo>
                  <a:lnTo>
                    <a:pt x="3524" y="3692"/>
                  </a:lnTo>
                  <a:cubicBezTo>
                    <a:pt x="3679" y="3739"/>
                    <a:pt x="3774" y="3870"/>
                    <a:pt x="3774" y="4037"/>
                  </a:cubicBezTo>
                  <a:lnTo>
                    <a:pt x="3774" y="5132"/>
                  </a:lnTo>
                  <a:lnTo>
                    <a:pt x="3822" y="5132"/>
                  </a:lnTo>
                  <a:cubicBezTo>
                    <a:pt x="3703" y="5204"/>
                    <a:pt x="3584" y="5263"/>
                    <a:pt x="3453" y="5311"/>
                  </a:cubicBezTo>
                  <a:lnTo>
                    <a:pt x="3453" y="4335"/>
                  </a:lnTo>
                  <a:cubicBezTo>
                    <a:pt x="3453" y="4240"/>
                    <a:pt x="3381" y="4168"/>
                    <a:pt x="3286" y="4168"/>
                  </a:cubicBezTo>
                  <a:cubicBezTo>
                    <a:pt x="3203" y="4168"/>
                    <a:pt x="3119" y="4240"/>
                    <a:pt x="3119" y="4335"/>
                  </a:cubicBezTo>
                  <a:lnTo>
                    <a:pt x="3119" y="5430"/>
                  </a:lnTo>
                  <a:cubicBezTo>
                    <a:pt x="2881" y="5502"/>
                    <a:pt x="2655" y="5537"/>
                    <a:pt x="2405" y="5549"/>
                  </a:cubicBezTo>
                  <a:lnTo>
                    <a:pt x="2262" y="5549"/>
                  </a:lnTo>
                  <a:cubicBezTo>
                    <a:pt x="1965" y="5549"/>
                    <a:pt x="1667" y="5502"/>
                    <a:pt x="1381" y="5430"/>
                  </a:cubicBezTo>
                  <a:lnTo>
                    <a:pt x="1381" y="4335"/>
                  </a:lnTo>
                  <a:cubicBezTo>
                    <a:pt x="1381" y="4240"/>
                    <a:pt x="1310" y="4168"/>
                    <a:pt x="1214" y="4168"/>
                  </a:cubicBezTo>
                  <a:cubicBezTo>
                    <a:pt x="1131" y="4168"/>
                    <a:pt x="1060" y="4240"/>
                    <a:pt x="1060" y="4335"/>
                  </a:cubicBezTo>
                  <a:lnTo>
                    <a:pt x="1060" y="5311"/>
                  </a:lnTo>
                  <a:cubicBezTo>
                    <a:pt x="941" y="5252"/>
                    <a:pt x="798" y="5192"/>
                    <a:pt x="679" y="5132"/>
                  </a:cubicBezTo>
                  <a:lnTo>
                    <a:pt x="679" y="4037"/>
                  </a:lnTo>
                  <a:cubicBezTo>
                    <a:pt x="679" y="3870"/>
                    <a:pt x="786" y="3739"/>
                    <a:pt x="941" y="3692"/>
                  </a:cubicBezTo>
                  <a:lnTo>
                    <a:pt x="1512" y="3525"/>
                  </a:lnTo>
                  <a:cubicBezTo>
                    <a:pt x="1560" y="3513"/>
                    <a:pt x="1619" y="3501"/>
                    <a:pt x="1655" y="3466"/>
                  </a:cubicBezTo>
                  <a:lnTo>
                    <a:pt x="1750" y="3573"/>
                  </a:lnTo>
                  <a:cubicBezTo>
                    <a:pt x="1893" y="3704"/>
                    <a:pt x="2072" y="3763"/>
                    <a:pt x="2226" y="3763"/>
                  </a:cubicBezTo>
                  <a:cubicBezTo>
                    <a:pt x="2405" y="3763"/>
                    <a:pt x="2572" y="3704"/>
                    <a:pt x="2703" y="3573"/>
                  </a:cubicBezTo>
                  <a:lnTo>
                    <a:pt x="2810" y="3466"/>
                  </a:lnTo>
                  <a:close/>
                  <a:moveTo>
                    <a:pt x="1893" y="1"/>
                  </a:moveTo>
                  <a:cubicBezTo>
                    <a:pt x="1322" y="1"/>
                    <a:pt x="869" y="465"/>
                    <a:pt x="869" y="1025"/>
                  </a:cubicBezTo>
                  <a:lnTo>
                    <a:pt x="869" y="1037"/>
                  </a:lnTo>
                  <a:cubicBezTo>
                    <a:pt x="869" y="1168"/>
                    <a:pt x="893" y="1311"/>
                    <a:pt x="953" y="1430"/>
                  </a:cubicBezTo>
                  <a:lnTo>
                    <a:pt x="1048" y="1596"/>
                  </a:lnTo>
                  <a:lnTo>
                    <a:pt x="1048" y="1858"/>
                  </a:lnTo>
                  <a:cubicBezTo>
                    <a:pt x="1048" y="2275"/>
                    <a:pt x="1250" y="2644"/>
                    <a:pt x="1560" y="2882"/>
                  </a:cubicBezTo>
                  <a:lnTo>
                    <a:pt x="1560" y="3037"/>
                  </a:lnTo>
                  <a:cubicBezTo>
                    <a:pt x="1560" y="3108"/>
                    <a:pt x="1500" y="3180"/>
                    <a:pt x="1429" y="3216"/>
                  </a:cubicBezTo>
                  <a:lnTo>
                    <a:pt x="845" y="3382"/>
                  </a:lnTo>
                  <a:cubicBezTo>
                    <a:pt x="548" y="3466"/>
                    <a:pt x="357" y="3739"/>
                    <a:pt x="357" y="4037"/>
                  </a:cubicBezTo>
                  <a:lnTo>
                    <a:pt x="357" y="4906"/>
                  </a:lnTo>
                  <a:cubicBezTo>
                    <a:pt x="333" y="4894"/>
                    <a:pt x="310" y="4859"/>
                    <a:pt x="286" y="4847"/>
                  </a:cubicBezTo>
                  <a:cubicBezTo>
                    <a:pt x="256" y="4822"/>
                    <a:pt x="220" y="4810"/>
                    <a:pt x="185" y="4810"/>
                  </a:cubicBezTo>
                  <a:cubicBezTo>
                    <a:pt x="135" y="4810"/>
                    <a:pt x="87" y="4834"/>
                    <a:pt x="60" y="4882"/>
                  </a:cubicBezTo>
                  <a:cubicBezTo>
                    <a:pt x="0" y="4954"/>
                    <a:pt x="12" y="5061"/>
                    <a:pt x="95" y="5097"/>
                  </a:cubicBezTo>
                  <a:cubicBezTo>
                    <a:pt x="702" y="5597"/>
                    <a:pt x="1476" y="5871"/>
                    <a:pt x="2262" y="5871"/>
                  </a:cubicBezTo>
                  <a:lnTo>
                    <a:pt x="2429" y="5871"/>
                  </a:lnTo>
                  <a:cubicBezTo>
                    <a:pt x="3286" y="5835"/>
                    <a:pt x="4096" y="5478"/>
                    <a:pt x="4691" y="4859"/>
                  </a:cubicBezTo>
                  <a:cubicBezTo>
                    <a:pt x="5298" y="4251"/>
                    <a:pt x="5655" y="3454"/>
                    <a:pt x="5703" y="2596"/>
                  </a:cubicBezTo>
                  <a:cubicBezTo>
                    <a:pt x="5751" y="1751"/>
                    <a:pt x="5477" y="918"/>
                    <a:pt x="4941" y="263"/>
                  </a:cubicBezTo>
                  <a:cubicBezTo>
                    <a:pt x="4908" y="223"/>
                    <a:pt x="4861" y="206"/>
                    <a:pt x="4815" y="206"/>
                  </a:cubicBezTo>
                  <a:cubicBezTo>
                    <a:pt x="4778" y="206"/>
                    <a:pt x="4742" y="218"/>
                    <a:pt x="4715" y="239"/>
                  </a:cubicBezTo>
                  <a:cubicBezTo>
                    <a:pt x="4643" y="299"/>
                    <a:pt x="4643" y="406"/>
                    <a:pt x="4691" y="465"/>
                  </a:cubicBezTo>
                  <a:cubicBezTo>
                    <a:pt x="5167" y="1061"/>
                    <a:pt x="5417" y="1811"/>
                    <a:pt x="5370" y="2573"/>
                  </a:cubicBezTo>
                  <a:cubicBezTo>
                    <a:pt x="5334" y="3347"/>
                    <a:pt x="5013" y="4073"/>
                    <a:pt x="4465" y="4632"/>
                  </a:cubicBezTo>
                  <a:cubicBezTo>
                    <a:pt x="4358" y="4728"/>
                    <a:pt x="4262" y="4823"/>
                    <a:pt x="4155" y="4906"/>
                  </a:cubicBezTo>
                  <a:lnTo>
                    <a:pt x="4155" y="4037"/>
                  </a:lnTo>
                  <a:cubicBezTo>
                    <a:pt x="4155" y="3739"/>
                    <a:pt x="3941" y="3466"/>
                    <a:pt x="3667" y="3382"/>
                  </a:cubicBezTo>
                  <a:lnTo>
                    <a:pt x="3084" y="3216"/>
                  </a:lnTo>
                  <a:cubicBezTo>
                    <a:pt x="3012" y="3180"/>
                    <a:pt x="2953" y="3120"/>
                    <a:pt x="2953" y="3037"/>
                  </a:cubicBezTo>
                  <a:lnTo>
                    <a:pt x="2953" y="2906"/>
                  </a:lnTo>
                  <a:cubicBezTo>
                    <a:pt x="3012" y="2858"/>
                    <a:pt x="3048" y="2823"/>
                    <a:pt x="3096" y="2763"/>
                  </a:cubicBezTo>
                  <a:cubicBezTo>
                    <a:pt x="3334" y="2549"/>
                    <a:pt x="3453" y="2227"/>
                    <a:pt x="3453" y="1906"/>
                  </a:cubicBezTo>
                  <a:lnTo>
                    <a:pt x="3453" y="1596"/>
                  </a:lnTo>
                  <a:lnTo>
                    <a:pt x="3512" y="1453"/>
                  </a:lnTo>
                  <a:cubicBezTo>
                    <a:pt x="3584" y="1311"/>
                    <a:pt x="3620" y="1156"/>
                    <a:pt x="3620" y="1001"/>
                  </a:cubicBezTo>
                  <a:lnTo>
                    <a:pt x="3620" y="168"/>
                  </a:lnTo>
                  <a:cubicBezTo>
                    <a:pt x="3620" y="72"/>
                    <a:pt x="3548" y="1"/>
                    <a:pt x="345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3407;p67">
              <a:extLst>
                <a:ext uri="{FF2B5EF4-FFF2-40B4-BE49-F238E27FC236}">
                  <a16:creationId xmlns:a16="http://schemas.microsoft.com/office/drawing/2014/main" id="{A7A227A5-4F89-5445-1BCB-6832EFBDB26A}"/>
                </a:ext>
              </a:extLst>
            </p:cNvPr>
            <p:cNvSpPr/>
            <p:nvPr/>
          </p:nvSpPr>
          <p:spPr>
            <a:xfrm>
              <a:off x="1974207" y="1638617"/>
              <a:ext cx="43989" cy="15597"/>
            </a:xfrm>
            <a:custGeom>
              <a:avLst/>
              <a:gdLst/>
              <a:ahLst/>
              <a:cxnLst/>
              <a:rect l="l" t="t" r="r" b="b"/>
              <a:pathLst>
                <a:path w="1382" h="490" extrusionOk="0">
                  <a:moveTo>
                    <a:pt x="155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51"/>
                    <a:pt x="72" y="322"/>
                    <a:pt x="155" y="322"/>
                  </a:cubicBezTo>
                  <a:cubicBezTo>
                    <a:pt x="334" y="322"/>
                    <a:pt x="870" y="358"/>
                    <a:pt x="1132" y="477"/>
                  </a:cubicBezTo>
                  <a:cubicBezTo>
                    <a:pt x="1155" y="489"/>
                    <a:pt x="1167" y="489"/>
                    <a:pt x="1203" y="489"/>
                  </a:cubicBezTo>
                  <a:cubicBezTo>
                    <a:pt x="1263" y="489"/>
                    <a:pt x="1322" y="465"/>
                    <a:pt x="1346" y="406"/>
                  </a:cubicBezTo>
                  <a:cubicBezTo>
                    <a:pt x="1382" y="322"/>
                    <a:pt x="1346" y="227"/>
                    <a:pt x="1275" y="191"/>
                  </a:cubicBezTo>
                  <a:cubicBezTo>
                    <a:pt x="905" y="1"/>
                    <a:pt x="191" y="1"/>
                    <a:pt x="15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" name="Google Shape;13236;p67">
            <a:extLst>
              <a:ext uri="{FF2B5EF4-FFF2-40B4-BE49-F238E27FC236}">
                <a16:creationId xmlns:a16="http://schemas.microsoft.com/office/drawing/2014/main" id="{320C33A0-9D1C-6C34-D55C-D7909685A9BC}"/>
              </a:ext>
            </a:extLst>
          </p:cNvPr>
          <p:cNvSpPr/>
          <p:nvPr/>
        </p:nvSpPr>
        <p:spPr>
          <a:xfrm>
            <a:off x="7536173" y="2076889"/>
            <a:ext cx="789256" cy="729734"/>
          </a:xfrm>
          <a:custGeom>
            <a:avLst/>
            <a:gdLst/>
            <a:ahLst/>
            <a:cxnLst/>
            <a:rect l="l" t="t" r="r" b="b"/>
            <a:pathLst>
              <a:path w="11133" h="11134" extrusionOk="0">
                <a:moveTo>
                  <a:pt x="2876" y="2961"/>
                </a:moveTo>
                <a:cubicBezTo>
                  <a:pt x="2929" y="2961"/>
                  <a:pt x="2983" y="2967"/>
                  <a:pt x="3036" y="2977"/>
                </a:cubicBezTo>
                <a:cubicBezTo>
                  <a:pt x="3358" y="3037"/>
                  <a:pt x="3584" y="3287"/>
                  <a:pt x="3656" y="3596"/>
                </a:cubicBezTo>
                <a:cubicBezTo>
                  <a:pt x="3703" y="3882"/>
                  <a:pt x="3608" y="4180"/>
                  <a:pt x="3382" y="4358"/>
                </a:cubicBezTo>
                <a:cubicBezTo>
                  <a:pt x="3239" y="4489"/>
                  <a:pt x="3144" y="4680"/>
                  <a:pt x="3144" y="4882"/>
                </a:cubicBezTo>
                <a:lnTo>
                  <a:pt x="3144" y="5239"/>
                </a:lnTo>
                <a:cubicBezTo>
                  <a:pt x="3144" y="5525"/>
                  <a:pt x="3370" y="5740"/>
                  <a:pt x="3644" y="5740"/>
                </a:cubicBezTo>
                <a:lnTo>
                  <a:pt x="5406" y="5740"/>
                </a:lnTo>
                <a:lnTo>
                  <a:pt x="5406" y="7502"/>
                </a:lnTo>
                <a:cubicBezTo>
                  <a:pt x="5406" y="7609"/>
                  <a:pt x="5311" y="7680"/>
                  <a:pt x="5227" y="7680"/>
                </a:cubicBezTo>
                <a:lnTo>
                  <a:pt x="4870" y="7680"/>
                </a:lnTo>
                <a:cubicBezTo>
                  <a:pt x="4763" y="7680"/>
                  <a:pt x="4668" y="7633"/>
                  <a:pt x="4596" y="7561"/>
                </a:cubicBezTo>
                <a:cubicBezTo>
                  <a:pt x="4386" y="7313"/>
                  <a:pt x="4084" y="7164"/>
                  <a:pt x="3770" y="7164"/>
                </a:cubicBezTo>
                <a:cubicBezTo>
                  <a:pt x="3693" y="7164"/>
                  <a:pt x="3614" y="7173"/>
                  <a:pt x="3537" y="7192"/>
                </a:cubicBezTo>
                <a:cubicBezTo>
                  <a:pt x="3096" y="7264"/>
                  <a:pt x="2739" y="7621"/>
                  <a:pt x="2655" y="8049"/>
                </a:cubicBezTo>
                <a:cubicBezTo>
                  <a:pt x="2584" y="8395"/>
                  <a:pt x="2667" y="8740"/>
                  <a:pt x="2882" y="9002"/>
                </a:cubicBezTo>
                <a:cubicBezTo>
                  <a:pt x="3084" y="9276"/>
                  <a:pt x="3417" y="9419"/>
                  <a:pt x="3739" y="9419"/>
                </a:cubicBezTo>
                <a:cubicBezTo>
                  <a:pt x="4084" y="9419"/>
                  <a:pt x="4394" y="9276"/>
                  <a:pt x="4608" y="9014"/>
                </a:cubicBezTo>
                <a:cubicBezTo>
                  <a:pt x="4668" y="8942"/>
                  <a:pt x="4763" y="8895"/>
                  <a:pt x="4870" y="8895"/>
                </a:cubicBezTo>
                <a:lnTo>
                  <a:pt x="5215" y="8895"/>
                </a:lnTo>
                <a:cubicBezTo>
                  <a:pt x="5322" y="8895"/>
                  <a:pt x="5394" y="8990"/>
                  <a:pt x="5394" y="9073"/>
                </a:cubicBezTo>
                <a:lnTo>
                  <a:pt x="5394" y="10812"/>
                </a:lnTo>
                <a:lnTo>
                  <a:pt x="870" y="10812"/>
                </a:lnTo>
                <a:cubicBezTo>
                  <a:pt x="572" y="10812"/>
                  <a:pt x="334" y="10573"/>
                  <a:pt x="334" y="10276"/>
                </a:cubicBezTo>
                <a:lnTo>
                  <a:pt x="334" y="5728"/>
                </a:lnTo>
                <a:lnTo>
                  <a:pt x="2084" y="5728"/>
                </a:lnTo>
                <a:cubicBezTo>
                  <a:pt x="2370" y="5728"/>
                  <a:pt x="2596" y="5513"/>
                  <a:pt x="2596" y="5228"/>
                </a:cubicBezTo>
                <a:lnTo>
                  <a:pt x="2596" y="4882"/>
                </a:lnTo>
                <a:cubicBezTo>
                  <a:pt x="2596" y="4680"/>
                  <a:pt x="2501" y="4477"/>
                  <a:pt x="2358" y="4358"/>
                </a:cubicBezTo>
                <a:cubicBezTo>
                  <a:pt x="2179" y="4216"/>
                  <a:pt x="2072" y="3989"/>
                  <a:pt x="2072" y="3751"/>
                </a:cubicBezTo>
                <a:cubicBezTo>
                  <a:pt x="2072" y="3513"/>
                  <a:pt x="2179" y="3287"/>
                  <a:pt x="2370" y="3144"/>
                </a:cubicBezTo>
                <a:cubicBezTo>
                  <a:pt x="2517" y="3024"/>
                  <a:pt x="2694" y="2961"/>
                  <a:pt x="2876" y="2961"/>
                </a:cubicBezTo>
                <a:close/>
                <a:moveTo>
                  <a:pt x="10287" y="334"/>
                </a:moveTo>
                <a:cubicBezTo>
                  <a:pt x="10585" y="334"/>
                  <a:pt x="10823" y="572"/>
                  <a:pt x="10823" y="870"/>
                </a:cubicBezTo>
                <a:lnTo>
                  <a:pt x="10823" y="5406"/>
                </a:lnTo>
                <a:lnTo>
                  <a:pt x="10633" y="5406"/>
                </a:lnTo>
                <a:cubicBezTo>
                  <a:pt x="10537" y="5406"/>
                  <a:pt x="10466" y="5478"/>
                  <a:pt x="10466" y="5573"/>
                </a:cubicBezTo>
                <a:cubicBezTo>
                  <a:pt x="10466" y="5656"/>
                  <a:pt x="10537" y="5728"/>
                  <a:pt x="10633" y="5728"/>
                </a:cubicBezTo>
                <a:lnTo>
                  <a:pt x="10811" y="5728"/>
                </a:lnTo>
                <a:lnTo>
                  <a:pt x="10811" y="10276"/>
                </a:lnTo>
                <a:cubicBezTo>
                  <a:pt x="10811" y="10573"/>
                  <a:pt x="10573" y="10812"/>
                  <a:pt x="10275" y="10812"/>
                </a:cubicBezTo>
                <a:lnTo>
                  <a:pt x="5739" y="10812"/>
                </a:lnTo>
                <a:lnTo>
                  <a:pt x="5739" y="9049"/>
                </a:lnTo>
                <a:cubicBezTo>
                  <a:pt x="5739" y="8764"/>
                  <a:pt x="5513" y="8549"/>
                  <a:pt x="5227" y="8549"/>
                </a:cubicBezTo>
                <a:lnTo>
                  <a:pt x="4882" y="8549"/>
                </a:lnTo>
                <a:cubicBezTo>
                  <a:pt x="4680" y="8549"/>
                  <a:pt x="4489" y="8633"/>
                  <a:pt x="4370" y="8788"/>
                </a:cubicBezTo>
                <a:cubicBezTo>
                  <a:pt x="4215" y="8966"/>
                  <a:pt x="3989" y="9061"/>
                  <a:pt x="3751" y="9061"/>
                </a:cubicBezTo>
                <a:cubicBezTo>
                  <a:pt x="3513" y="9061"/>
                  <a:pt x="3287" y="8966"/>
                  <a:pt x="3144" y="8764"/>
                </a:cubicBezTo>
                <a:cubicBezTo>
                  <a:pt x="2989" y="8573"/>
                  <a:pt x="2941" y="8335"/>
                  <a:pt x="2977" y="8097"/>
                </a:cubicBezTo>
                <a:cubicBezTo>
                  <a:pt x="3036" y="7787"/>
                  <a:pt x="3287" y="7549"/>
                  <a:pt x="3608" y="7490"/>
                </a:cubicBezTo>
                <a:cubicBezTo>
                  <a:pt x="3659" y="7479"/>
                  <a:pt x="3710" y="7473"/>
                  <a:pt x="3761" y="7473"/>
                </a:cubicBezTo>
                <a:cubicBezTo>
                  <a:pt x="3988" y="7473"/>
                  <a:pt x="4212" y="7577"/>
                  <a:pt x="4358" y="7752"/>
                </a:cubicBezTo>
                <a:cubicBezTo>
                  <a:pt x="4501" y="7906"/>
                  <a:pt x="4680" y="7990"/>
                  <a:pt x="4882" y="7990"/>
                </a:cubicBezTo>
                <a:lnTo>
                  <a:pt x="5239" y="7990"/>
                </a:lnTo>
                <a:cubicBezTo>
                  <a:pt x="5525" y="7990"/>
                  <a:pt x="5751" y="7775"/>
                  <a:pt x="5751" y="7490"/>
                </a:cubicBezTo>
                <a:lnTo>
                  <a:pt x="5751" y="5728"/>
                </a:lnTo>
                <a:lnTo>
                  <a:pt x="7501" y="5728"/>
                </a:lnTo>
                <a:cubicBezTo>
                  <a:pt x="7608" y="5728"/>
                  <a:pt x="7680" y="5823"/>
                  <a:pt x="7680" y="5906"/>
                </a:cubicBezTo>
                <a:lnTo>
                  <a:pt x="7680" y="6263"/>
                </a:lnTo>
                <a:cubicBezTo>
                  <a:pt x="7680" y="6371"/>
                  <a:pt x="7632" y="6478"/>
                  <a:pt x="7561" y="6537"/>
                </a:cubicBezTo>
                <a:cubicBezTo>
                  <a:pt x="7251" y="6799"/>
                  <a:pt x="7097" y="7204"/>
                  <a:pt x="7192" y="7609"/>
                </a:cubicBezTo>
                <a:cubicBezTo>
                  <a:pt x="7263" y="8037"/>
                  <a:pt x="7620" y="8395"/>
                  <a:pt x="8049" y="8490"/>
                </a:cubicBezTo>
                <a:cubicBezTo>
                  <a:pt x="8132" y="8502"/>
                  <a:pt x="8216" y="8514"/>
                  <a:pt x="8287" y="8514"/>
                </a:cubicBezTo>
                <a:cubicBezTo>
                  <a:pt x="8549" y="8514"/>
                  <a:pt x="8799" y="8418"/>
                  <a:pt x="9002" y="8264"/>
                </a:cubicBezTo>
                <a:cubicBezTo>
                  <a:pt x="9275" y="8049"/>
                  <a:pt x="9418" y="7728"/>
                  <a:pt x="9418" y="7394"/>
                </a:cubicBezTo>
                <a:cubicBezTo>
                  <a:pt x="9418" y="7061"/>
                  <a:pt x="9275" y="6740"/>
                  <a:pt x="9025" y="6537"/>
                </a:cubicBezTo>
                <a:cubicBezTo>
                  <a:pt x="8942" y="6478"/>
                  <a:pt x="8906" y="6371"/>
                  <a:pt x="8906" y="6263"/>
                </a:cubicBezTo>
                <a:lnTo>
                  <a:pt x="8906" y="5930"/>
                </a:lnTo>
                <a:cubicBezTo>
                  <a:pt x="8906" y="5823"/>
                  <a:pt x="8990" y="5751"/>
                  <a:pt x="9085" y="5751"/>
                </a:cubicBezTo>
                <a:lnTo>
                  <a:pt x="9954" y="5751"/>
                </a:lnTo>
                <a:cubicBezTo>
                  <a:pt x="10049" y="5751"/>
                  <a:pt x="10121" y="5668"/>
                  <a:pt x="10121" y="5585"/>
                </a:cubicBezTo>
                <a:cubicBezTo>
                  <a:pt x="10121" y="5489"/>
                  <a:pt x="10049" y="5418"/>
                  <a:pt x="9954" y="5418"/>
                </a:cubicBezTo>
                <a:lnTo>
                  <a:pt x="9085" y="5418"/>
                </a:lnTo>
                <a:cubicBezTo>
                  <a:pt x="8799" y="5418"/>
                  <a:pt x="8573" y="5644"/>
                  <a:pt x="8573" y="5918"/>
                </a:cubicBezTo>
                <a:lnTo>
                  <a:pt x="8573" y="6263"/>
                </a:lnTo>
                <a:cubicBezTo>
                  <a:pt x="8573" y="6478"/>
                  <a:pt x="8668" y="6668"/>
                  <a:pt x="8811" y="6787"/>
                </a:cubicBezTo>
                <a:cubicBezTo>
                  <a:pt x="8990" y="6930"/>
                  <a:pt x="9097" y="7156"/>
                  <a:pt x="9097" y="7394"/>
                </a:cubicBezTo>
                <a:cubicBezTo>
                  <a:pt x="9097" y="7633"/>
                  <a:pt x="8990" y="7859"/>
                  <a:pt x="8799" y="8014"/>
                </a:cubicBezTo>
                <a:cubicBezTo>
                  <a:pt x="8652" y="8124"/>
                  <a:pt x="8477" y="8185"/>
                  <a:pt x="8295" y="8185"/>
                </a:cubicBezTo>
                <a:cubicBezTo>
                  <a:pt x="8241" y="8185"/>
                  <a:pt x="8187" y="8179"/>
                  <a:pt x="8132" y="8168"/>
                </a:cubicBezTo>
                <a:cubicBezTo>
                  <a:pt x="7811" y="8109"/>
                  <a:pt x="7573" y="7859"/>
                  <a:pt x="7513" y="7549"/>
                </a:cubicBezTo>
                <a:cubicBezTo>
                  <a:pt x="7454" y="7264"/>
                  <a:pt x="7561" y="6966"/>
                  <a:pt x="7787" y="6787"/>
                </a:cubicBezTo>
                <a:cubicBezTo>
                  <a:pt x="7930" y="6656"/>
                  <a:pt x="8025" y="6478"/>
                  <a:pt x="8025" y="6263"/>
                </a:cubicBezTo>
                <a:lnTo>
                  <a:pt x="8025" y="5930"/>
                </a:lnTo>
                <a:cubicBezTo>
                  <a:pt x="8025" y="5644"/>
                  <a:pt x="7799" y="5418"/>
                  <a:pt x="7525" y="5418"/>
                </a:cubicBezTo>
                <a:lnTo>
                  <a:pt x="5763" y="5418"/>
                </a:lnTo>
                <a:lnTo>
                  <a:pt x="5763" y="3668"/>
                </a:lnTo>
                <a:cubicBezTo>
                  <a:pt x="5763" y="3561"/>
                  <a:pt x="5858" y="3489"/>
                  <a:pt x="5942" y="3489"/>
                </a:cubicBezTo>
                <a:lnTo>
                  <a:pt x="6299" y="3489"/>
                </a:lnTo>
                <a:cubicBezTo>
                  <a:pt x="6406" y="3489"/>
                  <a:pt x="6501" y="3525"/>
                  <a:pt x="6561" y="3608"/>
                </a:cubicBezTo>
                <a:cubicBezTo>
                  <a:pt x="6783" y="3859"/>
                  <a:pt x="7091" y="4001"/>
                  <a:pt x="7409" y="4001"/>
                </a:cubicBezTo>
                <a:cubicBezTo>
                  <a:pt x="7483" y="4001"/>
                  <a:pt x="7558" y="3993"/>
                  <a:pt x="7632" y="3977"/>
                </a:cubicBezTo>
                <a:cubicBezTo>
                  <a:pt x="8073" y="3906"/>
                  <a:pt x="8430" y="3549"/>
                  <a:pt x="8513" y="3108"/>
                </a:cubicBezTo>
                <a:cubicBezTo>
                  <a:pt x="8585" y="2775"/>
                  <a:pt x="8501" y="2430"/>
                  <a:pt x="8287" y="2156"/>
                </a:cubicBezTo>
                <a:cubicBezTo>
                  <a:pt x="8085" y="1894"/>
                  <a:pt x="7751" y="1739"/>
                  <a:pt x="7430" y="1739"/>
                </a:cubicBezTo>
                <a:cubicBezTo>
                  <a:pt x="7085" y="1739"/>
                  <a:pt x="6775" y="1894"/>
                  <a:pt x="6561" y="2144"/>
                </a:cubicBezTo>
                <a:cubicBezTo>
                  <a:pt x="6501" y="2215"/>
                  <a:pt x="6406" y="2263"/>
                  <a:pt x="6299" y="2263"/>
                </a:cubicBezTo>
                <a:lnTo>
                  <a:pt x="5954" y="2263"/>
                </a:lnTo>
                <a:cubicBezTo>
                  <a:pt x="5846" y="2263"/>
                  <a:pt x="5775" y="2180"/>
                  <a:pt x="5775" y="2084"/>
                </a:cubicBezTo>
                <a:lnTo>
                  <a:pt x="5775" y="1203"/>
                </a:lnTo>
                <a:cubicBezTo>
                  <a:pt x="5775" y="1120"/>
                  <a:pt x="5703" y="1048"/>
                  <a:pt x="5608" y="1048"/>
                </a:cubicBezTo>
                <a:cubicBezTo>
                  <a:pt x="5525" y="1048"/>
                  <a:pt x="5453" y="1120"/>
                  <a:pt x="5453" y="1203"/>
                </a:cubicBezTo>
                <a:lnTo>
                  <a:pt x="5453" y="2084"/>
                </a:lnTo>
                <a:cubicBezTo>
                  <a:pt x="5453" y="2370"/>
                  <a:pt x="5668" y="2596"/>
                  <a:pt x="5954" y="2596"/>
                </a:cubicBezTo>
                <a:lnTo>
                  <a:pt x="6299" y="2596"/>
                </a:lnTo>
                <a:cubicBezTo>
                  <a:pt x="6501" y="2596"/>
                  <a:pt x="6704" y="2501"/>
                  <a:pt x="6823" y="2358"/>
                </a:cubicBezTo>
                <a:cubicBezTo>
                  <a:pt x="6966" y="2180"/>
                  <a:pt x="7192" y="2072"/>
                  <a:pt x="7430" y="2072"/>
                </a:cubicBezTo>
                <a:cubicBezTo>
                  <a:pt x="7668" y="2072"/>
                  <a:pt x="7894" y="2180"/>
                  <a:pt x="8037" y="2370"/>
                </a:cubicBezTo>
                <a:cubicBezTo>
                  <a:pt x="8192" y="2561"/>
                  <a:pt x="8251" y="2799"/>
                  <a:pt x="8204" y="3037"/>
                </a:cubicBezTo>
                <a:cubicBezTo>
                  <a:pt x="8144" y="3346"/>
                  <a:pt x="7894" y="3584"/>
                  <a:pt x="7573" y="3644"/>
                </a:cubicBezTo>
                <a:cubicBezTo>
                  <a:pt x="7519" y="3656"/>
                  <a:pt x="7465" y="3661"/>
                  <a:pt x="7411" y="3661"/>
                </a:cubicBezTo>
                <a:cubicBezTo>
                  <a:pt x="7187" y="3661"/>
                  <a:pt x="6966" y="3564"/>
                  <a:pt x="6823" y="3382"/>
                </a:cubicBezTo>
                <a:cubicBezTo>
                  <a:pt x="6680" y="3227"/>
                  <a:pt x="6501" y="3144"/>
                  <a:pt x="6299" y="3144"/>
                </a:cubicBezTo>
                <a:lnTo>
                  <a:pt x="5942" y="3144"/>
                </a:lnTo>
                <a:cubicBezTo>
                  <a:pt x="5656" y="3144"/>
                  <a:pt x="5430" y="3370"/>
                  <a:pt x="5430" y="3644"/>
                </a:cubicBezTo>
                <a:lnTo>
                  <a:pt x="5430" y="5406"/>
                </a:lnTo>
                <a:lnTo>
                  <a:pt x="3679" y="5406"/>
                </a:lnTo>
                <a:cubicBezTo>
                  <a:pt x="3572" y="5406"/>
                  <a:pt x="3501" y="5311"/>
                  <a:pt x="3501" y="5228"/>
                </a:cubicBezTo>
                <a:lnTo>
                  <a:pt x="3501" y="4870"/>
                </a:lnTo>
                <a:cubicBezTo>
                  <a:pt x="3501" y="4763"/>
                  <a:pt x="3548" y="4656"/>
                  <a:pt x="3620" y="4597"/>
                </a:cubicBezTo>
                <a:cubicBezTo>
                  <a:pt x="3929" y="4335"/>
                  <a:pt x="4084" y="3930"/>
                  <a:pt x="3989" y="3525"/>
                </a:cubicBezTo>
                <a:cubicBezTo>
                  <a:pt x="3918" y="3096"/>
                  <a:pt x="3560" y="2739"/>
                  <a:pt x="3132" y="2656"/>
                </a:cubicBezTo>
                <a:cubicBezTo>
                  <a:pt x="3047" y="2635"/>
                  <a:pt x="2962" y="2626"/>
                  <a:pt x="2879" y="2626"/>
                </a:cubicBezTo>
                <a:cubicBezTo>
                  <a:pt x="2622" y="2626"/>
                  <a:pt x="2377" y="2717"/>
                  <a:pt x="2179" y="2870"/>
                </a:cubicBezTo>
                <a:cubicBezTo>
                  <a:pt x="1905" y="3084"/>
                  <a:pt x="1763" y="3406"/>
                  <a:pt x="1763" y="3739"/>
                </a:cubicBezTo>
                <a:cubicBezTo>
                  <a:pt x="1763" y="4085"/>
                  <a:pt x="1905" y="4394"/>
                  <a:pt x="2155" y="4597"/>
                </a:cubicBezTo>
                <a:cubicBezTo>
                  <a:pt x="2239" y="4656"/>
                  <a:pt x="2274" y="4763"/>
                  <a:pt x="2274" y="4870"/>
                </a:cubicBezTo>
                <a:lnTo>
                  <a:pt x="2274" y="5216"/>
                </a:lnTo>
                <a:cubicBezTo>
                  <a:pt x="2274" y="5311"/>
                  <a:pt x="2191" y="5394"/>
                  <a:pt x="2096" y="5394"/>
                </a:cubicBezTo>
                <a:lnTo>
                  <a:pt x="346" y="5394"/>
                </a:lnTo>
                <a:lnTo>
                  <a:pt x="346" y="870"/>
                </a:lnTo>
                <a:cubicBezTo>
                  <a:pt x="346" y="572"/>
                  <a:pt x="584" y="334"/>
                  <a:pt x="881" y="334"/>
                </a:cubicBezTo>
                <a:lnTo>
                  <a:pt x="5418" y="334"/>
                </a:lnTo>
                <a:lnTo>
                  <a:pt x="5418" y="513"/>
                </a:lnTo>
                <a:cubicBezTo>
                  <a:pt x="5418" y="596"/>
                  <a:pt x="5489" y="667"/>
                  <a:pt x="5584" y="667"/>
                </a:cubicBezTo>
                <a:cubicBezTo>
                  <a:pt x="5680" y="667"/>
                  <a:pt x="5751" y="596"/>
                  <a:pt x="5751" y="513"/>
                </a:cubicBezTo>
                <a:lnTo>
                  <a:pt x="5751" y="334"/>
                </a:lnTo>
                <a:close/>
                <a:moveTo>
                  <a:pt x="870" y="1"/>
                </a:moveTo>
                <a:cubicBezTo>
                  <a:pt x="393" y="1"/>
                  <a:pt x="0" y="394"/>
                  <a:pt x="0" y="870"/>
                </a:cubicBezTo>
                <a:lnTo>
                  <a:pt x="0" y="10276"/>
                </a:lnTo>
                <a:cubicBezTo>
                  <a:pt x="0" y="10752"/>
                  <a:pt x="393" y="11133"/>
                  <a:pt x="870" y="11133"/>
                </a:cubicBezTo>
                <a:lnTo>
                  <a:pt x="10275" y="11133"/>
                </a:lnTo>
                <a:cubicBezTo>
                  <a:pt x="10752" y="11133"/>
                  <a:pt x="11133" y="10752"/>
                  <a:pt x="11133" y="10276"/>
                </a:cubicBezTo>
                <a:lnTo>
                  <a:pt x="11133" y="870"/>
                </a:lnTo>
                <a:cubicBezTo>
                  <a:pt x="11133" y="394"/>
                  <a:pt x="10752" y="1"/>
                  <a:pt x="10275" y="1"/>
                </a:cubicBezTo>
                <a:close/>
              </a:path>
            </a:pathLst>
          </a:custGeom>
          <a:solidFill>
            <a:srgbClr val="657E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oogle Shape;13012;p67">
            <a:extLst>
              <a:ext uri="{FF2B5EF4-FFF2-40B4-BE49-F238E27FC236}">
                <a16:creationId xmlns:a16="http://schemas.microsoft.com/office/drawing/2014/main" id="{B0383F21-D99C-0AFF-FD9C-55DD519367FC}"/>
              </a:ext>
            </a:extLst>
          </p:cNvPr>
          <p:cNvGrpSpPr/>
          <p:nvPr/>
        </p:nvGrpSpPr>
        <p:grpSpPr>
          <a:xfrm>
            <a:off x="818571" y="2982969"/>
            <a:ext cx="926445" cy="779084"/>
            <a:chOff x="2278533" y="2937377"/>
            <a:chExt cx="346788" cy="254704"/>
          </a:xfrm>
        </p:grpSpPr>
        <p:sp>
          <p:nvSpPr>
            <p:cNvPr id="10" name="Google Shape;13013;p67">
              <a:extLst>
                <a:ext uri="{FF2B5EF4-FFF2-40B4-BE49-F238E27FC236}">
                  <a16:creationId xmlns:a16="http://schemas.microsoft.com/office/drawing/2014/main" id="{F415F9A5-E2CD-AAC3-ABA1-52CFC2DDF437}"/>
                </a:ext>
              </a:extLst>
            </p:cNvPr>
            <p:cNvSpPr/>
            <p:nvPr/>
          </p:nvSpPr>
          <p:spPr>
            <a:xfrm>
              <a:off x="2317557" y="2958607"/>
              <a:ext cx="270619" cy="184200"/>
            </a:xfrm>
            <a:custGeom>
              <a:avLst/>
              <a:gdLst/>
              <a:ahLst/>
              <a:cxnLst/>
              <a:rect l="l" t="t" r="r" b="b"/>
              <a:pathLst>
                <a:path w="8502" h="5787" extrusionOk="0">
                  <a:moveTo>
                    <a:pt x="2691" y="1179"/>
                  </a:moveTo>
                  <a:cubicBezTo>
                    <a:pt x="2882" y="1179"/>
                    <a:pt x="3049" y="1346"/>
                    <a:pt x="3049" y="1536"/>
                  </a:cubicBezTo>
                  <a:lnTo>
                    <a:pt x="3049" y="1881"/>
                  </a:lnTo>
                  <a:cubicBezTo>
                    <a:pt x="3049" y="2167"/>
                    <a:pt x="2810" y="2405"/>
                    <a:pt x="2525" y="2405"/>
                  </a:cubicBezTo>
                  <a:cubicBezTo>
                    <a:pt x="2227" y="2405"/>
                    <a:pt x="1989" y="2167"/>
                    <a:pt x="1989" y="1881"/>
                  </a:cubicBezTo>
                  <a:lnTo>
                    <a:pt x="1989" y="1536"/>
                  </a:lnTo>
                  <a:cubicBezTo>
                    <a:pt x="1989" y="1346"/>
                    <a:pt x="2156" y="1179"/>
                    <a:pt x="2346" y="1179"/>
                  </a:cubicBezTo>
                  <a:close/>
                  <a:moveTo>
                    <a:pt x="6787" y="1036"/>
                  </a:moveTo>
                  <a:cubicBezTo>
                    <a:pt x="6894" y="1036"/>
                    <a:pt x="6966" y="1108"/>
                    <a:pt x="6966" y="1215"/>
                  </a:cubicBezTo>
                  <a:lnTo>
                    <a:pt x="6966" y="1715"/>
                  </a:lnTo>
                  <a:cubicBezTo>
                    <a:pt x="6966" y="1774"/>
                    <a:pt x="6930" y="1834"/>
                    <a:pt x="6871" y="1870"/>
                  </a:cubicBezTo>
                  <a:cubicBezTo>
                    <a:pt x="6835" y="1893"/>
                    <a:pt x="6799" y="1941"/>
                    <a:pt x="6799" y="2000"/>
                  </a:cubicBezTo>
                  <a:lnTo>
                    <a:pt x="6799" y="2251"/>
                  </a:lnTo>
                  <a:cubicBezTo>
                    <a:pt x="6799" y="2334"/>
                    <a:pt x="6847" y="2381"/>
                    <a:pt x="6918" y="2405"/>
                  </a:cubicBezTo>
                  <a:lnTo>
                    <a:pt x="7335" y="2512"/>
                  </a:lnTo>
                  <a:cubicBezTo>
                    <a:pt x="7406" y="2524"/>
                    <a:pt x="7466" y="2596"/>
                    <a:pt x="7466" y="2691"/>
                  </a:cubicBezTo>
                  <a:lnTo>
                    <a:pt x="7466" y="2727"/>
                  </a:lnTo>
                  <a:lnTo>
                    <a:pt x="5739" y="2727"/>
                  </a:lnTo>
                  <a:lnTo>
                    <a:pt x="5739" y="2691"/>
                  </a:lnTo>
                  <a:cubicBezTo>
                    <a:pt x="5739" y="2596"/>
                    <a:pt x="5799" y="2536"/>
                    <a:pt x="5870" y="2512"/>
                  </a:cubicBezTo>
                  <a:lnTo>
                    <a:pt x="6287" y="2405"/>
                  </a:lnTo>
                  <a:cubicBezTo>
                    <a:pt x="6370" y="2381"/>
                    <a:pt x="6406" y="2334"/>
                    <a:pt x="6406" y="2251"/>
                  </a:cubicBezTo>
                  <a:lnTo>
                    <a:pt x="6406" y="2000"/>
                  </a:lnTo>
                  <a:cubicBezTo>
                    <a:pt x="6430" y="1941"/>
                    <a:pt x="6394" y="1893"/>
                    <a:pt x="6359" y="1870"/>
                  </a:cubicBezTo>
                  <a:cubicBezTo>
                    <a:pt x="6299" y="1834"/>
                    <a:pt x="6263" y="1774"/>
                    <a:pt x="6263" y="1715"/>
                  </a:cubicBezTo>
                  <a:lnTo>
                    <a:pt x="6263" y="1215"/>
                  </a:lnTo>
                  <a:cubicBezTo>
                    <a:pt x="6263" y="1108"/>
                    <a:pt x="6335" y="1036"/>
                    <a:pt x="6442" y="1036"/>
                  </a:cubicBezTo>
                  <a:close/>
                  <a:moveTo>
                    <a:pt x="8144" y="334"/>
                  </a:moveTo>
                  <a:lnTo>
                    <a:pt x="8144" y="2751"/>
                  </a:lnTo>
                  <a:lnTo>
                    <a:pt x="7787" y="2751"/>
                  </a:lnTo>
                  <a:lnTo>
                    <a:pt x="7787" y="2703"/>
                  </a:lnTo>
                  <a:cubicBezTo>
                    <a:pt x="7787" y="2477"/>
                    <a:pt x="7633" y="2274"/>
                    <a:pt x="7406" y="2215"/>
                  </a:cubicBezTo>
                  <a:lnTo>
                    <a:pt x="7109" y="2131"/>
                  </a:lnTo>
                  <a:lnTo>
                    <a:pt x="7109" y="2096"/>
                  </a:lnTo>
                  <a:cubicBezTo>
                    <a:pt x="7216" y="2000"/>
                    <a:pt x="7275" y="1870"/>
                    <a:pt x="7275" y="1715"/>
                  </a:cubicBezTo>
                  <a:lnTo>
                    <a:pt x="7275" y="1215"/>
                  </a:lnTo>
                  <a:cubicBezTo>
                    <a:pt x="7275" y="929"/>
                    <a:pt x="7049" y="703"/>
                    <a:pt x="6775" y="703"/>
                  </a:cubicBezTo>
                  <a:lnTo>
                    <a:pt x="6430" y="703"/>
                  </a:lnTo>
                  <a:cubicBezTo>
                    <a:pt x="6144" y="703"/>
                    <a:pt x="5918" y="929"/>
                    <a:pt x="5918" y="1215"/>
                  </a:cubicBezTo>
                  <a:lnTo>
                    <a:pt x="5918" y="1715"/>
                  </a:lnTo>
                  <a:cubicBezTo>
                    <a:pt x="5918" y="1870"/>
                    <a:pt x="5978" y="2000"/>
                    <a:pt x="6085" y="2096"/>
                  </a:cubicBezTo>
                  <a:lnTo>
                    <a:pt x="6085" y="2131"/>
                  </a:lnTo>
                  <a:lnTo>
                    <a:pt x="5787" y="2215"/>
                  </a:lnTo>
                  <a:cubicBezTo>
                    <a:pt x="5561" y="2274"/>
                    <a:pt x="5418" y="2465"/>
                    <a:pt x="5418" y="2703"/>
                  </a:cubicBezTo>
                  <a:lnTo>
                    <a:pt x="5418" y="2751"/>
                  </a:lnTo>
                  <a:lnTo>
                    <a:pt x="5061" y="2751"/>
                  </a:lnTo>
                  <a:lnTo>
                    <a:pt x="5061" y="334"/>
                  </a:lnTo>
                  <a:close/>
                  <a:moveTo>
                    <a:pt x="2691" y="2715"/>
                  </a:moveTo>
                  <a:lnTo>
                    <a:pt x="2691" y="2786"/>
                  </a:lnTo>
                  <a:cubicBezTo>
                    <a:pt x="2703" y="2846"/>
                    <a:pt x="2727" y="2905"/>
                    <a:pt x="2751" y="2965"/>
                  </a:cubicBezTo>
                  <a:lnTo>
                    <a:pt x="2525" y="3191"/>
                  </a:lnTo>
                  <a:lnTo>
                    <a:pt x="2513" y="3191"/>
                  </a:lnTo>
                  <a:lnTo>
                    <a:pt x="2287" y="2965"/>
                  </a:lnTo>
                  <a:cubicBezTo>
                    <a:pt x="2322" y="2929"/>
                    <a:pt x="2334" y="2870"/>
                    <a:pt x="2334" y="2810"/>
                  </a:cubicBezTo>
                  <a:lnTo>
                    <a:pt x="2334" y="2715"/>
                  </a:lnTo>
                  <a:close/>
                  <a:moveTo>
                    <a:pt x="3037" y="3143"/>
                  </a:moveTo>
                  <a:lnTo>
                    <a:pt x="3346" y="3263"/>
                  </a:lnTo>
                  <a:cubicBezTo>
                    <a:pt x="3477" y="3310"/>
                    <a:pt x="3572" y="3441"/>
                    <a:pt x="3572" y="3596"/>
                  </a:cubicBezTo>
                  <a:lnTo>
                    <a:pt x="3572" y="4608"/>
                  </a:lnTo>
                  <a:cubicBezTo>
                    <a:pt x="3572" y="4715"/>
                    <a:pt x="3501" y="4787"/>
                    <a:pt x="3394" y="4787"/>
                  </a:cubicBezTo>
                  <a:lnTo>
                    <a:pt x="2691" y="4787"/>
                  </a:lnTo>
                  <a:lnTo>
                    <a:pt x="2691" y="4596"/>
                  </a:lnTo>
                  <a:lnTo>
                    <a:pt x="3049" y="4596"/>
                  </a:lnTo>
                  <a:cubicBezTo>
                    <a:pt x="3144" y="4596"/>
                    <a:pt x="3215" y="4513"/>
                    <a:pt x="3215" y="4429"/>
                  </a:cubicBezTo>
                  <a:lnTo>
                    <a:pt x="3215" y="3917"/>
                  </a:lnTo>
                  <a:cubicBezTo>
                    <a:pt x="3215" y="3834"/>
                    <a:pt x="3144" y="3763"/>
                    <a:pt x="3049" y="3763"/>
                  </a:cubicBezTo>
                  <a:cubicBezTo>
                    <a:pt x="2965" y="3763"/>
                    <a:pt x="2882" y="3834"/>
                    <a:pt x="2882" y="3917"/>
                  </a:cubicBezTo>
                  <a:lnTo>
                    <a:pt x="2882" y="4275"/>
                  </a:lnTo>
                  <a:lnTo>
                    <a:pt x="2191" y="4275"/>
                  </a:lnTo>
                  <a:lnTo>
                    <a:pt x="2191" y="3917"/>
                  </a:lnTo>
                  <a:cubicBezTo>
                    <a:pt x="2191" y="3834"/>
                    <a:pt x="2108" y="3763"/>
                    <a:pt x="2025" y="3763"/>
                  </a:cubicBezTo>
                  <a:cubicBezTo>
                    <a:pt x="1929" y="3763"/>
                    <a:pt x="1858" y="3834"/>
                    <a:pt x="1858" y="3917"/>
                  </a:cubicBezTo>
                  <a:lnTo>
                    <a:pt x="1858" y="4429"/>
                  </a:lnTo>
                  <a:cubicBezTo>
                    <a:pt x="1858" y="4513"/>
                    <a:pt x="1929" y="4596"/>
                    <a:pt x="2025" y="4596"/>
                  </a:cubicBezTo>
                  <a:lnTo>
                    <a:pt x="2382" y="4596"/>
                  </a:lnTo>
                  <a:lnTo>
                    <a:pt x="2382" y="4787"/>
                  </a:lnTo>
                  <a:lnTo>
                    <a:pt x="1679" y="4787"/>
                  </a:lnTo>
                  <a:cubicBezTo>
                    <a:pt x="1572" y="4787"/>
                    <a:pt x="1501" y="4715"/>
                    <a:pt x="1501" y="4608"/>
                  </a:cubicBezTo>
                  <a:lnTo>
                    <a:pt x="1501" y="3596"/>
                  </a:lnTo>
                  <a:lnTo>
                    <a:pt x="1489" y="3596"/>
                  </a:lnTo>
                  <a:cubicBezTo>
                    <a:pt x="1489" y="3441"/>
                    <a:pt x="1572" y="3310"/>
                    <a:pt x="1715" y="3263"/>
                  </a:cubicBezTo>
                  <a:lnTo>
                    <a:pt x="2025" y="3143"/>
                  </a:lnTo>
                  <a:lnTo>
                    <a:pt x="2287" y="3417"/>
                  </a:lnTo>
                  <a:cubicBezTo>
                    <a:pt x="2346" y="3477"/>
                    <a:pt x="2441" y="3501"/>
                    <a:pt x="2525" y="3501"/>
                  </a:cubicBezTo>
                  <a:cubicBezTo>
                    <a:pt x="2620" y="3501"/>
                    <a:pt x="2691" y="3477"/>
                    <a:pt x="2763" y="3417"/>
                  </a:cubicBezTo>
                  <a:lnTo>
                    <a:pt x="3037" y="3143"/>
                  </a:lnTo>
                  <a:close/>
                  <a:moveTo>
                    <a:pt x="4727" y="4763"/>
                  </a:moveTo>
                  <a:lnTo>
                    <a:pt x="4727" y="5465"/>
                  </a:lnTo>
                  <a:lnTo>
                    <a:pt x="298" y="5465"/>
                  </a:lnTo>
                  <a:lnTo>
                    <a:pt x="298" y="4763"/>
                  </a:lnTo>
                  <a:lnTo>
                    <a:pt x="1191" y="4763"/>
                  </a:lnTo>
                  <a:cubicBezTo>
                    <a:pt x="1251" y="4965"/>
                    <a:pt x="1441" y="5108"/>
                    <a:pt x="1667" y="5108"/>
                  </a:cubicBezTo>
                  <a:lnTo>
                    <a:pt x="3358" y="5108"/>
                  </a:lnTo>
                  <a:cubicBezTo>
                    <a:pt x="3584" y="5108"/>
                    <a:pt x="3763" y="4965"/>
                    <a:pt x="3834" y="4763"/>
                  </a:cubicBezTo>
                  <a:close/>
                  <a:moveTo>
                    <a:pt x="6763" y="3775"/>
                  </a:moveTo>
                  <a:cubicBezTo>
                    <a:pt x="6871" y="3775"/>
                    <a:pt x="6942" y="3846"/>
                    <a:pt x="6942" y="3953"/>
                  </a:cubicBezTo>
                  <a:lnTo>
                    <a:pt x="6942" y="4453"/>
                  </a:lnTo>
                  <a:cubicBezTo>
                    <a:pt x="6942" y="4513"/>
                    <a:pt x="6918" y="4572"/>
                    <a:pt x="6859" y="4608"/>
                  </a:cubicBezTo>
                  <a:cubicBezTo>
                    <a:pt x="6811" y="4632"/>
                    <a:pt x="6787" y="4679"/>
                    <a:pt x="6787" y="4739"/>
                  </a:cubicBezTo>
                  <a:lnTo>
                    <a:pt x="6787" y="4989"/>
                  </a:lnTo>
                  <a:cubicBezTo>
                    <a:pt x="6787" y="5060"/>
                    <a:pt x="6823" y="5120"/>
                    <a:pt x="6906" y="5144"/>
                  </a:cubicBezTo>
                  <a:lnTo>
                    <a:pt x="7323" y="5251"/>
                  </a:lnTo>
                  <a:cubicBezTo>
                    <a:pt x="7394" y="5263"/>
                    <a:pt x="7454" y="5334"/>
                    <a:pt x="7454" y="5429"/>
                  </a:cubicBezTo>
                  <a:lnTo>
                    <a:pt x="7454" y="5465"/>
                  </a:lnTo>
                  <a:lnTo>
                    <a:pt x="5739" y="5465"/>
                  </a:lnTo>
                  <a:lnTo>
                    <a:pt x="5739" y="5429"/>
                  </a:lnTo>
                  <a:cubicBezTo>
                    <a:pt x="5739" y="5334"/>
                    <a:pt x="5799" y="5275"/>
                    <a:pt x="5882" y="5251"/>
                  </a:cubicBezTo>
                  <a:lnTo>
                    <a:pt x="6287" y="5144"/>
                  </a:lnTo>
                  <a:cubicBezTo>
                    <a:pt x="6370" y="5120"/>
                    <a:pt x="6406" y="5060"/>
                    <a:pt x="6406" y="4989"/>
                  </a:cubicBezTo>
                  <a:lnTo>
                    <a:pt x="6406" y="4739"/>
                  </a:lnTo>
                  <a:cubicBezTo>
                    <a:pt x="6406" y="4679"/>
                    <a:pt x="6382" y="4632"/>
                    <a:pt x="6335" y="4608"/>
                  </a:cubicBezTo>
                  <a:cubicBezTo>
                    <a:pt x="6275" y="4572"/>
                    <a:pt x="6251" y="4513"/>
                    <a:pt x="6251" y="4453"/>
                  </a:cubicBezTo>
                  <a:lnTo>
                    <a:pt x="6251" y="3953"/>
                  </a:lnTo>
                  <a:cubicBezTo>
                    <a:pt x="6251" y="3846"/>
                    <a:pt x="6323" y="3775"/>
                    <a:pt x="6430" y="3775"/>
                  </a:cubicBezTo>
                  <a:close/>
                  <a:moveTo>
                    <a:pt x="8156" y="3060"/>
                  </a:moveTo>
                  <a:lnTo>
                    <a:pt x="8156" y="5465"/>
                  </a:lnTo>
                  <a:lnTo>
                    <a:pt x="7799" y="5465"/>
                  </a:lnTo>
                  <a:lnTo>
                    <a:pt x="7799" y="5429"/>
                  </a:lnTo>
                  <a:cubicBezTo>
                    <a:pt x="7799" y="5203"/>
                    <a:pt x="7644" y="4989"/>
                    <a:pt x="7430" y="4929"/>
                  </a:cubicBezTo>
                  <a:lnTo>
                    <a:pt x="7132" y="4858"/>
                  </a:lnTo>
                  <a:lnTo>
                    <a:pt x="7132" y="4810"/>
                  </a:lnTo>
                  <a:cubicBezTo>
                    <a:pt x="7228" y="4727"/>
                    <a:pt x="7287" y="4596"/>
                    <a:pt x="7287" y="4441"/>
                  </a:cubicBezTo>
                  <a:lnTo>
                    <a:pt x="7287" y="3941"/>
                  </a:lnTo>
                  <a:cubicBezTo>
                    <a:pt x="7287" y="3655"/>
                    <a:pt x="7073" y="3429"/>
                    <a:pt x="6787" y="3429"/>
                  </a:cubicBezTo>
                  <a:lnTo>
                    <a:pt x="6442" y="3429"/>
                  </a:lnTo>
                  <a:cubicBezTo>
                    <a:pt x="6156" y="3429"/>
                    <a:pt x="5942" y="3655"/>
                    <a:pt x="5942" y="3941"/>
                  </a:cubicBezTo>
                  <a:lnTo>
                    <a:pt x="5942" y="4441"/>
                  </a:lnTo>
                  <a:cubicBezTo>
                    <a:pt x="5942" y="4596"/>
                    <a:pt x="6001" y="4727"/>
                    <a:pt x="6097" y="4810"/>
                  </a:cubicBezTo>
                  <a:lnTo>
                    <a:pt x="6097" y="4858"/>
                  </a:lnTo>
                  <a:lnTo>
                    <a:pt x="5799" y="4929"/>
                  </a:lnTo>
                  <a:cubicBezTo>
                    <a:pt x="5585" y="4989"/>
                    <a:pt x="5430" y="5191"/>
                    <a:pt x="5430" y="5429"/>
                  </a:cubicBezTo>
                  <a:lnTo>
                    <a:pt x="5430" y="5465"/>
                  </a:lnTo>
                  <a:lnTo>
                    <a:pt x="5073" y="5465"/>
                  </a:lnTo>
                  <a:lnTo>
                    <a:pt x="5073" y="3060"/>
                  </a:lnTo>
                  <a:close/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5620"/>
                  </a:lnTo>
                  <a:cubicBezTo>
                    <a:pt x="1" y="5703"/>
                    <a:pt x="72" y="5787"/>
                    <a:pt x="167" y="5787"/>
                  </a:cubicBezTo>
                  <a:lnTo>
                    <a:pt x="8335" y="5787"/>
                  </a:lnTo>
                  <a:cubicBezTo>
                    <a:pt x="8418" y="5787"/>
                    <a:pt x="8502" y="5703"/>
                    <a:pt x="8502" y="5620"/>
                  </a:cubicBezTo>
                  <a:lnTo>
                    <a:pt x="8502" y="167"/>
                  </a:lnTo>
                  <a:cubicBezTo>
                    <a:pt x="8466" y="84"/>
                    <a:pt x="8395" y="24"/>
                    <a:pt x="8311" y="24"/>
                  </a:cubicBezTo>
                  <a:lnTo>
                    <a:pt x="1334" y="24"/>
                  </a:lnTo>
                  <a:cubicBezTo>
                    <a:pt x="1251" y="24"/>
                    <a:pt x="1167" y="95"/>
                    <a:pt x="1167" y="191"/>
                  </a:cubicBezTo>
                  <a:cubicBezTo>
                    <a:pt x="1167" y="274"/>
                    <a:pt x="1251" y="346"/>
                    <a:pt x="1334" y="346"/>
                  </a:cubicBezTo>
                  <a:lnTo>
                    <a:pt x="4763" y="346"/>
                  </a:lnTo>
                  <a:lnTo>
                    <a:pt x="4763" y="4453"/>
                  </a:lnTo>
                  <a:lnTo>
                    <a:pt x="3882" y="4453"/>
                  </a:lnTo>
                  <a:lnTo>
                    <a:pt x="3882" y="3608"/>
                  </a:lnTo>
                  <a:cubicBezTo>
                    <a:pt x="3882" y="3346"/>
                    <a:pt x="3703" y="3084"/>
                    <a:pt x="3453" y="2977"/>
                  </a:cubicBezTo>
                  <a:lnTo>
                    <a:pt x="3037" y="2822"/>
                  </a:lnTo>
                  <a:lnTo>
                    <a:pt x="3037" y="2798"/>
                  </a:lnTo>
                  <a:lnTo>
                    <a:pt x="3037" y="2572"/>
                  </a:lnTo>
                  <a:cubicBezTo>
                    <a:pt x="3239" y="2417"/>
                    <a:pt x="3382" y="2167"/>
                    <a:pt x="3382" y="1893"/>
                  </a:cubicBezTo>
                  <a:lnTo>
                    <a:pt x="3382" y="1560"/>
                  </a:lnTo>
                  <a:cubicBezTo>
                    <a:pt x="3382" y="1179"/>
                    <a:pt x="3084" y="881"/>
                    <a:pt x="2703" y="881"/>
                  </a:cubicBezTo>
                  <a:lnTo>
                    <a:pt x="2370" y="881"/>
                  </a:lnTo>
                  <a:cubicBezTo>
                    <a:pt x="1989" y="881"/>
                    <a:pt x="1691" y="1179"/>
                    <a:pt x="1691" y="1560"/>
                  </a:cubicBezTo>
                  <a:lnTo>
                    <a:pt x="1691" y="1893"/>
                  </a:lnTo>
                  <a:cubicBezTo>
                    <a:pt x="1691" y="2179"/>
                    <a:pt x="1834" y="2417"/>
                    <a:pt x="2037" y="2572"/>
                  </a:cubicBezTo>
                  <a:lnTo>
                    <a:pt x="2037" y="2810"/>
                  </a:lnTo>
                  <a:lnTo>
                    <a:pt x="2037" y="2822"/>
                  </a:lnTo>
                  <a:lnTo>
                    <a:pt x="1620" y="2989"/>
                  </a:lnTo>
                  <a:cubicBezTo>
                    <a:pt x="1370" y="3084"/>
                    <a:pt x="1191" y="3346"/>
                    <a:pt x="1191" y="3608"/>
                  </a:cubicBezTo>
                  <a:lnTo>
                    <a:pt x="1191" y="4453"/>
                  </a:lnTo>
                  <a:lnTo>
                    <a:pt x="310" y="4453"/>
                  </a:lnTo>
                  <a:lnTo>
                    <a:pt x="310" y="334"/>
                  </a:lnTo>
                  <a:lnTo>
                    <a:pt x="667" y="334"/>
                  </a:lnTo>
                  <a:cubicBezTo>
                    <a:pt x="763" y="334"/>
                    <a:pt x="834" y="262"/>
                    <a:pt x="834" y="167"/>
                  </a:cubicBezTo>
                  <a:cubicBezTo>
                    <a:pt x="834" y="84"/>
                    <a:pt x="763" y="0"/>
                    <a:pt x="6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3014;p67">
              <a:extLst>
                <a:ext uri="{FF2B5EF4-FFF2-40B4-BE49-F238E27FC236}">
                  <a16:creationId xmlns:a16="http://schemas.microsoft.com/office/drawing/2014/main" id="{EFB99DAA-1844-C463-6BA4-2F5A0C8386CF}"/>
                </a:ext>
              </a:extLst>
            </p:cNvPr>
            <p:cNvSpPr/>
            <p:nvPr/>
          </p:nvSpPr>
          <p:spPr>
            <a:xfrm>
              <a:off x="2278533" y="2937377"/>
              <a:ext cx="346788" cy="254704"/>
            </a:xfrm>
            <a:custGeom>
              <a:avLst/>
              <a:gdLst/>
              <a:ahLst/>
              <a:cxnLst/>
              <a:rect l="l" t="t" r="r" b="b"/>
              <a:pathLst>
                <a:path w="10895" h="8002" extrusionOk="0">
                  <a:moveTo>
                    <a:pt x="9871" y="310"/>
                  </a:moveTo>
                  <a:cubicBezTo>
                    <a:pt x="9978" y="310"/>
                    <a:pt x="10049" y="393"/>
                    <a:pt x="10049" y="489"/>
                  </a:cubicBezTo>
                  <a:lnTo>
                    <a:pt x="10049" y="6799"/>
                  </a:lnTo>
                  <a:lnTo>
                    <a:pt x="9692" y="6799"/>
                  </a:lnTo>
                  <a:cubicBezTo>
                    <a:pt x="9609" y="6799"/>
                    <a:pt x="9525" y="6882"/>
                    <a:pt x="9525" y="6966"/>
                  </a:cubicBezTo>
                  <a:cubicBezTo>
                    <a:pt x="9525" y="7061"/>
                    <a:pt x="9609" y="7132"/>
                    <a:pt x="9692" y="7132"/>
                  </a:cubicBezTo>
                  <a:lnTo>
                    <a:pt x="10537" y="7132"/>
                  </a:lnTo>
                  <a:cubicBezTo>
                    <a:pt x="10537" y="7132"/>
                    <a:pt x="10561" y="7132"/>
                    <a:pt x="10561" y="7144"/>
                  </a:cubicBezTo>
                  <a:lnTo>
                    <a:pt x="10561" y="7490"/>
                  </a:lnTo>
                  <a:cubicBezTo>
                    <a:pt x="10573" y="7585"/>
                    <a:pt x="10478" y="7668"/>
                    <a:pt x="10394" y="7668"/>
                  </a:cubicBezTo>
                  <a:lnTo>
                    <a:pt x="512" y="7668"/>
                  </a:lnTo>
                  <a:cubicBezTo>
                    <a:pt x="405" y="7668"/>
                    <a:pt x="334" y="7597"/>
                    <a:pt x="334" y="7490"/>
                  </a:cubicBezTo>
                  <a:lnTo>
                    <a:pt x="334" y="7144"/>
                  </a:lnTo>
                  <a:cubicBezTo>
                    <a:pt x="334" y="7144"/>
                    <a:pt x="334" y="7132"/>
                    <a:pt x="346" y="7132"/>
                  </a:cubicBezTo>
                  <a:lnTo>
                    <a:pt x="9037" y="7132"/>
                  </a:lnTo>
                  <a:cubicBezTo>
                    <a:pt x="9132" y="7132"/>
                    <a:pt x="9204" y="7061"/>
                    <a:pt x="9204" y="6966"/>
                  </a:cubicBezTo>
                  <a:cubicBezTo>
                    <a:pt x="9204" y="6882"/>
                    <a:pt x="9132" y="6799"/>
                    <a:pt x="9037" y="6799"/>
                  </a:cubicBezTo>
                  <a:lnTo>
                    <a:pt x="858" y="6799"/>
                  </a:lnTo>
                  <a:lnTo>
                    <a:pt x="858" y="489"/>
                  </a:lnTo>
                  <a:cubicBezTo>
                    <a:pt x="858" y="393"/>
                    <a:pt x="929" y="310"/>
                    <a:pt x="1036" y="310"/>
                  </a:cubicBezTo>
                  <a:close/>
                  <a:moveTo>
                    <a:pt x="1012" y="0"/>
                  </a:moveTo>
                  <a:cubicBezTo>
                    <a:pt x="738" y="0"/>
                    <a:pt x="512" y="227"/>
                    <a:pt x="512" y="512"/>
                  </a:cubicBezTo>
                  <a:lnTo>
                    <a:pt x="512" y="6823"/>
                  </a:lnTo>
                  <a:lnTo>
                    <a:pt x="334" y="6823"/>
                  </a:lnTo>
                  <a:cubicBezTo>
                    <a:pt x="155" y="6823"/>
                    <a:pt x="0" y="6966"/>
                    <a:pt x="0" y="7144"/>
                  </a:cubicBezTo>
                  <a:lnTo>
                    <a:pt x="0" y="7490"/>
                  </a:lnTo>
                  <a:cubicBezTo>
                    <a:pt x="0" y="7775"/>
                    <a:pt x="226" y="8001"/>
                    <a:pt x="512" y="8001"/>
                  </a:cubicBezTo>
                  <a:lnTo>
                    <a:pt x="10394" y="8001"/>
                  </a:lnTo>
                  <a:cubicBezTo>
                    <a:pt x="10680" y="8001"/>
                    <a:pt x="10894" y="7775"/>
                    <a:pt x="10894" y="7490"/>
                  </a:cubicBezTo>
                  <a:lnTo>
                    <a:pt x="10894" y="7144"/>
                  </a:lnTo>
                  <a:cubicBezTo>
                    <a:pt x="10883" y="6966"/>
                    <a:pt x="10728" y="6823"/>
                    <a:pt x="10561" y="6823"/>
                  </a:cubicBezTo>
                  <a:lnTo>
                    <a:pt x="10383" y="6823"/>
                  </a:lnTo>
                  <a:lnTo>
                    <a:pt x="10383" y="512"/>
                  </a:lnTo>
                  <a:cubicBezTo>
                    <a:pt x="10383" y="227"/>
                    <a:pt x="10156" y="0"/>
                    <a:pt x="987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12942;p67">
            <a:extLst>
              <a:ext uri="{FF2B5EF4-FFF2-40B4-BE49-F238E27FC236}">
                <a16:creationId xmlns:a16="http://schemas.microsoft.com/office/drawing/2014/main" id="{376C65CB-BE93-F49F-0803-8913FE7B8365}"/>
              </a:ext>
            </a:extLst>
          </p:cNvPr>
          <p:cNvGrpSpPr/>
          <p:nvPr/>
        </p:nvGrpSpPr>
        <p:grpSpPr>
          <a:xfrm>
            <a:off x="7593628" y="3522887"/>
            <a:ext cx="841890" cy="929347"/>
            <a:chOff x="3214972" y="3359188"/>
            <a:chExt cx="346406" cy="347552"/>
          </a:xfrm>
        </p:grpSpPr>
        <p:sp>
          <p:nvSpPr>
            <p:cNvPr id="13" name="Google Shape;12943;p67">
              <a:extLst>
                <a:ext uri="{FF2B5EF4-FFF2-40B4-BE49-F238E27FC236}">
                  <a16:creationId xmlns:a16="http://schemas.microsoft.com/office/drawing/2014/main" id="{B6103DF4-6440-EEDF-D142-932A68DA17EC}"/>
                </a:ext>
              </a:extLst>
            </p:cNvPr>
            <p:cNvSpPr/>
            <p:nvPr/>
          </p:nvSpPr>
          <p:spPr>
            <a:xfrm>
              <a:off x="3301772" y="3386084"/>
              <a:ext cx="71649" cy="11395"/>
            </a:xfrm>
            <a:custGeom>
              <a:avLst/>
              <a:gdLst/>
              <a:ahLst/>
              <a:cxnLst/>
              <a:rect l="l" t="t" r="r" b="b"/>
              <a:pathLst>
                <a:path w="2251" h="358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24" y="286"/>
                    <a:pt x="95" y="358"/>
                    <a:pt x="179" y="358"/>
                  </a:cubicBezTo>
                  <a:lnTo>
                    <a:pt x="2072" y="358"/>
                  </a:lnTo>
                  <a:cubicBezTo>
                    <a:pt x="2167" y="358"/>
                    <a:pt x="2250" y="286"/>
                    <a:pt x="2250" y="179"/>
                  </a:cubicBezTo>
                  <a:cubicBezTo>
                    <a:pt x="2250" y="84"/>
                    <a:pt x="2179" y="0"/>
                    <a:pt x="207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944;p67">
              <a:extLst>
                <a:ext uri="{FF2B5EF4-FFF2-40B4-BE49-F238E27FC236}">
                  <a16:creationId xmlns:a16="http://schemas.microsoft.com/office/drawing/2014/main" id="{10E1B1B8-2365-86FA-376F-902366A7932A}"/>
                </a:ext>
              </a:extLst>
            </p:cNvPr>
            <p:cNvSpPr/>
            <p:nvPr/>
          </p:nvSpPr>
          <p:spPr>
            <a:xfrm>
              <a:off x="3301772" y="3410339"/>
              <a:ext cx="131904" cy="11395"/>
            </a:xfrm>
            <a:custGeom>
              <a:avLst/>
              <a:gdLst/>
              <a:ahLst/>
              <a:cxnLst/>
              <a:rect l="l" t="t" r="r" b="b"/>
              <a:pathLst>
                <a:path w="4144" h="358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86"/>
                    <a:pt x="95" y="358"/>
                    <a:pt x="179" y="358"/>
                  </a:cubicBezTo>
                  <a:lnTo>
                    <a:pt x="3965" y="358"/>
                  </a:lnTo>
                  <a:cubicBezTo>
                    <a:pt x="4048" y="358"/>
                    <a:pt x="4144" y="286"/>
                    <a:pt x="4144" y="179"/>
                  </a:cubicBezTo>
                  <a:cubicBezTo>
                    <a:pt x="4144" y="72"/>
                    <a:pt x="4072" y="0"/>
                    <a:pt x="39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945;p67">
              <a:extLst>
                <a:ext uri="{FF2B5EF4-FFF2-40B4-BE49-F238E27FC236}">
                  <a16:creationId xmlns:a16="http://schemas.microsoft.com/office/drawing/2014/main" id="{7AC22EAE-2F85-BF48-92E1-07C6977505E8}"/>
                </a:ext>
              </a:extLst>
            </p:cNvPr>
            <p:cNvSpPr/>
            <p:nvPr/>
          </p:nvSpPr>
          <p:spPr>
            <a:xfrm>
              <a:off x="3301772" y="3484980"/>
              <a:ext cx="71649" cy="11427"/>
            </a:xfrm>
            <a:custGeom>
              <a:avLst/>
              <a:gdLst/>
              <a:ahLst/>
              <a:cxnLst/>
              <a:rect l="l" t="t" r="r" b="b"/>
              <a:pathLst>
                <a:path w="2251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24" y="287"/>
                    <a:pt x="95" y="358"/>
                    <a:pt x="179" y="358"/>
                  </a:cubicBezTo>
                  <a:lnTo>
                    <a:pt x="2072" y="358"/>
                  </a:lnTo>
                  <a:cubicBezTo>
                    <a:pt x="2167" y="358"/>
                    <a:pt x="2250" y="287"/>
                    <a:pt x="2250" y="180"/>
                  </a:cubicBezTo>
                  <a:cubicBezTo>
                    <a:pt x="2250" y="96"/>
                    <a:pt x="2179" y="1"/>
                    <a:pt x="207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946;p67">
              <a:extLst>
                <a:ext uri="{FF2B5EF4-FFF2-40B4-BE49-F238E27FC236}">
                  <a16:creationId xmlns:a16="http://schemas.microsoft.com/office/drawing/2014/main" id="{1C691706-214F-6E63-E689-D34A0C4771E9}"/>
                </a:ext>
              </a:extLst>
            </p:cNvPr>
            <p:cNvSpPr/>
            <p:nvPr/>
          </p:nvSpPr>
          <p:spPr>
            <a:xfrm>
              <a:off x="3301772" y="3509234"/>
              <a:ext cx="130758" cy="11427"/>
            </a:xfrm>
            <a:custGeom>
              <a:avLst/>
              <a:gdLst/>
              <a:ahLst/>
              <a:cxnLst/>
              <a:rect l="l" t="t" r="r" b="b"/>
              <a:pathLst>
                <a:path w="4108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24" y="287"/>
                    <a:pt x="95" y="358"/>
                    <a:pt x="179" y="358"/>
                  </a:cubicBezTo>
                  <a:lnTo>
                    <a:pt x="3929" y="358"/>
                  </a:lnTo>
                  <a:cubicBezTo>
                    <a:pt x="4024" y="358"/>
                    <a:pt x="4108" y="287"/>
                    <a:pt x="4108" y="180"/>
                  </a:cubicBezTo>
                  <a:cubicBezTo>
                    <a:pt x="4108" y="84"/>
                    <a:pt x="4036" y="1"/>
                    <a:pt x="3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947;p67">
              <a:extLst>
                <a:ext uri="{FF2B5EF4-FFF2-40B4-BE49-F238E27FC236}">
                  <a16:creationId xmlns:a16="http://schemas.microsoft.com/office/drawing/2014/main" id="{26695E50-7000-A8DF-61D1-A1245DA1FD3B}"/>
                </a:ext>
              </a:extLst>
            </p:cNvPr>
            <p:cNvSpPr/>
            <p:nvPr/>
          </p:nvSpPr>
          <p:spPr>
            <a:xfrm>
              <a:off x="3301772" y="3584671"/>
              <a:ext cx="71649" cy="11395"/>
            </a:xfrm>
            <a:custGeom>
              <a:avLst/>
              <a:gdLst/>
              <a:ahLst/>
              <a:cxnLst/>
              <a:rect l="l" t="t" r="r" b="b"/>
              <a:pathLst>
                <a:path w="2251" h="358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24" y="286"/>
                    <a:pt x="95" y="358"/>
                    <a:pt x="179" y="358"/>
                  </a:cubicBezTo>
                  <a:lnTo>
                    <a:pt x="2072" y="358"/>
                  </a:lnTo>
                  <a:cubicBezTo>
                    <a:pt x="2167" y="358"/>
                    <a:pt x="2250" y="286"/>
                    <a:pt x="2250" y="179"/>
                  </a:cubicBezTo>
                  <a:cubicBezTo>
                    <a:pt x="2250" y="84"/>
                    <a:pt x="2179" y="0"/>
                    <a:pt x="207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948;p67">
              <a:extLst>
                <a:ext uri="{FF2B5EF4-FFF2-40B4-BE49-F238E27FC236}">
                  <a16:creationId xmlns:a16="http://schemas.microsoft.com/office/drawing/2014/main" id="{0A3194A6-5CAD-55E5-E63B-DC413F360835}"/>
                </a:ext>
              </a:extLst>
            </p:cNvPr>
            <p:cNvSpPr/>
            <p:nvPr/>
          </p:nvSpPr>
          <p:spPr>
            <a:xfrm>
              <a:off x="3301772" y="3609308"/>
              <a:ext cx="129994" cy="11395"/>
            </a:xfrm>
            <a:custGeom>
              <a:avLst/>
              <a:gdLst/>
              <a:ahLst/>
              <a:cxnLst/>
              <a:rect l="l" t="t" r="r" b="b"/>
              <a:pathLst>
                <a:path w="4084" h="358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62"/>
                    <a:pt x="83" y="357"/>
                    <a:pt x="179" y="357"/>
                  </a:cubicBezTo>
                  <a:lnTo>
                    <a:pt x="3905" y="357"/>
                  </a:lnTo>
                  <a:cubicBezTo>
                    <a:pt x="3989" y="357"/>
                    <a:pt x="4084" y="286"/>
                    <a:pt x="4084" y="179"/>
                  </a:cubicBezTo>
                  <a:cubicBezTo>
                    <a:pt x="4084" y="72"/>
                    <a:pt x="3989" y="0"/>
                    <a:pt x="390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949;p67">
              <a:extLst>
                <a:ext uri="{FF2B5EF4-FFF2-40B4-BE49-F238E27FC236}">
                  <a16:creationId xmlns:a16="http://schemas.microsoft.com/office/drawing/2014/main" id="{9159E97D-2D6B-C22E-039B-1160FFE6E6A2}"/>
                </a:ext>
              </a:extLst>
            </p:cNvPr>
            <p:cNvSpPr/>
            <p:nvPr/>
          </p:nvSpPr>
          <p:spPr>
            <a:xfrm>
              <a:off x="3214972" y="3458466"/>
              <a:ext cx="346406" cy="248274"/>
            </a:xfrm>
            <a:custGeom>
              <a:avLst/>
              <a:gdLst/>
              <a:ahLst/>
              <a:cxnLst/>
              <a:rect l="l" t="t" r="r" b="b"/>
              <a:pathLst>
                <a:path w="10883" h="7800" extrusionOk="0">
                  <a:moveTo>
                    <a:pt x="8466" y="1417"/>
                  </a:moveTo>
                  <a:cubicBezTo>
                    <a:pt x="9109" y="1417"/>
                    <a:pt x="9657" y="1953"/>
                    <a:pt x="9657" y="2608"/>
                  </a:cubicBezTo>
                  <a:lnTo>
                    <a:pt x="9657" y="2894"/>
                  </a:lnTo>
                  <a:lnTo>
                    <a:pt x="9585" y="2894"/>
                  </a:lnTo>
                  <a:cubicBezTo>
                    <a:pt x="9216" y="2799"/>
                    <a:pt x="9097" y="2322"/>
                    <a:pt x="9097" y="2322"/>
                  </a:cubicBezTo>
                  <a:cubicBezTo>
                    <a:pt x="9085" y="2263"/>
                    <a:pt x="9037" y="2203"/>
                    <a:pt x="8966" y="2191"/>
                  </a:cubicBezTo>
                  <a:cubicBezTo>
                    <a:pt x="8956" y="2189"/>
                    <a:pt x="8946" y="2188"/>
                    <a:pt x="8935" y="2188"/>
                  </a:cubicBezTo>
                  <a:cubicBezTo>
                    <a:pt x="8883" y="2188"/>
                    <a:pt x="8827" y="2213"/>
                    <a:pt x="8787" y="2263"/>
                  </a:cubicBezTo>
                  <a:cubicBezTo>
                    <a:pt x="8335" y="2894"/>
                    <a:pt x="7347" y="2894"/>
                    <a:pt x="7323" y="2894"/>
                  </a:cubicBezTo>
                  <a:lnTo>
                    <a:pt x="7204" y="2894"/>
                  </a:lnTo>
                  <a:lnTo>
                    <a:pt x="7156" y="2608"/>
                  </a:lnTo>
                  <a:cubicBezTo>
                    <a:pt x="7156" y="1953"/>
                    <a:pt x="7692" y="1417"/>
                    <a:pt x="8347" y="1417"/>
                  </a:cubicBezTo>
                  <a:close/>
                  <a:moveTo>
                    <a:pt x="9692" y="3299"/>
                  </a:moveTo>
                  <a:cubicBezTo>
                    <a:pt x="9811" y="3322"/>
                    <a:pt x="9919" y="3430"/>
                    <a:pt x="9919" y="3549"/>
                  </a:cubicBezTo>
                  <a:cubicBezTo>
                    <a:pt x="9919" y="3680"/>
                    <a:pt x="9835" y="3787"/>
                    <a:pt x="9692" y="3799"/>
                  </a:cubicBezTo>
                  <a:lnTo>
                    <a:pt x="9692" y="3299"/>
                  </a:lnTo>
                  <a:close/>
                  <a:moveTo>
                    <a:pt x="7132" y="3299"/>
                  </a:moveTo>
                  <a:lnTo>
                    <a:pt x="7132" y="3811"/>
                  </a:lnTo>
                  <a:cubicBezTo>
                    <a:pt x="7001" y="3799"/>
                    <a:pt x="6918" y="3680"/>
                    <a:pt x="6918" y="3561"/>
                  </a:cubicBezTo>
                  <a:cubicBezTo>
                    <a:pt x="6894" y="3418"/>
                    <a:pt x="7001" y="3310"/>
                    <a:pt x="7132" y="3299"/>
                  </a:cubicBezTo>
                  <a:close/>
                  <a:moveTo>
                    <a:pt x="8835" y="2608"/>
                  </a:moveTo>
                  <a:cubicBezTo>
                    <a:pt x="8918" y="2787"/>
                    <a:pt x="9085" y="3013"/>
                    <a:pt x="9335" y="3120"/>
                  </a:cubicBezTo>
                  <a:lnTo>
                    <a:pt x="9335" y="3846"/>
                  </a:lnTo>
                  <a:cubicBezTo>
                    <a:pt x="9359" y="4287"/>
                    <a:pt x="8978" y="4668"/>
                    <a:pt x="8525" y="4668"/>
                  </a:cubicBezTo>
                  <a:lnTo>
                    <a:pt x="8299" y="4668"/>
                  </a:lnTo>
                  <a:cubicBezTo>
                    <a:pt x="7835" y="4668"/>
                    <a:pt x="7466" y="4287"/>
                    <a:pt x="7466" y="3834"/>
                  </a:cubicBezTo>
                  <a:lnTo>
                    <a:pt x="7466" y="3144"/>
                  </a:lnTo>
                  <a:cubicBezTo>
                    <a:pt x="7763" y="3120"/>
                    <a:pt x="8383" y="3013"/>
                    <a:pt x="8835" y="2608"/>
                  </a:cubicBezTo>
                  <a:close/>
                  <a:moveTo>
                    <a:pt x="8728" y="4989"/>
                  </a:moveTo>
                  <a:lnTo>
                    <a:pt x="8728" y="5215"/>
                  </a:lnTo>
                  <a:lnTo>
                    <a:pt x="8728" y="5227"/>
                  </a:lnTo>
                  <a:lnTo>
                    <a:pt x="8406" y="5573"/>
                  </a:lnTo>
                  <a:lnTo>
                    <a:pt x="8085" y="5251"/>
                  </a:lnTo>
                  <a:lnTo>
                    <a:pt x="8085" y="4989"/>
                  </a:lnTo>
                  <a:cubicBezTo>
                    <a:pt x="8168" y="5001"/>
                    <a:pt x="8240" y="5001"/>
                    <a:pt x="8299" y="5001"/>
                  </a:cubicBezTo>
                  <a:lnTo>
                    <a:pt x="8514" y="5001"/>
                  </a:lnTo>
                  <a:cubicBezTo>
                    <a:pt x="8597" y="5001"/>
                    <a:pt x="8668" y="5001"/>
                    <a:pt x="8728" y="4989"/>
                  </a:cubicBezTo>
                  <a:close/>
                  <a:moveTo>
                    <a:pt x="6573" y="3477"/>
                  </a:moveTo>
                  <a:lnTo>
                    <a:pt x="6573" y="3549"/>
                  </a:lnTo>
                  <a:cubicBezTo>
                    <a:pt x="6573" y="3870"/>
                    <a:pt x="6835" y="4156"/>
                    <a:pt x="7180" y="4156"/>
                  </a:cubicBezTo>
                  <a:cubicBezTo>
                    <a:pt x="7275" y="4465"/>
                    <a:pt x="7478" y="4727"/>
                    <a:pt x="7752" y="4870"/>
                  </a:cubicBezTo>
                  <a:lnTo>
                    <a:pt x="7752" y="5096"/>
                  </a:lnTo>
                  <a:lnTo>
                    <a:pt x="6716" y="5501"/>
                  </a:lnTo>
                  <a:cubicBezTo>
                    <a:pt x="6656" y="5513"/>
                    <a:pt x="6597" y="5537"/>
                    <a:pt x="6525" y="5585"/>
                  </a:cubicBezTo>
                  <a:lnTo>
                    <a:pt x="370" y="5585"/>
                  </a:lnTo>
                  <a:lnTo>
                    <a:pt x="370" y="3477"/>
                  </a:lnTo>
                  <a:close/>
                  <a:moveTo>
                    <a:pt x="179" y="1"/>
                  </a:moveTo>
                  <a:cubicBezTo>
                    <a:pt x="96" y="1"/>
                    <a:pt x="1" y="84"/>
                    <a:pt x="1" y="179"/>
                  </a:cubicBezTo>
                  <a:lnTo>
                    <a:pt x="1" y="2644"/>
                  </a:lnTo>
                  <a:cubicBezTo>
                    <a:pt x="1" y="2727"/>
                    <a:pt x="84" y="2822"/>
                    <a:pt x="179" y="2822"/>
                  </a:cubicBezTo>
                  <a:lnTo>
                    <a:pt x="6811" y="2822"/>
                  </a:lnTo>
                  <a:lnTo>
                    <a:pt x="6811" y="3072"/>
                  </a:lnTo>
                  <a:cubicBezTo>
                    <a:pt x="6775" y="3084"/>
                    <a:pt x="6751" y="3120"/>
                    <a:pt x="6728" y="3144"/>
                  </a:cubicBezTo>
                  <a:lnTo>
                    <a:pt x="179" y="3144"/>
                  </a:lnTo>
                  <a:cubicBezTo>
                    <a:pt x="96" y="3144"/>
                    <a:pt x="1" y="3215"/>
                    <a:pt x="1" y="3322"/>
                  </a:cubicBezTo>
                  <a:lnTo>
                    <a:pt x="1" y="5775"/>
                  </a:lnTo>
                  <a:cubicBezTo>
                    <a:pt x="1" y="5870"/>
                    <a:pt x="84" y="5954"/>
                    <a:pt x="179" y="5954"/>
                  </a:cubicBezTo>
                  <a:lnTo>
                    <a:pt x="6156" y="5954"/>
                  </a:lnTo>
                  <a:cubicBezTo>
                    <a:pt x="6001" y="6156"/>
                    <a:pt x="5894" y="6418"/>
                    <a:pt x="5894" y="6775"/>
                  </a:cubicBezTo>
                  <a:lnTo>
                    <a:pt x="5894" y="7621"/>
                  </a:lnTo>
                  <a:cubicBezTo>
                    <a:pt x="5894" y="7716"/>
                    <a:pt x="5978" y="7799"/>
                    <a:pt x="6085" y="7799"/>
                  </a:cubicBezTo>
                  <a:lnTo>
                    <a:pt x="6728" y="7799"/>
                  </a:lnTo>
                  <a:cubicBezTo>
                    <a:pt x="6823" y="7799"/>
                    <a:pt x="6918" y="7728"/>
                    <a:pt x="6918" y="7621"/>
                  </a:cubicBezTo>
                  <a:cubicBezTo>
                    <a:pt x="6918" y="7537"/>
                    <a:pt x="6835" y="7442"/>
                    <a:pt x="6728" y="7442"/>
                  </a:cubicBezTo>
                  <a:lnTo>
                    <a:pt x="6251" y="7442"/>
                  </a:lnTo>
                  <a:lnTo>
                    <a:pt x="6251" y="6763"/>
                  </a:lnTo>
                  <a:cubicBezTo>
                    <a:pt x="6251" y="6049"/>
                    <a:pt x="6823" y="5835"/>
                    <a:pt x="6835" y="5835"/>
                  </a:cubicBezTo>
                  <a:lnTo>
                    <a:pt x="6847" y="5835"/>
                  </a:lnTo>
                  <a:lnTo>
                    <a:pt x="7787" y="5466"/>
                  </a:lnTo>
                  <a:lnTo>
                    <a:pt x="7799" y="5477"/>
                  </a:lnTo>
                  <a:lnTo>
                    <a:pt x="8299" y="5954"/>
                  </a:lnTo>
                  <a:cubicBezTo>
                    <a:pt x="8323" y="5989"/>
                    <a:pt x="8371" y="6001"/>
                    <a:pt x="8418" y="6001"/>
                  </a:cubicBezTo>
                  <a:cubicBezTo>
                    <a:pt x="8454" y="6001"/>
                    <a:pt x="8502" y="5989"/>
                    <a:pt x="8537" y="5942"/>
                  </a:cubicBezTo>
                  <a:lnTo>
                    <a:pt x="9014" y="5442"/>
                  </a:lnTo>
                  <a:lnTo>
                    <a:pt x="9942" y="5811"/>
                  </a:lnTo>
                  <a:lnTo>
                    <a:pt x="9966" y="5811"/>
                  </a:lnTo>
                  <a:cubicBezTo>
                    <a:pt x="9990" y="5823"/>
                    <a:pt x="10538" y="6013"/>
                    <a:pt x="10538" y="6728"/>
                  </a:cubicBezTo>
                  <a:lnTo>
                    <a:pt x="10538" y="7418"/>
                  </a:lnTo>
                  <a:lnTo>
                    <a:pt x="7263" y="7418"/>
                  </a:lnTo>
                  <a:cubicBezTo>
                    <a:pt x="7180" y="7418"/>
                    <a:pt x="7085" y="7490"/>
                    <a:pt x="7085" y="7597"/>
                  </a:cubicBezTo>
                  <a:cubicBezTo>
                    <a:pt x="7085" y="7680"/>
                    <a:pt x="7168" y="7775"/>
                    <a:pt x="7263" y="7775"/>
                  </a:cubicBezTo>
                  <a:lnTo>
                    <a:pt x="10704" y="7775"/>
                  </a:lnTo>
                  <a:cubicBezTo>
                    <a:pt x="10800" y="7775"/>
                    <a:pt x="10883" y="7704"/>
                    <a:pt x="10883" y="7597"/>
                  </a:cubicBezTo>
                  <a:lnTo>
                    <a:pt x="10883" y="6751"/>
                  </a:lnTo>
                  <a:cubicBezTo>
                    <a:pt x="10883" y="5977"/>
                    <a:pt x="10371" y="5585"/>
                    <a:pt x="10073" y="5477"/>
                  </a:cubicBezTo>
                  <a:lnTo>
                    <a:pt x="9073" y="5085"/>
                  </a:lnTo>
                  <a:lnTo>
                    <a:pt x="9073" y="4870"/>
                  </a:lnTo>
                  <a:cubicBezTo>
                    <a:pt x="9335" y="4727"/>
                    <a:pt x="9549" y="4465"/>
                    <a:pt x="9633" y="4156"/>
                  </a:cubicBezTo>
                  <a:cubicBezTo>
                    <a:pt x="9966" y="4156"/>
                    <a:pt x="10252" y="3894"/>
                    <a:pt x="10252" y="3549"/>
                  </a:cubicBezTo>
                  <a:cubicBezTo>
                    <a:pt x="10252" y="3358"/>
                    <a:pt x="10145" y="3180"/>
                    <a:pt x="9990" y="3060"/>
                  </a:cubicBezTo>
                  <a:lnTo>
                    <a:pt x="9990" y="2596"/>
                  </a:lnTo>
                  <a:cubicBezTo>
                    <a:pt x="9990" y="1751"/>
                    <a:pt x="9311" y="1060"/>
                    <a:pt x="8466" y="1060"/>
                  </a:cubicBezTo>
                  <a:lnTo>
                    <a:pt x="8347" y="1060"/>
                  </a:lnTo>
                  <a:cubicBezTo>
                    <a:pt x="8204" y="1060"/>
                    <a:pt x="8085" y="1072"/>
                    <a:pt x="7966" y="1108"/>
                  </a:cubicBezTo>
                  <a:lnTo>
                    <a:pt x="7966" y="179"/>
                  </a:lnTo>
                  <a:cubicBezTo>
                    <a:pt x="7966" y="96"/>
                    <a:pt x="7894" y="1"/>
                    <a:pt x="7787" y="1"/>
                  </a:cubicBezTo>
                  <a:lnTo>
                    <a:pt x="7287" y="1"/>
                  </a:lnTo>
                  <a:cubicBezTo>
                    <a:pt x="7192" y="1"/>
                    <a:pt x="7109" y="84"/>
                    <a:pt x="7109" y="179"/>
                  </a:cubicBezTo>
                  <a:cubicBezTo>
                    <a:pt x="7109" y="286"/>
                    <a:pt x="7180" y="358"/>
                    <a:pt x="7287" y="358"/>
                  </a:cubicBezTo>
                  <a:lnTo>
                    <a:pt x="7621" y="358"/>
                  </a:lnTo>
                  <a:lnTo>
                    <a:pt x="7621" y="1251"/>
                  </a:lnTo>
                  <a:cubicBezTo>
                    <a:pt x="7180" y="1489"/>
                    <a:pt x="6847" y="1941"/>
                    <a:pt x="6811" y="2477"/>
                  </a:cubicBezTo>
                  <a:lnTo>
                    <a:pt x="346" y="2477"/>
                  </a:lnTo>
                  <a:lnTo>
                    <a:pt x="346" y="358"/>
                  </a:lnTo>
                  <a:lnTo>
                    <a:pt x="6716" y="358"/>
                  </a:lnTo>
                  <a:cubicBezTo>
                    <a:pt x="6811" y="358"/>
                    <a:pt x="6894" y="286"/>
                    <a:pt x="6894" y="179"/>
                  </a:cubicBezTo>
                  <a:cubicBezTo>
                    <a:pt x="6894" y="96"/>
                    <a:pt x="6823" y="1"/>
                    <a:pt x="671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950;p67">
              <a:extLst>
                <a:ext uri="{FF2B5EF4-FFF2-40B4-BE49-F238E27FC236}">
                  <a16:creationId xmlns:a16="http://schemas.microsoft.com/office/drawing/2014/main" id="{147DD68C-5730-FA44-1299-CD246D8AD7BA}"/>
                </a:ext>
              </a:extLst>
            </p:cNvPr>
            <p:cNvSpPr/>
            <p:nvPr/>
          </p:nvSpPr>
          <p:spPr>
            <a:xfrm>
              <a:off x="3238462" y="3380005"/>
              <a:ext cx="49305" cy="47427"/>
            </a:xfrm>
            <a:custGeom>
              <a:avLst/>
              <a:gdLst/>
              <a:ahLst/>
              <a:cxnLst/>
              <a:rect l="l" t="t" r="r" b="b"/>
              <a:pathLst>
                <a:path w="1549" h="1490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lnTo>
                    <a:pt x="1" y="1311"/>
                  </a:lnTo>
                  <a:cubicBezTo>
                    <a:pt x="1" y="1394"/>
                    <a:pt x="72" y="1489"/>
                    <a:pt x="179" y="1489"/>
                  </a:cubicBezTo>
                  <a:lnTo>
                    <a:pt x="1370" y="1489"/>
                  </a:lnTo>
                  <a:cubicBezTo>
                    <a:pt x="1453" y="1489"/>
                    <a:pt x="1549" y="1418"/>
                    <a:pt x="1549" y="1311"/>
                  </a:cubicBezTo>
                  <a:lnTo>
                    <a:pt x="1549" y="1001"/>
                  </a:lnTo>
                  <a:cubicBezTo>
                    <a:pt x="1549" y="906"/>
                    <a:pt x="1477" y="811"/>
                    <a:pt x="1370" y="811"/>
                  </a:cubicBezTo>
                  <a:cubicBezTo>
                    <a:pt x="1275" y="811"/>
                    <a:pt x="1191" y="894"/>
                    <a:pt x="1191" y="1001"/>
                  </a:cubicBezTo>
                  <a:lnTo>
                    <a:pt x="1191" y="1132"/>
                  </a:lnTo>
                  <a:lnTo>
                    <a:pt x="334" y="1132"/>
                  </a:lnTo>
                  <a:lnTo>
                    <a:pt x="334" y="346"/>
                  </a:lnTo>
                  <a:lnTo>
                    <a:pt x="1037" y="346"/>
                  </a:lnTo>
                  <a:lnTo>
                    <a:pt x="1037" y="358"/>
                  </a:lnTo>
                  <a:cubicBezTo>
                    <a:pt x="1132" y="358"/>
                    <a:pt x="1215" y="287"/>
                    <a:pt x="1215" y="180"/>
                  </a:cubicBezTo>
                  <a:cubicBezTo>
                    <a:pt x="1215" y="84"/>
                    <a:pt x="1144" y="1"/>
                    <a:pt x="10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951;p67">
              <a:extLst>
                <a:ext uri="{FF2B5EF4-FFF2-40B4-BE49-F238E27FC236}">
                  <a16:creationId xmlns:a16="http://schemas.microsoft.com/office/drawing/2014/main" id="{266E2188-A028-9241-090B-EA592E061EC4}"/>
                </a:ext>
              </a:extLst>
            </p:cNvPr>
            <p:cNvSpPr/>
            <p:nvPr/>
          </p:nvSpPr>
          <p:spPr>
            <a:xfrm>
              <a:off x="3251353" y="3380482"/>
              <a:ext cx="43607" cy="34058"/>
            </a:xfrm>
            <a:custGeom>
              <a:avLst/>
              <a:gdLst/>
              <a:ahLst/>
              <a:cxnLst/>
              <a:rect l="l" t="t" r="r" b="b"/>
              <a:pathLst>
                <a:path w="1370" h="1070" extrusionOk="0">
                  <a:moveTo>
                    <a:pt x="1163" y="1"/>
                  </a:moveTo>
                  <a:cubicBezTo>
                    <a:pt x="1120" y="1"/>
                    <a:pt x="1078" y="16"/>
                    <a:pt x="1048" y="45"/>
                  </a:cubicBezTo>
                  <a:lnTo>
                    <a:pt x="489" y="653"/>
                  </a:lnTo>
                  <a:lnTo>
                    <a:pt x="310" y="462"/>
                  </a:lnTo>
                  <a:cubicBezTo>
                    <a:pt x="279" y="425"/>
                    <a:pt x="232" y="407"/>
                    <a:pt x="185" y="407"/>
                  </a:cubicBezTo>
                  <a:cubicBezTo>
                    <a:pt x="142" y="407"/>
                    <a:pt x="100" y="422"/>
                    <a:pt x="72" y="450"/>
                  </a:cubicBezTo>
                  <a:cubicBezTo>
                    <a:pt x="1" y="510"/>
                    <a:pt x="1" y="629"/>
                    <a:pt x="60" y="688"/>
                  </a:cubicBezTo>
                  <a:lnTo>
                    <a:pt x="358" y="1010"/>
                  </a:lnTo>
                  <a:cubicBezTo>
                    <a:pt x="382" y="1046"/>
                    <a:pt x="429" y="1069"/>
                    <a:pt x="477" y="1069"/>
                  </a:cubicBezTo>
                  <a:cubicBezTo>
                    <a:pt x="513" y="1069"/>
                    <a:pt x="560" y="1058"/>
                    <a:pt x="584" y="1010"/>
                  </a:cubicBezTo>
                  <a:lnTo>
                    <a:pt x="1286" y="272"/>
                  </a:lnTo>
                  <a:cubicBezTo>
                    <a:pt x="1370" y="224"/>
                    <a:pt x="1370" y="117"/>
                    <a:pt x="1286" y="45"/>
                  </a:cubicBezTo>
                  <a:cubicBezTo>
                    <a:pt x="1251" y="16"/>
                    <a:pt x="1206" y="1"/>
                    <a:pt x="11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952;p67">
              <a:extLst>
                <a:ext uri="{FF2B5EF4-FFF2-40B4-BE49-F238E27FC236}">
                  <a16:creationId xmlns:a16="http://schemas.microsoft.com/office/drawing/2014/main" id="{7E8AD5B7-E525-C226-F05A-9556E4F99038}"/>
                </a:ext>
              </a:extLst>
            </p:cNvPr>
            <p:cNvSpPr/>
            <p:nvPr/>
          </p:nvSpPr>
          <p:spPr>
            <a:xfrm>
              <a:off x="3238462" y="3479314"/>
              <a:ext cx="49305" cy="47395"/>
            </a:xfrm>
            <a:custGeom>
              <a:avLst/>
              <a:gdLst/>
              <a:ahLst/>
              <a:cxnLst/>
              <a:rect l="l" t="t" r="r" b="b"/>
              <a:pathLst>
                <a:path w="1549" h="1489" extrusionOk="0">
                  <a:moveTo>
                    <a:pt x="179" y="0"/>
                  </a:moveTo>
                  <a:cubicBezTo>
                    <a:pt x="84" y="0"/>
                    <a:pt x="1" y="84"/>
                    <a:pt x="1" y="179"/>
                  </a:cubicBezTo>
                  <a:lnTo>
                    <a:pt x="1" y="1310"/>
                  </a:lnTo>
                  <a:cubicBezTo>
                    <a:pt x="1" y="1405"/>
                    <a:pt x="72" y="1489"/>
                    <a:pt x="179" y="1489"/>
                  </a:cubicBezTo>
                  <a:lnTo>
                    <a:pt x="1370" y="1489"/>
                  </a:lnTo>
                  <a:cubicBezTo>
                    <a:pt x="1453" y="1489"/>
                    <a:pt x="1549" y="1417"/>
                    <a:pt x="1549" y="1310"/>
                  </a:cubicBezTo>
                  <a:lnTo>
                    <a:pt x="1549" y="1001"/>
                  </a:lnTo>
                  <a:cubicBezTo>
                    <a:pt x="1549" y="917"/>
                    <a:pt x="1477" y="822"/>
                    <a:pt x="1370" y="822"/>
                  </a:cubicBezTo>
                  <a:cubicBezTo>
                    <a:pt x="1275" y="822"/>
                    <a:pt x="1191" y="893"/>
                    <a:pt x="1191" y="1001"/>
                  </a:cubicBezTo>
                  <a:lnTo>
                    <a:pt x="1191" y="1131"/>
                  </a:lnTo>
                  <a:lnTo>
                    <a:pt x="334" y="1131"/>
                  </a:lnTo>
                  <a:lnTo>
                    <a:pt x="334" y="346"/>
                  </a:lnTo>
                  <a:lnTo>
                    <a:pt x="1037" y="358"/>
                  </a:lnTo>
                  <a:cubicBezTo>
                    <a:pt x="1132" y="358"/>
                    <a:pt x="1215" y="286"/>
                    <a:pt x="1215" y="179"/>
                  </a:cubicBezTo>
                  <a:cubicBezTo>
                    <a:pt x="1215" y="96"/>
                    <a:pt x="1144" y="0"/>
                    <a:pt x="103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953;p67">
              <a:extLst>
                <a:ext uri="{FF2B5EF4-FFF2-40B4-BE49-F238E27FC236}">
                  <a16:creationId xmlns:a16="http://schemas.microsoft.com/office/drawing/2014/main" id="{BAF693D4-91AD-EC7F-A9E8-C0F775A094F0}"/>
                </a:ext>
              </a:extLst>
            </p:cNvPr>
            <p:cNvSpPr/>
            <p:nvPr/>
          </p:nvSpPr>
          <p:spPr>
            <a:xfrm>
              <a:off x="3251353" y="3479792"/>
              <a:ext cx="43607" cy="34408"/>
            </a:xfrm>
            <a:custGeom>
              <a:avLst/>
              <a:gdLst/>
              <a:ahLst/>
              <a:cxnLst/>
              <a:rect l="l" t="t" r="r" b="b"/>
              <a:pathLst>
                <a:path w="1370" h="1081" extrusionOk="0">
                  <a:moveTo>
                    <a:pt x="1163" y="0"/>
                  </a:moveTo>
                  <a:cubicBezTo>
                    <a:pt x="1120" y="0"/>
                    <a:pt x="1078" y="15"/>
                    <a:pt x="1048" y="45"/>
                  </a:cubicBezTo>
                  <a:lnTo>
                    <a:pt x="489" y="664"/>
                  </a:lnTo>
                  <a:lnTo>
                    <a:pt x="310" y="462"/>
                  </a:lnTo>
                  <a:cubicBezTo>
                    <a:pt x="279" y="424"/>
                    <a:pt x="232" y="406"/>
                    <a:pt x="185" y="406"/>
                  </a:cubicBezTo>
                  <a:cubicBezTo>
                    <a:pt x="142" y="406"/>
                    <a:pt x="100" y="421"/>
                    <a:pt x="72" y="450"/>
                  </a:cubicBezTo>
                  <a:cubicBezTo>
                    <a:pt x="1" y="509"/>
                    <a:pt x="1" y="628"/>
                    <a:pt x="60" y="688"/>
                  </a:cubicBezTo>
                  <a:lnTo>
                    <a:pt x="358" y="1021"/>
                  </a:lnTo>
                  <a:cubicBezTo>
                    <a:pt x="382" y="1045"/>
                    <a:pt x="429" y="1081"/>
                    <a:pt x="477" y="1081"/>
                  </a:cubicBezTo>
                  <a:cubicBezTo>
                    <a:pt x="513" y="1081"/>
                    <a:pt x="560" y="1057"/>
                    <a:pt x="584" y="1021"/>
                  </a:cubicBezTo>
                  <a:lnTo>
                    <a:pt x="1286" y="271"/>
                  </a:lnTo>
                  <a:cubicBezTo>
                    <a:pt x="1370" y="212"/>
                    <a:pt x="1370" y="104"/>
                    <a:pt x="1286" y="45"/>
                  </a:cubicBezTo>
                  <a:cubicBezTo>
                    <a:pt x="1251" y="15"/>
                    <a:pt x="1206" y="0"/>
                    <a:pt x="11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954;p67">
              <a:extLst>
                <a:ext uri="{FF2B5EF4-FFF2-40B4-BE49-F238E27FC236}">
                  <a16:creationId xmlns:a16="http://schemas.microsoft.com/office/drawing/2014/main" id="{87CC743E-B188-9A46-920D-48588D9539F5}"/>
                </a:ext>
              </a:extLst>
            </p:cNvPr>
            <p:cNvSpPr/>
            <p:nvPr/>
          </p:nvSpPr>
          <p:spPr>
            <a:xfrm>
              <a:off x="3238462" y="3578210"/>
              <a:ext cx="49305" cy="47809"/>
            </a:xfrm>
            <a:custGeom>
              <a:avLst/>
              <a:gdLst/>
              <a:ahLst/>
              <a:cxnLst/>
              <a:rect l="l" t="t" r="r" b="b"/>
              <a:pathLst>
                <a:path w="1549" h="1502" extrusionOk="0">
                  <a:moveTo>
                    <a:pt x="179" y="1"/>
                  </a:moveTo>
                  <a:cubicBezTo>
                    <a:pt x="84" y="1"/>
                    <a:pt x="1" y="84"/>
                    <a:pt x="1" y="191"/>
                  </a:cubicBezTo>
                  <a:lnTo>
                    <a:pt x="1" y="1323"/>
                  </a:lnTo>
                  <a:cubicBezTo>
                    <a:pt x="1" y="1406"/>
                    <a:pt x="72" y="1501"/>
                    <a:pt x="179" y="1501"/>
                  </a:cubicBezTo>
                  <a:lnTo>
                    <a:pt x="1370" y="1501"/>
                  </a:lnTo>
                  <a:cubicBezTo>
                    <a:pt x="1453" y="1501"/>
                    <a:pt x="1549" y="1418"/>
                    <a:pt x="1549" y="1323"/>
                  </a:cubicBezTo>
                  <a:lnTo>
                    <a:pt x="1549" y="1001"/>
                  </a:lnTo>
                  <a:cubicBezTo>
                    <a:pt x="1537" y="930"/>
                    <a:pt x="1453" y="858"/>
                    <a:pt x="1370" y="858"/>
                  </a:cubicBezTo>
                  <a:cubicBezTo>
                    <a:pt x="1275" y="858"/>
                    <a:pt x="1191" y="930"/>
                    <a:pt x="1191" y="1037"/>
                  </a:cubicBezTo>
                  <a:lnTo>
                    <a:pt x="1191" y="1168"/>
                  </a:lnTo>
                  <a:lnTo>
                    <a:pt x="334" y="1168"/>
                  </a:lnTo>
                  <a:lnTo>
                    <a:pt x="334" y="370"/>
                  </a:lnTo>
                  <a:lnTo>
                    <a:pt x="1037" y="370"/>
                  </a:lnTo>
                  <a:cubicBezTo>
                    <a:pt x="1132" y="370"/>
                    <a:pt x="1215" y="287"/>
                    <a:pt x="1215" y="191"/>
                  </a:cubicBezTo>
                  <a:cubicBezTo>
                    <a:pt x="1215" y="96"/>
                    <a:pt x="1144" y="1"/>
                    <a:pt x="103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955;p67">
              <a:extLst>
                <a:ext uri="{FF2B5EF4-FFF2-40B4-BE49-F238E27FC236}">
                  <a16:creationId xmlns:a16="http://schemas.microsoft.com/office/drawing/2014/main" id="{3BE6383E-0EC8-7BA3-F2C1-56807FE146A4}"/>
                </a:ext>
              </a:extLst>
            </p:cNvPr>
            <p:cNvSpPr/>
            <p:nvPr/>
          </p:nvSpPr>
          <p:spPr>
            <a:xfrm>
              <a:off x="3251353" y="3579133"/>
              <a:ext cx="42843" cy="34376"/>
            </a:xfrm>
            <a:custGeom>
              <a:avLst/>
              <a:gdLst/>
              <a:ahLst/>
              <a:cxnLst/>
              <a:rect l="l" t="t" r="r" b="b"/>
              <a:pathLst>
                <a:path w="1346" h="1080" extrusionOk="0">
                  <a:moveTo>
                    <a:pt x="1169" y="0"/>
                  </a:moveTo>
                  <a:cubicBezTo>
                    <a:pt x="1124" y="0"/>
                    <a:pt x="1079" y="18"/>
                    <a:pt x="1048" y="55"/>
                  </a:cubicBezTo>
                  <a:lnTo>
                    <a:pt x="489" y="662"/>
                  </a:lnTo>
                  <a:lnTo>
                    <a:pt x="310" y="472"/>
                  </a:lnTo>
                  <a:cubicBezTo>
                    <a:pt x="279" y="435"/>
                    <a:pt x="232" y="417"/>
                    <a:pt x="185" y="417"/>
                  </a:cubicBezTo>
                  <a:cubicBezTo>
                    <a:pt x="142" y="417"/>
                    <a:pt x="100" y="432"/>
                    <a:pt x="72" y="460"/>
                  </a:cubicBezTo>
                  <a:cubicBezTo>
                    <a:pt x="1" y="520"/>
                    <a:pt x="1" y="639"/>
                    <a:pt x="60" y="698"/>
                  </a:cubicBezTo>
                  <a:lnTo>
                    <a:pt x="358" y="1020"/>
                  </a:lnTo>
                  <a:cubicBezTo>
                    <a:pt x="382" y="1055"/>
                    <a:pt x="429" y="1079"/>
                    <a:pt x="477" y="1079"/>
                  </a:cubicBezTo>
                  <a:cubicBezTo>
                    <a:pt x="513" y="1079"/>
                    <a:pt x="560" y="1067"/>
                    <a:pt x="584" y="1020"/>
                  </a:cubicBezTo>
                  <a:lnTo>
                    <a:pt x="1286" y="281"/>
                  </a:lnTo>
                  <a:cubicBezTo>
                    <a:pt x="1346" y="198"/>
                    <a:pt x="1346" y="103"/>
                    <a:pt x="1286" y="43"/>
                  </a:cubicBezTo>
                  <a:cubicBezTo>
                    <a:pt x="1252" y="15"/>
                    <a:pt x="1210" y="0"/>
                    <a:pt x="116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956;p67">
              <a:extLst>
                <a:ext uri="{FF2B5EF4-FFF2-40B4-BE49-F238E27FC236}">
                  <a16:creationId xmlns:a16="http://schemas.microsoft.com/office/drawing/2014/main" id="{959185ED-74D9-5F2F-662D-AE6CFC4A2A5F}"/>
                </a:ext>
              </a:extLst>
            </p:cNvPr>
            <p:cNvSpPr/>
            <p:nvPr/>
          </p:nvSpPr>
          <p:spPr>
            <a:xfrm>
              <a:off x="3215736" y="3359188"/>
              <a:ext cx="253558" cy="89442"/>
            </a:xfrm>
            <a:custGeom>
              <a:avLst/>
              <a:gdLst/>
              <a:ahLst/>
              <a:cxnLst/>
              <a:rect l="l" t="t" r="r" b="b"/>
              <a:pathLst>
                <a:path w="7966" h="2810" extrusionOk="0">
                  <a:moveTo>
                    <a:pt x="179" y="0"/>
                  </a:moveTo>
                  <a:cubicBezTo>
                    <a:pt x="84" y="0"/>
                    <a:pt x="0" y="72"/>
                    <a:pt x="0" y="179"/>
                  </a:cubicBezTo>
                  <a:lnTo>
                    <a:pt x="0" y="2631"/>
                  </a:lnTo>
                  <a:cubicBezTo>
                    <a:pt x="0" y="2739"/>
                    <a:pt x="72" y="2810"/>
                    <a:pt x="167" y="2810"/>
                  </a:cubicBezTo>
                  <a:lnTo>
                    <a:pt x="7787" y="2810"/>
                  </a:lnTo>
                  <a:cubicBezTo>
                    <a:pt x="7870" y="2810"/>
                    <a:pt x="7966" y="2739"/>
                    <a:pt x="7966" y="2631"/>
                  </a:cubicBezTo>
                  <a:lnTo>
                    <a:pt x="7966" y="179"/>
                  </a:lnTo>
                  <a:cubicBezTo>
                    <a:pt x="7966" y="83"/>
                    <a:pt x="7882" y="0"/>
                    <a:pt x="7787" y="0"/>
                  </a:cubicBezTo>
                  <a:lnTo>
                    <a:pt x="7275" y="0"/>
                  </a:lnTo>
                  <a:cubicBezTo>
                    <a:pt x="7192" y="0"/>
                    <a:pt x="7097" y="72"/>
                    <a:pt x="7097" y="179"/>
                  </a:cubicBezTo>
                  <a:cubicBezTo>
                    <a:pt x="7097" y="262"/>
                    <a:pt x="7168" y="357"/>
                    <a:pt x="7275" y="357"/>
                  </a:cubicBezTo>
                  <a:lnTo>
                    <a:pt x="7620" y="357"/>
                  </a:lnTo>
                  <a:lnTo>
                    <a:pt x="7620" y="2465"/>
                  </a:lnTo>
                  <a:lnTo>
                    <a:pt x="346" y="2465"/>
                  </a:lnTo>
                  <a:lnTo>
                    <a:pt x="346" y="357"/>
                  </a:lnTo>
                  <a:lnTo>
                    <a:pt x="6716" y="357"/>
                  </a:lnTo>
                  <a:cubicBezTo>
                    <a:pt x="6799" y="357"/>
                    <a:pt x="6894" y="286"/>
                    <a:pt x="6894" y="179"/>
                  </a:cubicBezTo>
                  <a:cubicBezTo>
                    <a:pt x="6894" y="83"/>
                    <a:pt x="6811" y="0"/>
                    <a:pt x="6716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1" name="Google Shape;13051;p67">
            <a:extLst>
              <a:ext uri="{FF2B5EF4-FFF2-40B4-BE49-F238E27FC236}">
                <a16:creationId xmlns:a16="http://schemas.microsoft.com/office/drawing/2014/main" id="{EC5EBDAC-F331-A5D2-8D5D-66680E05DE05}"/>
              </a:ext>
            </a:extLst>
          </p:cNvPr>
          <p:cNvGrpSpPr/>
          <p:nvPr/>
        </p:nvGrpSpPr>
        <p:grpSpPr>
          <a:xfrm>
            <a:off x="7644757" y="791162"/>
            <a:ext cx="667918" cy="691089"/>
            <a:chOff x="4210933" y="2926777"/>
            <a:chExt cx="280072" cy="275520"/>
          </a:xfrm>
        </p:grpSpPr>
        <p:sp>
          <p:nvSpPr>
            <p:cNvPr id="42" name="Google Shape;13052;p67">
              <a:extLst>
                <a:ext uri="{FF2B5EF4-FFF2-40B4-BE49-F238E27FC236}">
                  <a16:creationId xmlns:a16="http://schemas.microsoft.com/office/drawing/2014/main" id="{2FC3DA10-B782-BAFA-12FE-8A2C2C09E059}"/>
                </a:ext>
              </a:extLst>
            </p:cNvPr>
            <p:cNvSpPr/>
            <p:nvPr/>
          </p:nvSpPr>
          <p:spPr>
            <a:xfrm>
              <a:off x="4490623" y="2970352"/>
              <a:ext cx="32" cy="414"/>
            </a:xfrm>
            <a:custGeom>
              <a:avLst/>
              <a:gdLst/>
              <a:ahLst/>
              <a:cxnLst/>
              <a:rect l="l" t="t" r="r" b="b"/>
              <a:pathLst>
                <a:path w="1" h="13" extrusionOk="0">
                  <a:moveTo>
                    <a:pt x="0" y="0"/>
                  </a:moveTo>
                  <a:cubicBezTo>
                    <a:pt x="0" y="1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3053;p67">
              <a:extLst>
                <a:ext uri="{FF2B5EF4-FFF2-40B4-BE49-F238E27FC236}">
                  <a16:creationId xmlns:a16="http://schemas.microsoft.com/office/drawing/2014/main" id="{96BA564F-8321-3255-72B5-734E6DFBA1D4}"/>
                </a:ext>
              </a:extLst>
            </p:cNvPr>
            <p:cNvSpPr/>
            <p:nvPr/>
          </p:nvSpPr>
          <p:spPr>
            <a:xfrm>
              <a:off x="4489859" y="2969589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3054;p67">
              <a:extLst>
                <a:ext uri="{FF2B5EF4-FFF2-40B4-BE49-F238E27FC236}">
                  <a16:creationId xmlns:a16="http://schemas.microsoft.com/office/drawing/2014/main" id="{0B198CC9-0A19-C130-0253-F159A56F9049}"/>
                </a:ext>
              </a:extLst>
            </p:cNvPr>
            <p:cNvSpPr/>
            <p:nvPr/>
          </p:nvSpPr>
          <p:spPr>
            <a:xfrm>
              <a:off x="4210933" y="2944952"/>
              <a:ext cx="280072" cy="257346"/>
            </a:xfrm>
            <a:custGeom>
              <a:avLst/>
              <a:gdLst/>
              <a:ahLst/>
              <a:cxnLst/>
              <a:rect l="l" t="t" r="r" b="b"/>
              <a:pathLst>
                <a:path w="8799" h="8085" extrusionOk="0">
                  <a:moveTo>
                    <a:pt x="7549" y="620"/>
                  </a:moveTo>
                  <a:lnTo>
                    <a:pt x="6596" y="6382"/>
                  </a:lnTo>
                  <a:lnTo>
                    <a:pt x="6596" y="620"/>
                  </a:lnTo>
                  <a:close/>
                  <a:moveTo>
                    <a:pt x="4965" y="1"/>
                  </a:moveTo>
                  <a:cubicBezTo>
                    <a:pt x="4894" y="1"/>
                    <a:pt x="4834" y="60"/>
                    <a:pt x="4834" y="143"/>
                  </a:cubicBezTo>
                  <a:cubicBezTo>
                    <a:pt x="4834" y="215"/>
                    <a:pt x="4894" y="274"/>
                    <a:pt x="4965" y="274"/>
                  </a:cubicBezTo>
                  <a:lnTo>
                    <a:pt x="6322" y="274"/>
                  </a:lnTo>
                  <a:lnTo>
                    <a:pt x="6322" y="7835"/>
                  </a:lnTo>
                  <a:lnTo>
                    <a:pt x="262" y="7835"/>
                  </a:lnTo>
                  <a:lnTo>
                    <a:pt x="262" y="7192"/>
                  </a:lnTo>
                  <a:cubicBezTo>
                    <a:pt x="262" y="7121"/>
                    <a:pt x="203" y="7061"/>
                    <a:pt x="131" y="7061"/>
                  </a:cubicBezTo>
                  <a:cubicBezTo>
                    <a:pt x="60" y="7061"/>
                    <a:pt x="0" y="7121"/>
                    <a:pt x="0" y="7192"/>
                  </a:cubicBezTo>
                  <a:lnTo>
                    <a:pt x="0" y="7954"/>
                  </a:lnTo>
                  <a:cubicBezTo>
                    <a:pt x="0" y="8025"/>
                    <a:pt x="60" y="8085"/>
                    <a:pt x="131" y="8085"/>
                  </a:cubicBezTo>
                  <a:lnTo>
                    <a:pt x="6465" y="8085"/>
                  </a:lnTo>
                  <a:cubicBezTo>
                    <a:pt x="6525" y="8085"/>
                    <a:pt x="6561" y="8037"/>
                    <a:pt x="6584" y="8002"/>
                  </a:cubicBezTo>
                  <a:lnTo>
                    <a:pt x="7906" y="3715"/>
                  </a:lnTo>
                  <a:cubicBezTo>
                    <a:pt x="7918" y="3632"/>
                    <a:pt x="7882" y="3572"/>
                    <a:pt x="7811" y="3549"/>
                  </a:cubicBezTo>
                  <a:cubicBezTo>
                    <a:pt x="7799" y="3547"/>
                    <a:pt x="7788" y="3546"/>
                    <a:pt x="7777" y="3546"/>
                  </a:cubicBezTo>
                  <a:cubicBezTo>
                    <a:pt x="7721" y="3546"/>
                    <a:pt x="7674" y="3572"/>
                    <a:pt x="7644" y="3632"/>
                  </a:cubicBezTo>
                  <a:lnTo>
                    <a:pt x="6870" y="6132"/>
                  </a:lnTo>
                  <a:lnTo>
                    <a:pt x="7727" y="989"/>
                  </a:lnTo>
                  <a:lnTo>
                    <a:pt x="8466" y="989"/>
                  </a:lnTo>
                  <a:lnTo>
                    <a:pt x="7799" y="3144"/>
                  </a:lnTo>
                  <a:cubicBezTo>
                    <a:pt x="7787" y="3215"/>
                    <a:pt x="7811" y="3275"/>
                    <a:pt x="7882" y="3311"/>
                  </a:cubicBezTo>
                  <a:lnTo>
                    <a:pt x="7930" y="3311"/>
                  </a:lnTo>
                  <a:cubicBezTo>
                    <a:pt x="7989" y="3311"/>
                    <a:pt x="8037" y="3275"/>
                    <a:pt x="8049" y="3215"/>
                  </a:cubicBezTo>
                  <a:lnTo>
                    <a:pt x="8763" y="894"/>
                  </a:lnTo>
                  <a:cubicBezTo>
                    <a:pt x="8799" y="870"/>
                    <a:pt x="8799" y="822"/>
                    <a:pt x="8763" y="798"/>
                  </a:cubicBezTo>
                  <a:cubicBezTo>
                    <a:pt x="8739" y="763"/>
                    <a:pt x="8704" y="739"/>
                    <a:pt x="8668" y="739"/>
                  </a:cubicBezTo>
                  <a:lnTo>
                    <a:pt x="7787" y="739"/>
                  </a:lnTo>
                  <a:lnTo>
                    <a:pt x="7835" y="501"/>
                  </a:lnTo>
                  <a:cubicBezTo>
                    <a:pt x="7835" y="453"/>
                    <a:pt x="7835" y="417"/>
                    <a:pt x="7799" y="394"/>
                  </a:cubicBezTo>
                  <a:cubicBezTo>
                    <a:pt x="7763" y="358"/>
                    <a:pt x="7739" y="346"/>
                    <a:pt x="7692" y="346"/>
                  </a:cubicBezTo>
                  <a:lnTo>
                    <a:pt x="6596" y="346"/>
                  </a:lnTo>
                  <a:lnTo>
                    <a:pt x="6596" y="143"/>
                  </a:lnTo>
                  <a:cubicBezTo>
                    <a:pt x="6596" y="60"/>
                    <a:pt x="6537" y="1"/>
                    <a:pt x="645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3055;p67">
              <a:extLst>
                <a:ext uri="{FF2B5EF4-FFF2-40B4-BE49-F238E27FC236}">
                  <a16:creationId xmlns:a16="http://schemas.microsoft.com/office/drawing/2014/main" id="{EF742E41-648C-2067-E28A-B226906A829C}"/>
                </a:ext>
              </a:extLst>
            </p:cNvPr>
            <p:cNvSpPr/>
            <p:nvPr/>
          </p:nvSpPr>
          <p:spPr>
            <a:xfrm>
              <a:off x="4212047" y="2926777"/>
              <a:ext cx="144826" cy="234619"/>
            </a:xfrm>
            <a:custGeom>
              <a:avLst/>
              <a:gdLst/>
              <a:ahLst/>
              <a:cxnLst/>
              <a:rect l="l" t="t" r="r" b="b"/>
              <a:pathLst>
                <a:path w="4550" h="7371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lnTo>
                    <a:pt x="1" y="7239"/>
                  </a:lnTo>
                  <a:cubicBezTo>
                    <a:pt x="1" y="7311"/>
                    <a:pt x="60" y="7370"/>
                    <a:pt x="132" y="7370"/>
                  </a:cubicBezTo>
                  <a:cubicBezTo>
                    <a:pt x="203" y="7370"/>
                    <a:pt x="263" y="7311"/>
                    <a:pt x="263" y="7239"/>
                  </a:cubicBezTo>
                  <a:lnTo>
                    <a:pt x="263" y="262"/>
                  </a:lnTo>
                  <a:lnTo>
                    <a:pt x="1763" y="262"/>
                  </a:lnTo>
                  <a:lnTo>
                    <a:pt x="2299" y="810"/>
                  </a:lnTo>
                  <a:cubicBezTo>
                    <a:pt x="2335" y="845"/>
                    <a:pt x="2358" y="857"/>
                    <a:pt x="2394" y="857"/>
                  </a:cubicBezTo>
                  <a:lnTo>
                    <a:pt x="4418" y="857"/>
                  </a:lnTo>
                  <a:cubicBezTo>
                    <a:pt x="4490" y="857"/>
                    <a:pt x="4549" y="798"/>
                    <a:pt x="4549" y="726"/>
                  </a:cubicBezTo>
                  <a:cubicBezTo>
                    <a:pt x="4537" y="655"/>
                    <a:pt x="4478" y="595"/>
                    <a:pt x="4418" y="595"/>
                  </a:cubicBezTo>
                  <a:lnTo>
                    <a:pt x="2454" y="595"/>
                  </a:lnTo>
                  <a:lnTo>
                    <a:pt x="1918" y="36"/>
                  </a:lnTo>
                  <a:cubicBezTo>
                    <a:pt x="1882" y="12"/>
                    <a:pt x="1858" y="0"/>
                    <a:pt x="182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3056;p67">
              <a:extLst>
                <a:ext uri="{FF2B5EF4-FFF2-40B4-BE49-F238E27FC236}">
                  <a16:creationId xmlns:a16="http://schemas.microsoft.com/office/drawing/2014/main" id="{42ABB5CE-6BBB-CB75-517B-06F6643E6CD2}"/>
                </a:ext>
              </a:extLst>
            </p:cNvPr>
            <p:cNvSpPr/>
            <p:nvPr/>
          </p:nvSpPr>
          <p:spPr>
            <a:xfrm>
              <a:off x="4246550" y="2996103"/>
              <a:ext cx="28074" cy="28106"/>
            </a:xfrm>
            <a:custGeom>
              <a:avLst/>
              <a:gdLst/>
              <a:ahLst/>
              <a:cxnLst/>
              <a:rect l="l" t="t" r="r" b="b"/>
              <a:pathLst>
                <a:path w="882" h="883" extrusionOk="0">
                  <a:moveTo>
                    <a:pt x="620" y="263"/>
                  </a:moveTo>
                  <a:lnTo>
                    <a:pt x="620" y="608"/>
                  </a:lnTo>
                  <a:lnTo>
                    <a:pt x="262" y="608"/>
                  </a:lnTo>
                  <a:lnTo>
                    <a:pt x="262" y="263"/>
                  </a:lnTo>
                  <a:close/>
                  <a:moveTo>
                    <a:pt x="131" y="1"/>
                  </a:moveTo>
                  <a:cubicBezTo>
                    <a:pt x="60" y="1"/>
                    <a:pt x="0" y="60"/>
                    <a:pt x="0" y="144"/>
                  </a:cubicBezTo>
                  <a:lnTo>
                    <a:pt x="0" y="751"/>
                  </a:lnTo>
                  <a:cubicBezTo>
                    <a:pt x="0" y="822"/>
                    <a:pt x="60" y="882"/>
                    <a:pt x="131" y="882"/>
                  </a:cubicBezTo>
                  <a:lnTo>
                    <a:pt x="739" y="882"/>
                  </a:lnTo>
                  <a:cubicBezTo>
                    <a:pt x="822" y="882"/>
                    <a:pt x="881" y="822"/>
                    <a:pt x="881" y="751"/>
                  </a:cubicBezTo>
                  <a:lnTo>
                    <a:pt x="881" y="144"/>
                  </a:lnTo>
                  <a:cubicBezTo>
                    <a:pt x="881" y="60"/>
                    <a:pt x="822" y="1"/>
                    <a:pt x="73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3057;p67">
              <a:extLst>
                <a:ext uri="{FF2B5EF4-FFF2-40B4-BE49-F238E27FC236}">
                  <a16:creationId xmlns:a16="http://schemas.microsoft.com/office/drawing/2014/main" id="{4794D51E-98B6-4034-B86A-21EBBF954573}"/>
                </a:ext>
              </a:extLst>
            </p:cNvPr>
            <p:cNvSpPr/>
            <p:nvPr/>
          </p:nvSpPr>
          <p:spPr>
            <a:xfrm>
              <a:off x="4285956" y="3015456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43"/>
                  </a:cubicBezTo>
                  <a:cubicBezTo>
                    <a:pt x="1" y="214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4"/>
                    <a:pt x="3072" y="143"/>
                  </a:cubicBezTo>
                  <a:cubicBezTo>
                    <a:pt x="3072" y="72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3058;p67">
              <a:extLst>
                <a:ext uri="{FF2B5EF4-FFF2-40B4-BE49-F238E27FC236}">
                  <a16:creationId xmlns:a16="http://schemas.microsoft.com/office/drawing/2014/main" id="{E4EA8C57-D9B1-9A92-33B4-E1FD7346CC40}"/>
                </a:ext>
              </a:extLst>
            </p:cNvPr>
            <p:cNvSpPr/>
            <p:nvPr/>
          </p:nvSpPr>
          <p:spPr>
            <a:xfrm>
              <a:off x="4285956" y="3001800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3059;p67">
              <a:extLst>
                <a:ext uri="{FF2B5EF4-FFF2-40B4-BE49-F238E27FC236}">
                  <a16:creationId xmlns:a16="http://schemas.microsoft.com/office/drawing/2014/main" id="{D6A05EFE-B0FD-0D23-FDB9-FA6F1333FCA4}"/>
                </a:ext>
              </a:extLst>
            </p:cNvPr>
            <p:cNvSpPr/>
            <p:nvPr/>
          </p:nvSpPr>
          <p:spPr>
            <a:xfrm>
              <a:off x="4246550" y="3060177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74"/>
                  </a:moveTo>
                  <a:lnTo>
                    <a:pt x="620" y="631"/>
                  </a:lnTo>
                  <a:lnTo>
                    <a:pt x="262" y="631"/>
                  </a:lnTo>
                  <a:lnTo>
                    <a:pt x="262" y="274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50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50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3060;p67">
              <a:extLst>
                <a:ext uri="{FF2B5EF4-FFF2-40B4-BE49-F238E27FC236}">
                  <a16:creationId xmlns:a16="http://schemas.microsoft.com/office/drawing/2014/main" id="{032FBD29-95D6-8F1B-5C72-6F9CE8F9D2E9}"/>
                </a:ext>
              </a:extLst>
            </p:cNvPr>
            <p:cNvSpPr/>
            <p:nvPr/>
          </p:nvSpPr>
          <p:spPr>
            <a:xfrm>
              <a:off x="4285956" y="3080261"/>
              <a:ext cx="97814" cy="8371"/>
            </a:xfrm>
            <a:custGeom>
              <a:avLst/>
              <a:gdLst/>
              <a:ahLst/>
              <a:cxnLst/>
              <a:rect l="l" t="t" r="r" b="b"/>
              <a:pathLst>
                <a:path w="3073" h="263" extrusionOk="0">
                  <a:moveTo>
                    <a:pt x="132" y="0"/>
                  </a:moveTo>
                  <a:cubicBezTo>
                    <a:pt x="60" y="0"/>
                    <a:pt x="1" y="48"/>
                    <a:pt x="1" y="131"/>
                  </a:cubicBezTo>
                  <a:cubicBezTo>
                    <a:pt x="1" y="203"/>
                    <a:pt x="60" y="262"/>
                    <a:pt x="132" y="262"/>
                  </a:cubicBezTo>
                  <a:lnTo>
                    <a:pt x="2942" y="262"/>
                  </a:lnTo>
                  <a:cubicBezTo>
                    <a:pt x="3013" y="262"/>
                    <a:pt x="3072" y="203"/>
                    <a:pt x="3072" y="131"/>
                  </a:cubicBezTo>
                  <a:cubicBezTo>
                    <a:pt x="3072" y="48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3061;p67">
              <a:extLst>
                <a:ext uri="{FF2B5EF4-FFF2-40B4-BE49-F238E27FC236}">
                  <a16:creationId xmlns:a16="http://schemas.microsoft.com/office/drawing/2014/main" id="{24B72854-418B-5B5A-915B-B6DB6F38BF31}"/>
                </a:ext>
              </a:extLst>
            </p:cNvPr>
            <p:cNvSpPr/>
            <p:nvPr/>
          </p:nvSpPr>
          <p:spPr>
            <a:xfrm>
              <a:off x="4285956" y="3066224"/>
              <a:ext cx="30366" cy="8753"/>
            </a:xfrm>
            <a:custGeom>
              <a:avLst/>
              <a:gdLst/>
              <a:ahLst/>
              <a:cxnLst/>
              <a:rect l="l" t="t" r="r" b="b"/>
              <a:pathLst>
                <a:path w="954" h="275" extrusionOk="0">
                  <a:moveTo>
                    <a:pt x="132" y="1"/>
                  </a:moveTo>
                  <a:cubicBezTo>
                    <a:pt x="60" y="1"/>
                    <a:pt x="1" y="60"/>
                    <a:pt x="1" y="143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810" y="274"/>
                  </a:lnTo>
                  <a:cubicBezTo>
                    <a:pt x="894" y="274"/>
                    <a:pt x="953" y="215"/>
                    <a:pt x="953" y="143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3062;p67">
              <a:extLst>
                <a:ext uri="{FF2B5EF4-FFF2-40B4-BE49-F238E27FC236}">
                  <a16:creationId xmlns:a16="http://schemas.microsoft.com/office/drawing/2014/main" id="{CAD30ACF-01FC-84EB-1A5B-283FC10B04D9}"/>
                </a:ext>
              </a:extLst>
            </p:cNvPr>
            <p:cNvSpPr/>
            <p:nvPr/>
          </p:nvSpPr>
          <p:spPr>
            <a:xfrm>
              <a:off x="4246550" y="3124601"/>
              <a:ext cx="28074" cy="28074"/>
            </a:xfrm>
            <a:custGeom>
              <a:avLst/>
              <a:gdLst/>
              <a:ahLst/>
              <a:cxnLst/>
              <a:rect l="l" t="t" r="r" b="b"/>
              <a:pathLst>
                <a:path w="882" h="882" extrusionOk="0">
                  <a:moveTo>
                    <a:pt x="620" y="250"/>
                  </a:moveTo>
                  <a:lnTo>
                    <a:pt x="620" y="607"/>
                  </a:lnTo>
                  <a:lnTo>
                    <a:pt x="262" y="607"/>
                  </a:lnTo>
                  <a:lnTo>
                    <a:pt x="262" y="250"/>
                  </a:lnTo>
                  <a:close/>
                  <a:moveTo>
                    <a:pt x="131" y="0"/>
                  </a:moveTo>
                  <a:cubicBezTo>
                    <a:pt x="60" y="0"/>
                    <a:pt x="0" y="60"/>
                    <a:pt x="0" y="131"/>
                  </a:cubicBezTo>
                  <a:lnTo>
                    <a:pt x="0" y="738"/>
                  </a:lnTo>
                  <a:cubicBezTo>
                    <a:pt x="0" y="822"/>
                    <a:pt x="60" y="881"/>
                    <a:pt x="131" y="881"/>
                  </a:cubicBezTo>
                  <a:lnTo>
                    <a:pt x="739" y="881"/>
                  </a:lnTo>
                  <a:cubicBezTo>
                    <a:pt x="822" y="881"/>
                    <a:pt x="881" y="822"/>
                    <a:pt x="881" y="738"/>
                  </a:cubicBezTo>
                  <a:lnTo>
                    <a:pt x="881" y="131"/>
                  </a:lnTo>
                  <a:cubicBezTo>
                    <a:pt x="881" y="60"/>
                    <a:pt x="822" y="0"/>
                    <a:pt x="73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3063;p67">
              <a:extLst>
                <a:ext uri="{FF2B5EF4-FFF2-40B4-BE49-F238E27FC236}">
                  <a16:creationId xmlns:a16="http://schemas.microsoft.com/office/drawing/2014/main" id="{DC155342-C079-80D0-C8D7-BFA1FC6507FF}"/>
                </a:ext>
              </a:extLst>
            </p:cNvPr>
            <p:cNvSpPr/>
            <p:nvPr/>
          </p:nvSpPr>
          <p:spPr>
            <a:xfrm>
              <a:off x="4285956" y="3143921"/>
              <a:ext cx="97814" cy="8753"/>
            </a:xfrm>
            <a:custGeom>
              <a:avLst/>
              <a:gdLst/>
              <a:ahLst/>
              <a:cxnLst/>
              <a:rect l="l" t="t" r="r" b="b"/>
              <a:pathLst>
                <a:path w="3073" h="275" extrusionOk="0">
                  <a:moveTo>
                    <a:pt x="132" y="0"/>
                  </a:moveTo>
                  <a:cubicBezTo>
                    <a:pt x="60" y="0"/>
                    <a:pt x="1" y="60"/>
                    <a:pt x="1" y="131"/>
                  </a:cubicBezTo>
                  <a:cubicBezTo>
                    <a:pt x="1" y="215"/>
                    <a:pt x="60" y="274"/>
                    <a:pt x="132" y="274"/>
                  </a:cubicBezTo>
                  <a:lnTo>
                    <a:pt x="2942" y="274"/>
                  </a:lnTo>
                  <a:cubicBezTo>
                    <a:pt x="3013" y="274"/>
                    <a:pt x="3072" y="215"/>
                    <a:pt x="3072" y="131"/>
                  </a:cubicBezTo>
                  <a:cubicBezTo>
                    <a:pt x="3072" y="60"/>
                    <a:pt x="3013" y="0"/>
                    <a:pt x="294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3064;p67">
              <a:extLst>
                <a:ext uri="{FF2B5EF4-FFF2-40B4-BE49-F238E27FC236}">
                  <a16:creationId xmlns:a16="http://schemas.microsoft.com/office/drawing/2014/main" id="{0E7B903B-90E4-70BC-C973-120AB14F40E8}"/>
                </a:ext>
              </a:extLst>
            </p:cNvPr>
            <p:cNvSpPr/>
            <p:nvPr/>
          </p:nvSpPr>
          <p:spPr>
            <a:xfrm>
              <a:off x="4285956" y="3130266"/>
              <a:ext cx="30366" cy="8371"/>
            </a:xfrm>
            <a:custGeom>
              <a:avLst/>
              <a:gdLst/>
              <a:ahLst/>
              <a:cxnLst/>
              <a:rect l="l" t="t" r="r" b="b"/>
              <a:pathLst>
                <a:path w="954" h="263" extrusionOk="0">
                  <a:moveTo>
                    <a:pt x="132" y="1"/>
                  </a:moveTo>
                  <a:cubicBezTo>
                    <a:pt x="60" y="1"/>
                    <a:pt x="1" y="60"/>
                    <a:pt x="1" y="132"/>
                  </a:cubicBezTo>
                  <a:cubicBezTo>
                    <a:pt x="1" y="215"/>
                    <a:pt x="60" y="263"/>
                    <a:pt x="132" y="263"/>
                  </a:cubicBezTo>
                  <a:lnTo>
                    <a:pt x="810" y="263"/>
                  </a:lnTo>
                  <a:cubicBezTo>
                    <a:pt x="894" y="263"/>
                    <a:pt x="953" y="215"/>
                    <a:pt x="953" y="132"/>
                  </a:cubicBezTo>
                  <a:cubicBezTo>
                    <a:pt x="953" y="60"/>
                    <a:pt x="894" y="1"/>
                    <a:pt x="81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13308;p67">
            <a:extLst>
              <a:ext uri="{FF2B5EF4-FFF2-40B4-BE49-F238E27FC236}">
                <a16:creationId xmlns:a16="http://schemas.microsoft.com/office/drawing/2014/main" id="{4E274466-E76F-EC35-DB44-FEB1A5FB9FC7}"/>
              </a:ext>
            </a:extLst>
          </p:cNvPr>
          <p:cNvGrpSpPr/>
          <p:nvPr/>
        </p:nvGrpSpPr>
        <p:grpSpPr>
          <a:xfrm>
            <a:off x="922824" y="4344890"/>
            <a:ext cx="841890" cy="963407"/>
            <a:chOff x="7576605" y="1983877"/>
            <a:chExt cx="276698" cy="333133"/>
          </a:xfrm>
        </p:grpSpPr>
        <p:sp>
          <p:nvSpPr>
            <p:cNvPr id="56" name="Google Shape;13309;p67">
              <a:extLst>
                <a:ext uri="{FF2B5EF4-FFF2-40B4-BE49-F238E27FC236}">
                  <a16:creationId xmlns:a16="http://schemas.microsoft.com/office/drawing/2014/main" id="{A35F5526-3D7B-E6BE-84D0-88E1827F80EF}"/>
                </a:ext>
              </a:extLst>
            </p:cNvPr>
            <p:cNvSpPr/>
            <p:nvPr/>
          </p:nvSpPr>
          <p:spPr>
            <a:xfrm>
              <a:off x="7576605" y="1983877"/>
              <a:ext cx="276698" cy="333133"/>
            </a:xfrm>
            <a:custGeom>
              <a:avLst/>
              <a:gdLst/>
              <a:ahLst/>
              <a:cxnLst/>
              <a:rect l="l" t="t" r="r" b="b"/>
              <a:pathLst>
                <a:path w="8693" h="10466" extrusionOk="0">
                  <a:moveTo>
                    <a:pt x="417" y="1024"/>
                  </a:moveTo>
                  <a:cubicBezTo>
                    <a:pt x="655" y="1024"/>
                    <a:pt x="894" y="1143"/>
                    <a:pt x="1036" y="1358"/>
                  </a:cubicBezTo>
                  <a:lnTo>
                    <a:pt x="1156" y="1536"/>
                  </a:lnTo>
                  <a:cubicBezTo>
                    <a:pt x="1275" y="1715"/>
                    <a:pt x="1477" y="1822"/>
                    <a:pt x="1703" y="1822"/>
                  </a:cubicBezTo>
                  <a:lnTo>
                    <a:pt x="1703" y="2477"/>
                  </a:lnTo>
                  <a:cubicBezTo>
                    <a:pt x="1703" y="2941"/>
                    <a:pt x="1775" y="3406"/>
                    <a:pt x="1906" y="3834"/>
                  </a:cubicBezTo>
                  <a:cubicBezTo>
                    <a:pt x="1810" y="3763"/>
                    <a:pt x="1656" y="3703"/>
                    <a:pt x="1513" y="3644"/>
                  </a:cubicBezTo>
                  <a:cubicBezTo>
                    <a:pt x="1215" y="3525"/>
                    <a:pt x="894" y="3394"/>
                    <a:pt x="655" y="3144"/>
                  </a:cubicBezTo>
                  <a:cubicBezTo>
                    <a:pt x="394" y="2846"/>
                    <a:pt x="274" y="2417"/>
                    <a:pt x="274" y="1822"/>
                  </a:cubicBezTo>
                  <a:lnTo>
                    <a:pt x="274" y="1179"/>
                  </a:lnTo>
                  <a:cubicBezTo>
                    <a:pt x="274" y="1132"/>
                    <a:pt x="286" y="1108"/>
                    <a:pt x="322" y="1072"/>
                  </a:cubicBezTo>
                  <a:cubicBezTo>
                    <a:pt x="346" y="1048"/>
                    <a:pt x="394" y="1024"/>
                    <a:pt x="417" y="1024"/>
                  </a:cubicBezTo>
                  <a:close/>
                  <a:moveTo>
                    <a:pt x="8204" y="1024"/>
                  </a:moveTo>
                  <a:cubicBezTo>
                    <a:pt x="8252" y="1024"/>
                    <a:pt x="8275" y="1048"/>
                    <a:pt x="8311" y="1072"/>
                  </a:cubicBezTo>
                  <a:cubicBezTo>
                    <a:pt x="8335" y="1108"/>
                    <a:pt x="8359" y="1143"/>
                    <a:pt x="8359" y="1179"/>
                  </a:cubicBezTo>
                  <a:lnTo>
                    <a:pt x="8359" y="1822"/>
                  </a:lnTo>
                  <a:lnTo>
                    <a:pt x="8383" y="1822"/>
                  </a:lnTo>
                  <a:cubicBezTo>
                    <a:pt x="8383" y="2417"/>
                    <a:pt x="8252" y="2858"/>
                    <a:pt x="8002" y="3144"/>
                  </a:cubicBezTo>
                  <a:cubicBezTo>
                    <a:pt x="7775" y="3394"/>
                    <a:pt x="7466" y="3525"/>
                    <a:pt x="7144" y="3644"/>
                  </a:cubicBezTo>
                  <a:cubicBezTo>
                    <a:pt x="7002" y="3703"/>
                    <a:pt x="6871" y="3763"/>
                    <a:pt x="6716" y="3834"/>
                  </a:cubicBezTo>
                  <a:cubicBezTo>
                    <a:pt x="6847" y="3394"/>
                    <a:pt x="6930" y="2929"/>
                    <a:pt x="6930" y="2477"/>
                  </a:cubicBezTo>
                  <a:lnTo>
                    <a:pt x="6930" y="1822"/>
                  </a:lnTo>
                  <a:cubicBezTo>
                    <a:pt x="7144" y="1822"/>
                    <a:pt x="7359" y="1715"/>
                    <a:pt x="7478" y="1536"/>
                  </a:cubicBezTo>
                  <a:lnTo>
                    <a:pt x="7597" y="1358"/>
                  </a:lnTo>
                  <a:cubicBezTo>
                    <a:pt x="7728" y="1167"/>
                    <a:pt x="7966" y="1024"/>
                    <a:pt x="8204" y="1024"/>
                  </a:cubicBezTo>
                  <a:close/>
                  <a:moveTo>
                    <a:pt x="6954" y="334"/>
                  </a:moveTo>
                  <a:lnTo>
                    <a:pt x="6954" y="703"/>
                  </a:lnTo>
                  <a:lnTo>
                    <a:pt x="5632" y="703"/>
                  </a:lnTo>
                  <a:cubicBezTo>
                    <a:pt x="5537" y="703"/>
                    <a:pt x="5478" y="774"/>
                    <a:pt x="5478" y="846"/>
                  </a:cubicBezTo>
                  <a:cubicBezTo>
                    <a:pt x="5478" y="929"/>
                    <a:pt x="5561" y="1001"/>
                    <a:pt x="5632" y="1001"/>
                  </a:cubicBezTo>
                  <a:lnTo>
                    <a:pt x="6632" y="1001"/>
                  </a:lnTo>
                  <a:lnTo>
                    <a:pt x="6632" y="2477"/>
                  </a:lnTo>
                  <a:cubicBezTo>
                    <a:pt x="6632" y="3810"/>
                    <a:pt x="5989" y="5072"/>
                    <a:pt x="4906" y="5882"/>
                  </a:cubicBezTo>
                  <a:lnTo>
                    <a:pt x="4799" y="5954"/>
                  </a:lnTo>
                  <a:cubicBezTo>
                    <a:pt x="4763" y="5954"/>
                    <a:pt x="4739" y="5942"/>
                    <a:pt x="4704" y="5942"/>
                  </a:cubicBezTo>
                  <a:lnTo>
                    <a:pt x="3954" y="5942"/>
                  </a:lnTo>
                  <a:cubicBezTo>
                    <a:pt x="3918" y="5942"/>
                    <a:pt x="3894" y="5942"/>
                    <a:pt x="3858" y="5954"/>
                  </a:cubicBezTo>
                  <a:lnTo>
                    <a:pt x="3751" y="5882"/>
                  </a:lnTo>
                  <a:cubicBezTo>
                    <a:pt x="2668" y="5096"/>
                    <a:pt x="2025" y="3810"/>
                    <a:pt x="2025" y="2477"/>
                  </a:cubicBezTo>
                  <a:lnTo>
                    <a:pt x="2025" y="1001"/>
                  </a:lnTo>
                  <a:lnTo>
                    <a:pt x="4918" y="1001"/>
                  </a:lnTo>
                  <a:cubicBezTo>
                    <a:pt x="5001" y="1001"/>
                    <a:pt x="5061" y="929"/>
                    <a:pt x="5061" y="846"/>
                  </a:cubicBezTo>
                  <a:cubicBezTo>
                    <a:pt x="5061" y="774"/>
                    <a:pt x="4989" y="703"/>
                    <a:pt x="4918" y="703"/>
                  </a:cubicBezTo>
                  <a:lnTo>
                    <a:pt x="1715" y="703"/>
                  </a:lnTo>
                  <a:lnTo>
                    <a:pt x="1715" y="334"/>
                  </a:lnTo>
                  <a:close/>
                  <a:moveTo>
                    <a:pt x="4704" y="6263"/>
                  </a:moveTo>
                  <a:cubicBezTo>
                    <a:pt x="4763" y="6263"/>
                    <a:pt x="4811" y="6311"/>
                    <a:pt x="4811" y="6370"/>
                  </a:cubicBezTo>
                  <a:lnTo>
                    <a:pt x="4811" y="6477"/>
                  </a:lnTo>
                  <a:cubicBezTo>
                    <a:pt x="4811" y="6537"/>
                    <a:pt x="4763" y="6585"/>
                    <a:pt x="4704" y="6585"/>
                  </a:cubicBezTo>
                  <a:lnTo>
                    <a:pt x="3954" y="6585"/>
                  </a:lnTo>
                  <a:cubicBezTo>
                    <a:pt x="3882" y="6585"/>
                    <a:pt x="3846" y="6537"/>
                    <a:pt x="3846" y="6477"/>
                  </a:cubicBezTo>
                  <a:lnTo>
                    <a:pt x="3846" y="6370"/>
                  </a:lnTo>
                  <a:cubicBezTo>
                    <a:pt x="3846" y="6311"/>
                    <a:pt x="3882" y="6263"/>
                    <a:pt x="3954" y="6263"/>
                  </a:cubicBezTo>
                  <a:close/>
                  <a:moveTo>
                    <a:pt x="4513" y="6882"/>
                  </a:moveTo>
                  <a:lnTo>
                    <a:pt x="4513" y="8382"/>
                  </a:lnTo>
                  <a:lnTo>
                    <a:pt x="4156" y="8382"/>
                  </a:lnTo>
                  <a:lnTo>
                    <a:pt x="4156" y="6882"/>
                  </a:lnTo>
                  <a:close/>
                  <a:moveTo>
                    <a:pt x="5287" y="8692"/>
                  </a:moveTo>
                  <a:cubicBezTo>
                    <a:pt x="5394" y="8692"/>
                    <a:pt x="5478" y="8787"/>
                    <a:pt x="5478" y="8882"/>
                  </a:cubicBezTo>
                  <a:lnTo>
                    <a:pt x="5478" y="9061"/>
                  </a:lnTo>
                  <a:lnTo>
                    <a:pt x="4108" y="9061"/>
                  </a:lnTo>
                  <a:cubicBezTo>
                    <a:pt x="4025" y="9061"/>
                    <a:pt x="3965" y="9144"/>
                    <a:pt x="3965" y="9216"/>
                  </a:cubicBezTo>
                  <a:cubicBezTo>
                    <a:pt x="3965" y="9287"/>
                    <a:pt x="4037" y="9359"/>
                    <a:pt x="4108" y="9359"/>
                  </a:cubicBezTo>
                  <a:lnTo>
                    <a:pt x="6204" y="9359"/>
                  </a:lnTo>
                  <a:cubicBezTo>
                    <a:pt x="6228" y="9359"/>
                    <a:pt x="6240" y="9383"/>
                    <a:pt x="6251" y="9394"/>
                  </a:cubicBezTo>
                  <a:lnTo>
                    <a:pt x="6406" y="10133"/>
                  </a:lnTo>
                  <a:cubicBezTo>
                    <a:pt x="6406" y="10156"/>
                    <a:pt x="6406" y="10168"/>
                    <a:pt x="6382" y="10168"/>
                  </a:cubicBezTo>
                  <a:cubicBezTo>
                    <a:pt x="6382" y="10168"/>
                    <a:pt x="6370" y="10180"/>
                    <a:pt x="6359" y="10180"/>
                  </a:cubicBezTo>
                  <a:lnTo>
                    <a:pt x="2299" y="10180"/>
                  </a:lnTo>
                  <a:cubicBezTo>
                    <a:pt x="2287" y="10180"/>
                    <a:pt x="2263" y="10168"/>
                    <a:pt x="2263" y="10168"/>
                  </a:cubicBezTo>
                  <a:cubicBezTo>
                    <a:pt x="2263" y="10168"/>
                    <a:pt x="2251" y="10145"/>
                    <a:pt x="2251" y="10133"/>
                  </a:cubicBezTo>
                  <a:lnTo>
                    <a:pt x="2394" y="9394"/>
                  </a:lnTo>
                  <a:cubicBezTo>
                    <a:pt x="2394" y="9371"/>
                    <a:pt x="2418" y="9359"/>
                    <a:pt x="2441" y="9359"/>
                  </a:cubicBezTo>
                  <a:lnTo>
                    <a:pt x="3394" y="9359"/>
                  </a:lnTo>
                  <a:cubicBezTo>
                    <a:pt x="3489" y="9359"/>
                    <a:pt x="3549" y="9287"/>
                    <a:pt x="3549" y="9216"/>
                  </a:cubicBezTo>
                  <a:cubicBezTo>
                    <a:pt x="3549" y="9144"/>
                    <a:pt x="3477" y="9061"/>
                    <a:pt x="3394" y="9061"/>
                  </a:cubicBezTo>
                  <a:lnTo>
                    <a:pt x="3192" y="9061"/>
                  </a:lnTo>
                  <a:lnTo>
                    <a:pt x="3192" y="8882"/>
                  </a:lnTo>
                  <a:cubicBezTo>
                    <a:pt x="3192" y="8787"/>
                    <a:pt x="3275" y="8692"/>
                    <a:pt x="3382" y="8692"/>
                  </a:cubicBezTo>
                  <a:close/>
                  <a:moveTo>
                    <a:pt x="1715" y="0"/>
                  </a:moveTo>
                  <a:cubicBezTo>
                    <a:pt x="1548" y="0"/>
                    <a:pt x="1417" y="131"/>
                    <a:pt x="1417" y="298"/>
                  </a:cubicBezTo>
                  <a:lnTo>
                    <a:pt x="1417" y="703"/>
                  </a:lnTo>
                  <a:cubicBezTo>
                    <a:pt x="1417" y="870"/>
                    <a:pt x="1548" y="1001"/>
                    <a:pt x="1715" y="1001"/>
                  </a:cubicBezTo>
                  <a:lnTo>
                    <a:pt x="1751" y="1001"/>
                  </a:lnTo>
                  <a:lnTo>
                    <a:pt x="1751" y="1501"/>
                  </a:lnTo>
                  <a:cubicBezTo>
                    <a:pt x="1632" y="1501"/>
                    <a:pt x="1525" y="1441"/>
                    <a:pt x="1453" y="1334"/>
                  </a:cubicBezTo>
                  <a:lnTo>
                    <a:pt x="1334" y="1155"/>
                  </a:lnTo>
                  <a:cubicBezTo>
                    <a:pt x="1132" y="881"/>
                    <a:pt x="810" y="715"/>
                    <a:pt x="465" y="703"/>
                  </a:cubicBezTo>
                  <a:cubicBezTo>
                    <a:pt x="346" y="703"/>
                    <a:pt x="227" y="739"/>
                    <a:pt x="144" y="834"/>
                  </a:cubicBezTo>
                  <a:cubicBezTo>
                    <a:pt x="48" y="917"/>
                    <a:pt x="1" y="1036"/>
                    <a:pt x="1" y="1155"/>
                  </a:cubicBezTo>
                  <a:lnTo>
                    <a:pt x="1" y="1798"/>
                  </a:lnTo>
                  <a:cubicBezTo>
                    <a:pt x="1" y="3334"/>
                    <a:pt x="798" y="3656"/>
                    <a:pt x="1429" y="3918"/>
                  </a:cubicBezTo>
                  <a:cubicBezTo>
                    <a:pt x="1787" y="4060"/>
                    <a:pt x="2096" y="4180"/>
                    <a:pt x="2251" y="4489"/>
                  </a:cubicBezTo>
                  <a:cubicBezTo>
                    <a:pt x="2299" y="4584"/>
                    <a:pt x="2287" y="4656"/>
                    <a:pt x="2215" y="4715"/>
                  </a:cubicBezTo>
                  <a:cubicBezTo>
                    <a:pt x="2164" y="4767"/>
                    <a:pt x="2075" y="4806"/>
                    <a:pt x="1994" y="4806"/>
                  </a:cubicBezTo>
                  <a:cubicBezTo>
                    <a:pt x="1963" y="4806"/>
                    <a:pt x="1932" y="4800"/>
                    <a:pt x="1906" y="4787"/>
                  </a:cubicBezTo>
                  <a:cubicBezTo>
                    <a:pt x="1798" y="4751"/>
                    <a:pt x="1775" y="4608"/>
                    <a:pt x="1787" y="4489"/>
                  </a:cubicBezTo>
                  <a:cubicBezTo>
                    <a:pt x="1787" y="4406"/>
                    <a:pt x="1727" y="4334"/>
                    <a:pt x="1644" y="4334"/>
                  </a:cubicBezTo>
                  <a:cubicBezTo>
                    <a:pt x="1548" y="4334"/>
                    <a:pt x="1477" y="4394"/>
                    <a:pt x="1477" y="4477"/>
                  </a:cubicBezTo>
                  <a:cubicBezTo>
                    <a:pt x="1477" y="4608"/>
                    <a:pt x="1489" y="4942"/>
                    <a:pt x="1787" y="5072"/>
                  </a:cubicBezTo>
                  <a:cubicBezTo>
                    <a:pt x="1846" y="5108"/>
                    <a:pt x="1929" y="5120"/>
                    <a:pt x="2001" y="5120"/>
                  </a:cubicBezTo>
                  <a:cubicBezTo>
                    <a:pt x="2168" y="5120"/>
                    <a:pt x="2322" y="5061"/>
                    <a:pt x="2441" y="4930"/>
                  </a:cubicBezTo>
                  <a:cubicBezTo>
                    <a:pt x="2465" y="4906"/>
                    <a:pt x="2477" y="4894"/>
                    <a:pt x="2477" y="4882"/>
                  </a:cubicBezTo>
                  <a:cubicBezTo>
                    <a:pt x="2775" y="5346"/>
                    <a:pt x="3156" y="5763"/>
                    <a:pt x="3608" y="6096"/>
                  </a:cubicBezTo>
                  <a:lnTo>
                    <a:pt x="3632" y="6120"/>
                  </a:lnTo>
                  <a:cubicBezTo>
                    <a:pt x="3596" y="6180"/>
                    <a:pt x="3573" y="6251"/>
                    <a:pt x="3573" y="6323"/>
                  </a:cubicBezTo>
                  <a:lnTo>
                    <a:pt x="3573" y="6430"/>
                  </a:lnTo>
                  <a:cubicBezTo>
                    <a:pt x="3573" y="6620"/>
                    <a:pt x="3715" y="6775"/>
                    <a:pt x="3870" y="6835"/>
                  </a:cubicBezTo>
                  <a:lnTo>
                    <a:pt x="3870" y="8347"/>
                  </a:lnTo>
                  <a:lnTo>
                    <a:pt x="3394" y="8347"/>
                  </a:lnTo>
                  <a:cubicBezTo>
                    <a:pt x="3108" y="8347"/>
                    <a:pt x="2894" y="8573"/>
                    <a:pt x="2894" y="8859"/>
                  </a:cubicBezTo>
                  <a:lnTo>
                    <a:pt x="2894" y="9037"/>
                  </a:lnTo>
                  <a:lnTo>
                    <a:pt x="2453" y="9037"/>
                  </a:lnTo>
                  <a:cubicBezTo>
                    <a:pt x="2299" y="9037"/>
                    <a:pt x="2144" y="9156"/>
                    <a:pt x="2120" y="9311"/>
                  </a:cubicBezTo>
                  <a:lnTo>
                    <a:pt x="1965" y="10061"/>
                  </a:lnTo>
                  <a:cubicBezTo>
                    <a:pt x="1953" y="10168"/>
                    <a:pt x="1965" y="10264"/>
                    <a:pt x="2037" y="10347"/>
                  </a:cubicBezTo>
                  <a:cubicBezTo>
                    <a:pt x="2096" y="10418"/>
                    <a:pt x="2203" y="10466"/>
                    <a:pt x="2310" y="10466"/>
                  </a:cubicBezTo>
                  <a:lnTo>
                    <a:pt x="6370" y="10466"/>
                  </a:lnTo>
                  <a:cubicBezTo>
                    <a:pt x="6478" y="10466"/>
                    <a:pt x="6585" y="10418"/>
                    <a:pt x="6644" y="10347"/>
                  </a:cubicBezTo>
                  <a:cubicBezTo>
                    <a:pt x="6704" y="10264"/>
                    <a:pt x="6728" y="10168"/>
                    <a:pt x="6716" y="10061"/>
                  </a:cubicBezTo>
                  <a:lnTo>
                    <a:pt x="6561" y="9311"/>
                  </a:lnTo>
                  <a:cubicBezTo>
                    <a:pt x="6537" y="9156"/>
                    <a:pt x="6382" y="9037"/>
                    <a:pt x="6228" y="9037"/>
                  </a:cubicBezTo>
                  <a:lnTo>
                    <a:pt x="5787" y="9037"/>
                  </a:lnTo>
                  <a:lnTo>
                    <a:pt x="5787" y="8859"/>
                  </a:lnTo>
                  <a:cubicBezTo>
                    <a:pt x="5787" y="8573"/>
                    <a:pt x="5573" y="8347"/>
                    <a:pt x="5287" y="8347"/>
                  </a:cubicBezTo>
                  <a:lnTo>
                    <a:pt x="4811" y="8347"/>
                  </a:lnTo>
                  <a:lnTo>
                    <a:pt x="4811" y="6835"/>
                  </a:lnTo>
                  <a:cubicBezTo>
                    <a:pt x="4989" y="6787"/>
                    <a:pt x="5108" y="6620"/>
                    <a:pt x="5108" y="6430"/>
                  </a:cubicBezTo>
                  <a:lnTo>
                    <a:pt x="5108" y="6323"/>
                  </a:lnTo>
                  <a:cubicBezTo>
                    <a:pt x="5108" y="6251"/>
                    <a:pt x="5073" y="6180"/>
                    <a:pt x="5049" y="6120"/>
                  </a:cubicBezTo>
                  <a:lnTo>
                    <a:pt x="5073" y="6096"/>
                  </a:lnTo>
                  <a:cubicBezTo>
                    <a:pt x="5537" y="5763"/>
                    <a:pt x="5906" y="5358"/>
                    <a:pt x="6204" y="4882"/>
                  </a:cubicBezTo>
                  <a:cubicBezTo>
                    <a:pt x="6228" y="4894"/>
                    <a:pt x="6228" y="4906"/>
                    <a:pt x="6240" y="4930"/>
                  </a:cubicBezTo>
                  <a:cubicBezTo>
                    <a:pt x="6359" y="5049"/>
                    <a:pt x="6525" y="5120"/>
                    <a:pt x="6680" y="5120"/>
                  </a:cubicBezTo>
                  <a:cubicBezTo>
                    <a:pt x="6763" y="5120"/>
                    <a:pt x="6835" y="5108"/>
                    <a:pt x="6894" y="5072"/>
                  </a:cubicBezTo>
                  <a:cubicBezTo>
                    <a:pt x="7192" y="4942"/>
                    <a:pt x="7204" y="4608"/>
                    <a:pt x="7204" y="4477"/>
                  </a:cubicBezTo>
                  <a:cubicBezTo>
                    <a:pt x="7204" y="4394"/>
                    <a:pt x="7132" y="4334"/>
                    <a:pt x="7037" y="4334"/>
                  </a:cubicBezTo>
                  <a:cubicBezTo>
                    <a:pt x="6954" y="4334"/>
                    <a:pt x="6894" y="4406"/>
                    <a:pt x="6894" y="4489"/>
                  </a:cubicBezTo>
                  <a:cubicBezTo>
                    <a:pt x="6894" y="4596"/>
                    <a:pt x="6882" y="4727"/>
                    <a:pt x="6775" y="4787"/>
                  </a:cubicBezTo>
                  <a:cubicBezTo>
                    <a:pt x="6749" y="4800"/>
                    <a:pt x="6718" y="4806"/>
                    <a:pt x="6687" y="4806"/>
                  </a:cubicBezTo>
                  <a:cubicBezTo>
                    <a:pt x="6606" y="4806"/>
                    <a:pt x="6517" y="4767"/>
                    <a:pt x="6466" y="4715"/>
                  </a:cubicBezTo>
                  <a:cubicBezTo>
                    <a:pt x="6406" y="4656"/>
                    <a:pt x="6382" y="4584"/>
                    <a:pt x="6430" y="4489"/>
                  </a:cubicBezTo>
                  <a:cubicBezTo>
                    <a:pt x="6585" y="4191"/>
                    <a:pt x="6894" y="4060"/>
                    <a:pt x="7252" y="3918"/>
                  </a:cubicBezTo>
                  <a:cubicBezTo>
                    <a:pt x="7894" y="3656"/>
                    <a:pt x="8680" y="3334"/>
                    <a:pt x="8680" y="1798"/>
                  </a:cubicBezTo>
                  <a:lnTo>
                    <a:pt x="8680" y="1155"/>
                  </a:lnTo>
                  <a:cubicBezTo>
                    <a:pt x="8692" y="1048"/>
                    <a:pt x="8633" y="941"/>
                    <a:pt x="8561" y="846"/>
                  </a:cubicBezTo>
                  <a:cubicBezTo>
                    <a:pt x="8478" y="762"/>
                    <a:pt x="8347" y="715"/>
                    <a:pt x="8240" y="715"/>
                  </a:cubicBezTo>
                  <a:cubicBezTo>
                    <a:pt x="7894" y="715"/>
                    <a:pt x="7561" y="881"/>
                    <a:pt x="7371" y="1179"/>
                  </a:cubicBezTo>
                  <a:lnTo>
                    <a:pt x="7252" y="1358"/>
                  </a:lnTo>
                  <a:cubicBezTo>
                    <a:pt x="7180" y="1465"/>
                    <a:pt x="7073" y="1524"/>
                    <a:pt x="6954" y="1524"/>
                  </a:cubicBezTo>
                  <a:lnTo>
                    <a:pt x="6954" y="1012"/>
                  </a:lnTo>
                  <a:lnTo>
                    <a:pt x="6990" y="1012"/>
                  </a:lnTo>
                  <a:cubicBezTo>
                    <a:pt x="7144" y="1012"/>
                    <a:pt x="7287" y="881"/>
                    <a:pt x="7287" y="715"/>
                  </a:cubicBezTo>
                  <a:lnTo>
                    <a:pt x="7287" y="298"/>
                  </a:lnTo>
                  <a:cubicBezTo>
                    <a:pt x="7287" y="131"/>
                    <a:pt x="7144" y="0"/>
                    <a:pt x="699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7" name="Google Shape;13310;p67">
              <a:extLst>
                <a:ext uri="{FF2B5EF4-FFF2-40B4-BE49-F238E27FC236}">
                  <a16:creationId xmlns:a16="http://schemas.microsoft.com/office/drawing/2014/main" id="{5E7ADE64-2190-23CC-355F-78E46DE27C34}"/>
                </a:ext>
              </a:extLst>
            </p:cNvPr>
            <p:cNvSpPr/>
            <p:nvPr/>
          </p:nvSpPr>
          <p:spPr>
            <a:xfrm>
              <a:off x="7670855" y="2045697"/>
              <a:ext cx="87182" cy="83076"/>
            </a:xfrm>
            <a:custGeom>
              <a:avLst/>
              <a:gdLst/>
              <a:ahLst/>
              <a:cxnLst/>
              <a:rect l="l" t="t" r="r" b="b"/>
              <a:pathLst>
                <a:path w="2739" h="2610" extrusionOk="0">
                  <a:moveTo>
                    <a:pt x="1334" y="476"/>
                  </a:moveTo>
                  <a:lnTo>
                    <a:pt x="1572" y="953"/>
                  </a:lnTo>
                  <a:cubicBezTo>
                    <a:pt x="1608" y="1012"/>
                    <a:pt x="1655" y="1036"/>
                    <a:pt x="1715" y="1048"/>
                  </a:cubicBezTo>
                  <a:lnTo>
                    <a:pt x="2251" y="1131"/>
                  </a:lnTo>
                  <a:lnTo>
                    <a:pt x="1893" y="1500"/>
                  </a:lnTo>
                  <a:cubicBezTo>
                    <a:pt x="1846" y="1548"/>
                    <a:pt x="1834" y="1607"/>
                    <a:pt x="1834" y="1667"/>
                  </a:cubicBezTo>
                  <a:lnTo>
                    <a:pt x="1917" y="2203"/>
                  </a:lnTo>
                  <a:lnTo>
                    <a:pt x="1441" y="1941"/>
                  </a:lnTo>
                  <a:cubicBezTo>
                    <a:pt x="1417" y="1929"/>
                    <a:pt x="1381" y="1929"/>
                    <a:pt x="1358" y="1929"/>
                  </a:cubicBezTo>
                  <a:cubicBezTo>
                    <a:pt x="1322" y="1929"/>
                    <a:pt x="1298" y="1929"/>
                    <a:pt x="1262" y="1941"/>
                  </a:cubicBezTo>
                  <a:lnTo>
                    <a:pt x="786" y="2203"/>
                  </a:lnTo>
                  <a:lnTo>
                    <a:pt x="786" y="2203"/>
                  </a:lnTo>
                  <a:lnTo>
                    <a:pt x="881" y="1667"/>
                  </a:lnTo>
                  <a:cubicBezTo>
                    <a:pt x="893" y="1607"/>
                    <a:pt x="869" y="1548"/>
                    <a:pt x="822" y="1500"/>
                  </a:cubicBezTo>
                  <a:lnTo>
                    <a:pt x="429" y="1131"/>
                  </a:lnTo>
                  <a:lnTo>
                    <a:pt x="965" y="1048"/>
                  </a:lnTo>
                  <a:cubicBezTo>
                    <a:pt x="1024" y="1036"/>
                    <a:pt x="1084" y="1012"/>
                    <a:pt x="1108" y="953"/>
                  </a:cubicBezTo>
                  <a:lnTo>
                    <a:pt x="1334" y="476"/>
                  </a:lnTo>
                  <a:close/>
                  <a:moveTo>
                    <a:pt x="1370" y="0"/>
                  </a:moveTo>
                  <a:cubicBezTo>
                    <a:pt x="1298" y="0"/>
                    <a:pt x="1239" y="36"/>
                    <a:pt x="1203" y="95"/>
                  </a:cubicBezTo>
                  <a:lnTo>
                    <a:pt x="881" y="750"/>
                  </a:lnTo>
                  <a:lnTo>
                    <a:pt x="167" y="857"/>
                  </a:lnTo>
                  <a:cubicBezTo>
                    <a:pt x="96" y="869"/>
                    <a:pt x="36" y="917"/>
                    <a:pt x="12" y="976"/>
                  </a:cubicBezTo>
                  <a:cubicBezTo>
                    <a:pt x="0" y="1048"/>
                    <a:pt x="12" y="1107"/>
                    <a:pt x="60" y="1167"/>
                  </a:cubicBezTo>
                  <a:lnTo>
                    <a:pt x="584" y="1679"/>
                  </a:lnTo>
                  <a:lnTo>
                    <a:pt x="465" y="2393"/>
                  </a:lnTo>
                  <a:cubicBezTo>
                    <a:pt x="453" y="2465"/>
                    <a:pt x="477" y="2524"/>
                    <a:pt x="536" y="2572"/>
                  </a:cubicBezTo>
                  <a:cubicBezTo>
                    <a:pt x="568" y="2597"/>
                    <a:pt x="603" y="2609"/>
                    <a:pt x="638" y="2609"/>
                  </a:cubicBezTo>
                  <a:cubicBezTo>
                    <a:pt x="669" y="2609"/>
                    <a:pt x="699" y="2600"/>
                    <a:pt x="727" y="2584"/>
                  </a:cubicBezTo>
                  <a:lnTo>
                    <a:pt x="1370" y="2238"/>
                  </a:lnTo>
                  <a:lnTo>
                    <a:pt x="2012" y="2584"/>
                  </a:lnTo>
                  <a:cubicBezTo>
                    <a:pt x="2036" y="2596"/>
                    <a:pt x="2072" y="2596"/>
                    <a:pt x="2096" y="2596"/>
                  </a:cubicBezTo>
                  <a:cubicBezTo>
                    <a:pt x="2143" y="2596"/>
                    <a:pt x="2179" y="2584"/>
                    <a:pt x="2203" y="2572"/>
                  </a:cubicBezTo>
                  <a:cubicBezTo>
                    <a:pt x="2262" y="2524"/>
                    <a:pt x="2298" y="2465"/>
                    <a:pt x="2274" y="2393"/>
                  </a:cubicBezTo>
                  <a:lnTo>
                    <a:pt x="2155" y="1679"/>
                  </a:lnTo>
                  <a:lnTo>
                    <a:pt x="2679" y="1167"/>
                  </a:lnTo>
                  <a:cubicBezTo>
                    <a:pt x="2727" y="1107"/>
                    <a:pt x="2739" y="1048"/>
                    <a:pt x="2727" y="976"/>
                  </a:cubicBezTo>
                  <a:cubicBezTo>
                    <a:pt x="2715" y="905"/>
                    <a:pt x="2655" y="857"/>
                    <a:pt x="2572" y="857"/>
                  </a:cubicBezTo>
                  <a:lnTo>
                    <a:pt x="1858" y="750"/>
                  </a:lnTo>
                  <a:lnTo>
                    <a:pt x="1536" y="95"/>
                  </a:lnTo>
                  <a:cubicBezTo>
                    <a:pt x="1500" y="36"/>
                    <a:pt x="1441" y="0"/>
                    <a:pt x="137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" name="Google Shape;13139;p67">
            <a:extLst>
              <a:ext uri="{FF2B5EF4-FFF2-40B4-BE49-F238E27FC236}">
                <a16:creationId xmlns:a16="http://schemas.microsoft.com/office/drawing/2014/main" id="{10541F1A-2C70-2B89-35B1-13441C38D814}"/>
              </a:ext>
            </a:extLst>
          </p:cNvPr>
          <p:cNvGrpSpPr/>
          <p:nvPr/>
        </p:nvGrpSpPr>
        <p:grpSpPr>
          <a:xfrm>
            <a:off x="818571" y="301933"/>
            <a:ext cx="841890" cy="727521"/>
            <a:chOff x="1341727" y="2483349"/>
            <a:chExt cx="419913" cy="308109"/>
          </a:xfrm>
        </p:grpSpPr>
        <p:sp>
          <p:nvSpPr>
            <p:cNvPr id="59" name="Google Shape;13140;p67">
              <a:extLst>
                <a:ext uri="{FF2B5EF4-FFF2-40B4-BE49-F238E27FC236}">
                  <a16:creationId xmlns:a16="http://schemas.microsoft.com/office/drawing/2014/main" id="{1D86394C-2BDD-3717-5B6B-C9D13D1F12C8}"/>
                </a:ext>
              </a:extLst>
            </p:cNvPr>
            <p:cNvSpPr/>
            <p:nvPr/>
          </p:nvSpPr>
          <p:spPr>
            <a:xfrm>
              <a:off x="1623896" y="2522310"/>
              <a:ext cx="53488" cy="18605"/>
            </a:xfrm>
            <a:custGeom>
              <a:avLst/>
              <a:gdLst/>
              <a:ahLst/>
              <a:cxnLst/>
              <a:rect l="l" t="t" r="r" b="b"/>
              <a:pathLst>
                <a:path w="1406" h="489" extrusionOk="0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cubicBezTo>
                    <a:pt x="1" y="251"/>
                    <a:pt x="84" y="322"/>
                    <a:pt x="167" y="322"/>
                  </a:cubicBezTo>
                  <a:cubicBezTo>
                    <a:pt x="346" y="322"/>
                    <a:pt x="882" y="358"/>
                    <a:pt x="1144" y="477"/>
                  </a:cubicBezTo>
                  <a:cubicBezTo>
                    <a:pt x="1167" y="489"/>
                    <a:pt x="1179" y="489"/>
                    <a:pt x="1215" y="489"/>
                  </a:cubicBezTo>
                  <a:cubicBezTo>
                    <a:pt x="1275" y="489"/>
                    <a:pt x="1334" y="465"/>
                    <a:pt x="1358" y="406"/>
                  </a:cubicBezTo>
                  <a:cubicBezTo>
                    <a:pt x="1406" y="346"/>
                    <a:pt x="1358" y="239"/>
                    <a:pt x="1286" y="191"/>
                  </a:cubicBezTo>
                  <a:cubicBezTo>
                    <a:pt x="917" y="1"/>
                    <a:pt x="203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3141;p67">
              <a:extLst>
                <a:ext uri="{FF2B5EF4-FFF2-40B4-BE49-F238E27FC236}">
                  <a16:creationId xmlns:a16="http://schemas.microsoft.com/office/drawing/2014/main" id="{E88ED6AD-C26D-6864-A9A6-ECF4C288D250}"/>
                </a:ext>
              </a:extLst>
            </p:cNvPr>
            <p:cNvSpPr/>
            <p:nvPr/>
          </p:nvSpPr>
          <p:spPr>
            <a:xfrm>
              <a:off x="1341727" y="2483349"/>
              <a:ext cx="419913" cy="308109"/>
            </a:xfrm>
            <a:custGeom>
              <a:avLst/>
              <a:gdLst/>
              <a:ahLst/>
              <a:cxnLst/>
              <a:rect l="l" t="t" r="r" b="b"/>
              <a:pathLst>
                <a:path w="11038" h="8098" extrusionOk="0">
                  <a:moveTo>
                    <a:pt x="9156" y="501"/>
                  </a:moveTo>
                  <a:lnTo>
                    <a:pt x="9156" y="1168"/>
                  </a:lnTo>
                  <a:cubicBezTo>
                    <a:pt x="9156" y="1275"/>
                    <a:pt x="9120" y="1394"/>
                    <a:pt x="9073" y="1489"/>
                  </a:cubicBezTo>
                  <a:lnTo>
                    <a:pt x="9001" y="1644"/>
                  </a:lnTo>
                  <a:cubicBezTo>
                    <a:pt x="8989" y="1680"/>
                    <a:pt x="8989" y="1692"/>
                    <a:pt x="8989" y="1727"/>
                  </a:cubicBezTo>
                  <a:lnTo>
                    <a:pt x="8989" y="2061"/>
                  </a:lnTo>
                  <a:cubicBezTo>
                    <a:pt x="8989" y="2299"/>
                    <a:pt x="8894" y="2525"/>
                    <a:pt x="8715" y="2692"/>
                  </a:cubicBezTo>
                  <a:cubicBezTo>
                    <a:pt x="8537" y="2858"/>
                    <a:pt x="8311" y="2942"/>
                    <a:pt x="8072" y="2942"/>
                  </a:cubicBezTo>
                  <a:cubicBezTo>
                    <a:pt x="7620" y="2918"/>
                    <a:pt x="7227" y="2513"/>
                    <a:pt x="7227" y="2025"/>
                  </a:cubicBezTo>
                  <a:lnTo>
                    <a:pt x="7227" y="1727"/>
                  </a:lnTo>
                  <a:cubicBezTo>
                    <a:pt x="7227" y="1692"/>
                    <a:pt x="7227" y="1680"/>
                    <a:pt x="7215" y="1644"/>
                  </a:cubicBezTo>
                  <a:lnTo>
                    <a:pt x="7108" y="1453"/>
                  </a:lnTo>
                  <a:cubicBezTo>
                    <a:pt x="7084" y="1382"/>
                    <a:pt x="7049" y="1311"/>
                    <a:pt x="7049" y="1215"/>
                  </a:cubicBezTo>
                  <a:lnTo>
                    <a:pt x="7049" y="1203"/>
                  </a:lnTo>
                  <a:cubicBezTo>
                    <a:pt x="7049" y="810"/>
                    <a:pt x="7370" y="501"/>
                    <a:pt x="7751" y="501"/>
                  </a:cubicBezTo>
                  <a:close/>
                  <a:moveTo>
                    <a:pt x="3274" y="322"/>
                  </a:moveTo>
                  <a:cubicBezTo>
                    <a:pt x="3548" y="322"/>
                    <a:pt x="3786" y="429"/>
                    <a:pt x="3989" y="632"/>
                  </a:cubicBezTo>
                  <a:cubicBezTo>
                    <a:pt x="4179" y="834"/>
                    <a:pt x="4298" y="1108"/>
                    <a:pt x="4310" y="1394"/>
                  </a:cubicBezTo>
                  <a:cubicBezTo>
                    <a:pt x="4346" y="1739"/>
                    <a:pt x="4441" y="2442"/>
                    <a:pt x="4608" y="2858"/>
                  </a:cubicBezTo>
                  <a:cubicBezTo>
                    <a:pt x="4358" y="2942"/>
                    <a:pt x="3870" y="3096"/>
                    <a:pt x="3274" y="3096"/>
                  </a:cubicBezTo>
                  <a:cubicBezTo>
                    <a:pt x="3253" y="3097"/>
                    <a:pt x="3232" y="3097"/>
                    <a:pt x="3210" y="3097"/>
                  </a:cubicBezTo>
                  <a:cubicBezTo>
                    <a:pt x="2654" y="3097"/>
                    <a:pt x="2182" y="2951"/>
                    <a:pt x="1953" y="2870"/>
                  </a:cubicBezTo>
                  <a:cubicBezTo>
                    <a:pt x="2096" y="2442"/>
                    <a:pt x="2215" y="1739"/>
                    <a:pt x="2226" y="1394"/>
                  </a:cubicBezTo>
                  <a:cubicBezTo>
                    <a:pt x="2250" y="1096"/>
                    <a:pt x="2357" y="834"/>
                    <a:pt x="2560" y="632"/>
                  </a:cubicBezTo>
                  <a:cubicBezTo>
                    <a:pt x="2750" y="429"/>
                    <a:pt x="3000" y="322"/>
                    <a:pt x="3274" y="322"/>
                  </a:cubicBezTo>
                  <a:close/>
                  <a:moveTo>
                    <a:pt x="7751" y="3192"/>
                  </a:moveTo>
                  <a:cubicBezTo>
                    <a:pt x="7858" y="3227"/>
                    <a:pt x="7965" y="3251"/>
                    <a:pt x="8084" y="3251"/>
                  </a:cubicBezTo>
                  <a:lnTo>
                    <a:pt x="8120" y="3251"/>
                  </a:lnTo>
                  <a:cubicBezTo>
                    <a:pt x="8239" y="3251"/>
                    <a:pt x="8358" y="3239"/>
                    <a:pt x="8477" y="3192"/>
                  </a:cubicBezTo>
                  <a:lnTo>
                    <a:pt x="8477" y="3192"/>
                  </a:lnTo>
                  <a:cubicBezTo>
                    <a:pt x="8465" y="3251"/>
                    <a:pt x="8477" y="3299"/>
                    <a:pt x="8501" y="3346"/>
                  </a:cubicBezTo>
                  <a:lnTo>
                    <a:pt x="8358" y="3477"/>
                  </a:lnTo>
                  <a:cubicBezTo>
                    <a:pt x="8287" y="3549"/>
                    <a:pt x="8203" y="3585"/>
                    <a:pt x="8108" y="3585"/>
                  </a:cubicBezTo>
                  <a:cubicBezTo>
                    <a:pt x="8025" y="3585"/>
                    <a:pt x="7930" y="3549"/>
                    <a:pt x="7858" y="3477"/>
                  </a:cubicBezTo>
                  <a:lnTo>
                    <a:pt x="7727" y="3346"/>
                  </a:lnTo>
                  <a:cubicBezTo>
                    <a:pt x="7739" y="3299"/>
                    <a:pt x="7751" y="3251"/>
                    <a:pt x="7751" y="3192"/>
                  </a:cubicBezTo>
                  <a:close/>
                  <a:moveTo>
                    <a:pt x="3691" y="3418"/>
                  </a:moveTo>
                  <a:cubicBezTo>
                    <a:pt x="3750" y="3537"/>
                    <a:pt x="3870" y="3644"/>
                    <a:pt x="4001" y="3668"/>
                  </a:cubicBezTo>
                  <a:lnTo>
                    <a:pt x="4584" y="3835"/>
                  </a:lnTo>
                  <a:cubicBezTo>
                    <a:pt x="4727" y="3882"/>
                    <a:pt x="4834" y="4013"/>
                    <a:pt x="4834" y="4180"/>
                  </a:cubicBezTo>
                  <a:lnTo>
                    <a:pt x="4834" y="5680"/>
                  </a:lnTo>
                  <a:cubicBezTo>
                    <a:pt x="4834" y="5871"/>
                    <a:pt x="4667" y="6037"/>
                    <a:pt x="4477" y="6037"/>
                  </a:cubicBezTo>
                  <a:lnTo>
                    <a:pt x="4477" y="4811"/>
                  </a:lnTo>
                  <a:cubicBezTo>
                    <a:pt x="4477" y="4549"/>
                    <a:pt x="4239" y="4311"/>
                    <a:pt x="3977" y="4311"/>
                  </a:cubicBezTo>
                  <a:lnTo>
                    <a:pt x="2584" y="4311"/>
                  </a:lnTo>
                  <a:cubicBezTo>
                    <a:pt x="2310" y="4311"/>
                    <a:pt x="2084" y="4537"/>
                    <a:pt x="2084" y="4811"/>
                  </a:cubicBezTo>
                  <a:lnTo>
                    <a:pt x="2084" y="6037"/>
                  </a:lnTo>
                  <a:lnTo>
                    <a:pt x="2072" y="6037"/>
                  </a:lnTo>
                  <a:cubicBezTo>
                    <a:pt x="1869" y="6037"/>
                    <a:pt x="1715" y="5871"/>
                    <a:pt x="1715" y="5680"/>
                  </a:cubicBezTo>
                  <a:lnTo>
                    <a:pt x="1715" y="4180"/>
                  </a:lnTo>
                  <a:cubicBezTo>
                    <a:pt x="1715" y="4013"/>
                    <a:pt x="1810" y="3882"/>
                    <a:pt x="1965" y="3835"/>
                  </a:cubicBezTo>
                  <a:lnTo>
                    <a:pt x="2548" y="3668"/>
                  </a:lnTo>
                  <a:cubicBezTo>
                    <a:pt x="2679" y="3620"/>
                    <a:pt x="2798" y="3537"/>
                    <a:pt x="2858" y="3418"/>
                  </a:cubicBezTo>
                  <a:cubicBezTo>
                    <a:pt x="2988" y="3430"/>
                    <a:pt x="3119" y="3430"/>
                    <a:pt x="3274" y="3430"/>
                  </a:cubicBezTo>
                  <a:cubicBezTo>
                    <a:pt x="3417" y="3430"/>
                    <a:pt x="3560" y="3418"/>
                    <a:pt x="3691" y="3418"/>
                  </a:cubicBezTo>
                  <a:close/>
                  <a:moveTo>
                    <a:pt x="8668" y="3608"/>
                  </a:moveTo>
                  <a:cubicBezTo>
                    <a:pt x="8715" y="3644"/>
                    <a:pt x="8763" y="3656"/>
                    <a:pt x="8811" y="3668"/>
                  </a:cubicBezTo>
                  <a:lnTo>
                    <a:pt x="9382" y="3835"/>
                  </a:lnTo>
                  <a:cubicBezTo>
                    <a:pt x="9537" y="3882"/>
                    <a:pt x="9644" y="4013"/>
                    <a:pt x="9644" y="4180"/>
                  </a:cubicBezTo>
                  <a:lnTo>
                    <a:pt x="9644" y="5680"/>
                  </a:lnTo>
                  <a:cubicBezTo>
                    <a:pt x="9644" y="5871"/>
                    <a:pt x="9477" y="6037"/>
                    <a:pt x="9287" y="6037"/>
                  </a:cubicBezTo>
                  <a:lnTo>
                    <a:pt x="8584" y="6037"/>
                  </a:lnTo>
                  <a:lnTo>
                    <a:pt x="8584" y="6025"/>
                  </a:lnTo>
                  <a:lnTo>
                    <a:pt x="8584" y="5668"/>
                  </a:lnTo>
                  <a:lnTo>
                    <a:pt x="9120" y="5668"/>
                  </a:lnTo>
                  <a:cubicBezTo>
                    <a:pt x="9204" y="5668"/>
                    <a:pt x="9287" y="5597"/>
                    <a:pt x="9287" y="5502"/>
                  </a:cubicBezTo>
                  <a:lnTo>
                    <a:pt x="9287" y="4466"/>
                  </a:lnTo>
                  <a:cubicBezTo>
                    <a:pt x="9287" y="4370"/>
                    <a:pt x="9204" y="4299"/>
                    <a:pt x="9120" y="4299"/>
                  </a:cubicBezTo>
                  <a:cubicBezTo>
                    <a:pt x="9025" y="4299"/>
                    <a:pt x="8954" y="4370"/>
                    <a:pt x="8954" y="4466"/>
                  </a:cubicBezTo>
                  <a:lnTo>
                    <a:pt x="8954" y="5335"/>
                  </a:lnTo>
                  <a:lnTo>
                    <a:pt x="8584" y="5335"/>
                  </a:lnTo>
                  <a:lnTo>
                    <a:pt x="8584" y="4644"/>
                  </a:lnTo>
                  <a:cubicBezTo>
                    <a:pt x="8584" y="4466"/>
                    <a:pt x="8430" y="4311"/>
                    <a:pt x="8251" y="4311"/>
                  </a:cubicBezTo>
                  <a:lnTo>
                    <a:pt x="6513" y="4311"/>
                  </a:lnTo>
                  <a:lnTo>
                    <a:pt x="6513" y="4180"/>
                  </a:lnTo>
                  <a:lnTo>
                    <a:pt x="6548" y="4180"/>
                  </a:lnTo>
                  <a:cubicBezTo>
                    <a:pt x="6548" y="4013"/>
                    <a:pt x="6644" y="3882"/>
                    <a:pt x="6798" y="3835"/>
                  </a:cubicBezTo>
                  <a:lnTo>
                    <a:pt x="7382" y="3668"/>
                  </a:lnTo>
                  <a:cubicBezTo>
                    <a:pt x="7418" y="3656"/>
                    <a:pt x="7477" y="3644"/>
                    <a:pt x="7513" y="3608"/>
                  </a:cubicBezTo>
                  <a:lnTo>
                    <a:pt x="7620" y="3716"/>
                  </a:lnTo>
                  <a:cubicBezTo>
                    <a:pt x="7751" y="3847"/>
                    <a:pt x="7918" y="3906"/>
                    <a:pt x="8096" y="3906"/>
                  </a:cubicBezTo>
                  <a:cubicBezTo>
                    <a:pt x="8275" y="3906"/>
                    <a:pt x="8453" y="3835"/>
                    <a:pt x="8573" y="3716"/>
                  </a:cubicBezTo>
                  <a:lnTo>
                    <a:pt x="8668" y="3608"/>
                  </a:lnTo>
                  <a:close/>
                  <a:moveTo>
                    <a:pt x="8287" y="4644"/>
                  </a:moveTo>
                  <a:cubicBezTo>
                    <a:pt x="8287" y="4644"/>
                    <a:pt x="8299" y="4644"/>
                    <a:pt x="8299" y="4656"/>
                  </a:cubicBezTo>
                  <a:lnTo>
                    <a:pt x="8299" y="6037"/>
                  </a:lnTo>
                  <a:cubicBezTo>
                    <a:pt x="8299" y="6037"/>
                    <a:pt x="8299" y="6049"/>
                    <a:pt x="8287" y="6049"/>
                  </a:cubicBezTo>
                  <a:lnTo>
                    <a:pt x="6215" y="6049"/>
                  </a:lnTo>
                  <a:cubicBezTo>
                    <a:pt x="6215" y="6049"/>
                    <a:pt x="6203" y="6049"/>
                    <a:pt x="6203" y="6037"/>
                  </a:cubicBezTo>
                  <a:lnTo>
                    <a:pt x="6203" y="4656"/>
                  </a:lnTo>
                  <a:lnTo>
                    <a:pt x="8287" y="4644"/>
                  </a:lnTo>
                  <a:close/>
                  <a:moveTo>
                    <a:pt x="2084" y="6371"/>
                  </a:moveTo>
                  <a:lnTo>
                    <a:pt x="2084" y="6740"/>
                  </a:lnTo>
                  <a:lnTo>
                    <a:pt x="679" y="6740"/>
                  </a:lnTo>
                  <a:lnTo>
                    <a:pt x="679" y="6371"/>
                  </a:lnTo>
                  <a:close/>
                  <a:moveTo>
                    <a:pt x="10382" y="6371"/>
                  </a:moveTo>
                  <a:lnTo>
                    <a:pt x="10382" y="6740"/>
                  </a:lnTo>
                  <a:lnTo>
                    <a:pt x="4477" y="6740"/>
                  </a:lnTo>
                  <a:lnTo>
                    <a:pt x="4477" y="6371"/>
                  </a:lnTo>
                  <a:close/>
                  <a:moveTo>
                    <a:pt x="3953" y="4644"/>
                  </a:moveTo>
                  <a:cubicBezTo>
                    <a:pt x="4060" y="4644"/>
                    <a:pt x="4131" y="4728"/>
                    <a:pt x="4131" y="4823"/>
                  </a:cubicBezTo>
                  <a:lnTo>
                    <a:pt x="4131" y="7085"/>
                  </a:lnTo>
                  <a:lnTo>
                    <a:pt x="2393" y="7085"/>
                  </a:lnTo>
                  <a:lnTo>
                    <a:pt x="2393" y="4823"/>
                  </a:lnTo>
                  <a:cubicBezTo>
                    <a:pt x="2393" y="4716"/>
                    <a:pt x="2488" y="4644"/>
                    <a:pt x="2572" y="4644"/>
                  </a:cubicBezTo>
                  <a:close/>
                  <a:moveTo>
                    <a:pt x="3274" y="1"/>
                  </a:moveTo>
                  <a:cubicBezTo>
                    <a:pt x="2548" y="1"/>
                    <a:pt x="1965" y="596"/>
                    <a:pt x="1905" y="1370"/>
                  </a:cubicBezTo>
                  <a:cubicBezTo>
                    <a:pt x="1869" y="1692"/>
                    <a:pt x="1774" y="2346"/>
                    <a:pt x="1631" y="2751"/>
                  </a:cubicBezTo>
                  <a:cubicBezTo>
                    <a:pt x="1607" y="2835"/>
                    <a:pt x="1607" y="2930"/>
                    <a:pt x="1655" y="3001"/>
                  </a:cubicBezTo>
                  <a:cubicBezTo>
                    <a:pt x="1691" y="3073"/>
                    <a:pt x="1750" y="3156"/>
                    <a:pt x="1845" y="3180"/>
                  </a:cubicBezTo>
                  <a:cubicBezTo>
                    <a:pt x="1988" y="3227"/>
                    <a:pt x="2215" y="3299"/>
                    <a:pt x="2488" y="3358"/>
                  </a:cubicBezTo>
                  <a:lnTo>
                    <a:pt x="2465" y="3358"/>
                  </a:lnTo>
                  <a:lnTo>
                    <a:pt x="1893" y="3525"/>
                  </a:lnTo>
                  <a:cubicBezTo>
                    <a:pt x="1595" y="3608"/>
                    <a:pt x="1393" y="3882"/>
                    <a:pt x="1393" y="4180"/>
                  </a:cubicBezTo>
                  <a:lnTo>
                    <a:pt x="1393" y="5680"/>
                  </a:lnTo>
                  <a:cubicBezTo>
                    <a:pt x="1393" y="5811"/>
                    <a:pt x="1429" y="5930"/>
                    <a:pt x="1500" y="6037"/>
                  </a:cubicBezTo>
                  <a:lnTo>
                    <a:pt x="167" y="6037"/>
                  </a:lnTo>
                  <a:cubicBezTo>
                    <a:pt x="71" y="6037"/>
                    <a:pt x="0" y="6109"/>
                    <a:pt x="0" y="6204"/>
                  </a:cubicBezTo>
                  <a:cubicBezTo>
                    <a:pt x="0" y="6287"/>
                    <a:pt x="71" y="6371"/>
                    <a:pt x="167" y="6371"/>
                  </a:cubicBezTo>
                  <a:lnTo>
                    <a:pt x="345" y="6371"/>
                  </a:lnTo>
                  <a:lnTo>
                    <a:pt x="345" y="7930"/>
                  </a:lnTo>
                  <a:cubicBezTo>
                    <a:pt x="345" y="8014"/>
                    <a:pt x="417" y="8097"/>
                    <a:pt x="500" y="8097"/>
                  </a:cubicBezTo>
                  <a:cubicBezTo>
                    <a:pt x="595" y="8097"/>
                    <a:pt x="667" y="8014"/>
                    <a:pt x="667" y="7930"/>
                  </a:cubicBezTo>
                  <a:lnTo>
                    <a:pt x="667" y="7049"/>
                  </a:lnTo>
                  <a:lnTo>
                    <a:pt x="2072" y="7049"/>
                  </a:lnTo>
                  <a:lnTo>
                    <a:pt x="2072" y="7930"/>
                  </a:lnTo>
                  <a:cubicBezTo>
                    <a:pt x="2072" y="8014"/>
                    <a:pt x="2143" y="8097"/>
                    <a:pt x="2226" y="8097"/>
                  </a:cubicBezTo>
                  <a:cubicBezTo>
                    <a:pt x="2322" y="8097"/>
                    <a:pt x="2393" y="8014"/>
                    <a:pt x="2393" y="7930"/>
                  </a:cubicBezTo>
                  <a:lnTo>
                    <a:pt x="2393" y="7395"/>
                  </a:lnTo>
                  <a:lnTo>
                    <a:pt x="4155" y="7395"/>
                  </a:lnTo>
                  <a:lnTo>
                    <a:pt x="4155" y="7930"/>
                  </a:lnTo>
                  <a:cubicBezTo>
                    <a:pt x="4155" y="8014"/>
                    <a:pt x="4227" y="8097"/>
                    <a:pt x="4310" y="8097"/>
                  </a:cubicBezTo>
                  <a:cubicBezTo>
                    <a:pt x="4405" y="8097"/>
                    <a:pt x="4477" y="8014"/>
                    <a:pt x="4477" y="7930"/>
                  </a:cubicBezTo>
                  <a:lnTo>
                    <a:pt x="4477" y="7049"/>
                  </a:lnTo>
                  <a:lnTo>
                    <a:pt x="10370" y="7049"/>
                  </a:lnTo>
                  <a:lnTo>
                    <a:pt x="10370" y="7930"/>
                  </a:lnTo>
                  <a:cubicBezTo>
                    <a:pt x="10370" y="8014"/>
                    <a:pt x="10442" y="8097"/>
                    <a:pt x="10537" y="8097"/>
                  </a:cubicBezTo>
                  <a:cubicBezTo>
                    <a:pt x="10620" y="8097"/>
                    <a:pt x="10704" y="8014"/>
                    <a:pt x="10704" y="7930"/>
                  </a:cubicBezTo>
                  <a:lnTo>
                    <a:pt x="10704" y="6371"/>
                  </a:lnTo>
                  <a:lnTo>
                    <a:pt x="10882" y="6371"/>
                  </a:lnTo>
                  <a:cubicBezTo>
                    <a:pt x="10966" y="6371"/>
                    <a:pt x="11037" y="6287"/>
                    <a:pt x="11037" y="6204"/>
                  </a:cubicBezTo>
                  <a:cubicBezTo>
                    <a:pt x="11037" y="6109"/>
                    <a:pt x="10966" y="6037"/>
                    <a:pt x="10882" y="6037"/>
                  </a:cubicBezTo>
                  <a:lnTo>
                    <a:pt x="9894" y="6037"/>
                  </a:lnTo>
                  <a:cubicBezTo>
                    <a:pt x="9954" y="5930"/>
                    <a:pt x="10001" y="5811"/>
                    <a:pt x="10001" y="5680"/>
                  </a:cubicBezTo>
                  <a:lnTo>
                    <a:pt x="10001" y="4180"/>
                  </a:lnTo>
                  <a:cubicBezTo>
                    <a:pt x="10001" y="3882"/>
                    <a:pt x="9787" y="3608"/>
                    <a:pt x="9501" y="3525"/>
                  </a:cubicBezTo>
                  <a:lnTo>
                    <a:pt x="8930" y="3358"/>
                  </a:lnTo>
                  <a:cubicBezTo>
                    <a:pt x="8858" y="3335"/>
                    <a:pt x="8799" y="3275"/>
                    <a:pt x="8799" y="3180"/>
                  </a:cubicBezTo>
                  <a:lnTo>
                    <a:pt x="8799" y="3049"/>
                  </a:lnTo>
                  <a:cubicBezTo>
                    <a:pt x="8858" y="3001"/>
                    <a:pt x="8894" y="2977"/>
                    <a:pt x="8942" y="2918"/>
                  </a:cubicBezTo>
                  <a:cubicBezTo>
                    <a:pt x="9180" y="2692"/>
                    <a:pt x="9299" y="2382"/>
                    <a:pt x="9299" y="2049"/>
                  </a:cubicBezTo>
                  <a:lnTo>
                    <a:pt x="9299" y="1739"/>
                  </a:lnTo>
                  <a:lnTo>
                    <a:pt x="9358" y="1608"/>
                  </a:lnTo>
                  <a:cubicBezTo>
                    <a:pt x="9430" y="1453"/>
                    <a:pt x="9465" y="1311"/>
                    <a:pt x="9465" y="1144"/>
                  </a:cubicBezTo>
                  <a:lnTo>
                    <a:pt x="9465" y="310"/>
                  </a:lnTo>
                  <a:cubicBezTo>
                    <a:pt x="9465" y="215"/>
                    <a:pt x="9382" y="144"/>
                    <a:pt x="9299" y="144"/>
                  </a:cubicBezTo>
                  <a:lnTo>
                    <a:pt x="7739" y="144"/>
                  </a:lnTo>
                  <a:cubicBezTo>
                    <a:pt x="7168" y="144"/>
                    <a:pt x="6703" y="608"/>
                    <a:pt x="6703" y="1168"/>
                  </a:cubicBezTo>
                  <a:lnTo>
                    <a:pt x="6703" y="1191"/>
                  </a:lnTo>
                  <a:cubicBezTo>
                    <a:pt x="6703" y="1322"/>
                    <a:pt x="6739" y="1453"/>
                    <a:pt x="6798" y="1572"/>
                  </a:cubicBezTo>
                  <a:lnTo>
                    <a:pt x="6894" y="1739"/>
                  </a:lnTo>
                  <a:lnTo>
                    <a:pt x="6894" y="2001"/>
                  </a:lnTo>
                  <a:cubicBezTo>
                    <a:pt x="6894" y="2418"/>
                    <a:pt x="7096" y="2799"/>
                    <a:pt x="7406" y="3037"/>
                  </a:cubicBezTo>
                  <a:lnTo>
                    <a:pt x="7406" y="3180"/>
                  </a:lnTo>
                  <a:cubicBezTo>
                    <a:pt x="7406" y="3251"/>
                    <a:pt x="7346" y="3335"/>
                    <a:pt x="7275" y="3358"/>
                  </a:cubicBezTo>
                  <a:lnTo>
                    <a:pt x="6691" y="3525"/>
                  </a:lnTo>
                  <a:cubicBezTo>
                    <a:pt x="6394" y="3608"/>
                    <a:pt x="6203" y="3882"/>
                    <a:pt x="6203" y="4180"/>
                  </a:cubicBezTo>
                  <a:lnTo>
                    <a:pt x="6203" y="4311"/>
                  </a:lnTo>
                  <a:lnTo>
                    <a:pt x="6191" y="4311"/>
                  </a:lnTo>
                  <a:cubicBezTo>
                    <a:pt x="6013" y="4311"/>
                    <a:pt x="5858" y="4466"/>
                    <a:pt x="5858" y="4644"/>
                  </a:cubicBezTo>
                  <a:lnTo>
                    <a:pt x="5858" y="6025"/>
                  </a:lnTo>
                  <a:lnTo>
                    <a:pt x="5858" y="6037"/>
                  </a:lnTo>
                  <a:lnTo>
                    <a:pt x="5048" y="6037"/>
                  </a:lnTo>
                  <a:cubicBezTo>
                    <a:pt x="5108" y="5930"/>
                    <a:pt x="5144" y="5811"/>
                    <a:pt x="5144" y="5680"/>
                  </a:cubicBezTo>
                  <a:lnTo>
                    <a:pt x="5144" y="4180"/>
                  </a:lnTo>
                  <a:cubicBezTo>
                    <a:pt x="5144" y="3882"/>
                    <a:pt x="4941" y="3608"/>
                    <a:pt x="4655" y="3525"/>
                  </a:cubicBezTo>
                  <a:lnTo>
                    <a:pt x="4072" y="3358"/>
                  </a:lnTo>
                  <a:lnTo>
                    <a:pt x="4060" y="3358"/>
                  </a:lnTo>
                  <a:cubicBezTo>
                    <a:pt x="4346" y="3299"/>
                    <a:pt x="4560" y="3239"/>
                    <a:pt x="4703" y="3180"/>
                  </a:cubicBezTo>
                  <a:cubicBezTo>
                    <a:pt x="4786" y="3156"/>
                    <a:pt x="4846" y="3096"/>
                    <a:pt x="4893" y="3001"/>
                  </a:cubicBezTo>
                  <a:cubicBezTo>
                    <a:pt x="4941" y="2930"/>
                    <a:pt x="4941" y="2835"/>
                    <a:pt x="4905" y="2751"/>
                  </a:cubicBezTo>
                  <a:cubicBezTo>
                    <a:pt x="4763" y="2358"/>
                    <a:pt x="4655" y="1692"/>
                    <a:pt x="4643" y="1370"/>
                  </a:cubicBezTo>
                  <a:cubicBezTo>
                    <a:pt x="4584" y="572"/>
                    <a:pt x="4001" y="1"/>
                    <a:pt x="327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3142;p67">
              <a:extLst>
                <a:ext uri="{FF2B5EF4-FFF2-40B4-BE49-F238E27FC236}">
                  <a16:creationId xmlns:a16="http://schemas.microsoft.com/office/drawing/2014/main" id="{193E6A97-0D71-BA67-C65F-9E4340D0D9F8}"/>
                </a:ext>
              </a:extLst>
            </p:cNvPr>
            <p:cNvSpPr/>
            <p:nvPr/>
          </p:nvSpPr>
          <p:spPr>
            <a:xfrm>
              <a:off x="1611228" y="2679979"/>
              <a:ext cx="12250" cy="12708"/>
            </a:xfrm>
            <a:custGeom>
              <a:avLst/>
              <a:gdLst/>
              <a:ahLst/>
              <a:cxnLst/>
              <a:rect l="l" t="t" r="r" b="b"/>
              <a:pathLst>
                <a:path w="322" h="334" extrusionOk="0">
                  <a:moveTo>
                    <a:pt x="167" y="0"/>
                  </a:moveTo>
                  <a:cubicBezTo>
                    <a:pt x="72" y="0"/>
                    <a:pt x="0" y="83"/>
                    <a:pt x="0" y="167"/>
                  </a:cubicBezTo>
                  <a:cubicBezTo>
                    <a:pt x="0" y="262"/>
                    <a:pt x="72" y="334"/>
                    <a:pt x="167" y="334"/>
                  </a:cubicBezTo>
                  <a:cubicBezTo>
                    <a:pt x="250" y="334"/>
                    <a:pt x="322" y="262"/>
                    <a:pt x="322" y="167"/>
                  </a:cubicBezTo>
                  <a:cubicBezTo>
                    <a:pt x="322" y="83"/>
                    <a:pt x="250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2" name="Google Shape;13065;p67">
            <a:extLst>
              <a:ext uri="{FF2B5EF4-FFF2-40B4-BE49-F238E27FC236}">
                <a16:creationId xmlns:a16="http://schemas.microsoft.com/office/drawing/2014/main" id="{3270D21B-8CD7-20BF-FB9C-B90FE96AA28E}"/>
              </a:ext>
            </a:extLst>
          </p:cNvPr>
          <p:cNvGrpSpPr/>
          <p:nvPr/>
        </p:nvGrpSpPr>
        <p:grpSpPr>
          <a:xfrm>
            <a:off x="7560236" y="-149384"/>
            <a:ext cx="560279" cy="554273"/>
            <a:chOff x="4667216" y="2915382"/>
            <a:chExt cx="320273" cy="318395"/>
          </a:xfrm>
        </p:grpSpPr>
        <p:sp>
          <p:nvSpPr>
            <p:cNvPr id="63" name="Google Shape;13066;p67">
              <a:extLst>
                <a:ext uri="{FF2B5EF4-FFF2-40B4-BE49-F238E27FC236}">
                  <a16:creationId xmlns:a16="http://schemas.microsoft.com/office/drawing/2014/main" id="{00DB7AB2-EB40-4739-DB94-D44B375AE065}"/>
                </a:ext>
              </a:extLst>
            </p:cNvPr>
            <p:cNvSpPr/>
            <p:nvPr/>
          </p:nvSpPr>
          <p:spPr>
            <a:xfrm>
              <a:off x="4686154" y="2938140"/>
              <a:ext cx="166789" cy="163734"/>
            </a:xfrm>
            <a:custGeom>
              <a:avLst/>
              <a:gdLst/>
              <a:ahLst/>
              <a:cxnLst/>
              <a:rect l="l" t="t" r="r" b="b"/>
              <a:pathLst>
                <a:path w="5240" h="5144" extrusionOk="0">
                  <a:moveTo>
                    <a:pt x="2668" y="0"/>
                  </a:moveTo>
                  <a:cubicBezTo>
                    <a:pt x="2013" y="0"/>
                    <a:pt x="1358" y="250"/>
                    <a:pt x="858" y="750"/>
                  </a:cubicBezTo>
                  <a:cubicBezTo>
                    <a:pt x="620" y="989"/>
                    <a:pt x="429" y="1286"/>
                    <a:pt x="298" y="1608"/>
                  </a:cubicBezTo>
                  <a:cubicBezTo>
                    <a:pt x="263" y="1679"/>
                    <a:pt x="298" y="1762"/>
                    <a:pt x="370" y="1798"/>
                  </a:cubicBezTo>
                  <a:cubicBezTo>
                    <a:pt x="388" y="1804"/>
                    <a:pt x="407" y="1807"/>
                    <a:pt x="426" y="1807"/>
                  </a:cubicBezTo>
                  <a:cubicBezTo>
                    <a:pt x="484" y="1807"/>
                    <a:pt x="542" y="1780"/>
                    <a:pt x="560" y="1727"/>
                  </a:cubicBezTo>
                  <a:cubicBezTo>
                    <a:pt x="679" y="1441"/>
                    <a:pt x="846" y="1191"/>
                    <a:pt x="1060" y="977"/>
                  </a:cubicBezTo>
                  <a:cubicBezTo>
                    <a:pt x="1495" y="536"/>
                    <a:pt x="2075" y="316"/>
                    <a:pt x="2656" y="316"/>
                  </a:cubicBezTo>
                  <a:cubicBezTo>
                    <a:pt x="3236" y="316"/>
                    <a:pt x="3817" y="536"/>
                    <a:pt x="4251" y="977"/>
                  </a:cubicBezTo>
                  <a:cubicBezTo>
                    <a:pt x="4692" y="1405"/>
                    <a:pt x="4930" y="1977"/>
                    <a:pt x="4930" y="2584"/>
                  </a:cubicBezTo>
                  <a:cubicBezTo>
                    <a:pt x="4930" y="3191"/>
                    <a:pt x="4692" y="3763"/>
                    <a:pt x="4251" y="4191"/>
                  </a:cubicBezTo>
                  <a:cubicBezTo>
                    <a:pt x="3823" y="4620"/>
                    <a:pt x="3263" y="4858"/>
                    <a:pt x="2644" y="4858"/>
                  </a:cubicBezTo>
                  <a:cubicBezTo>
                    <a:pt x="2037" y="4858"/>
                    <a:pt x="1477" y="4620"/>
                    <a:pt x="1037" y="4191"/>
                  </a:cubicBezTo>
                  <a:cubicBezTo>
                    <a:pt x="536" y="3679"/>
                    <a:pt x="298" y="2989"/>
                    <a:pt x="405" y="2274"/>
                  </a:cubicBezTo>
                  <a:cubicBezTo>
                    <a:pt x="417" y="2191"/>
                    <a:pt x="358" y="2120"/>
                    <a:pt x="286" y="2108"/>
                  </a:cubicBezTo>
                  <a:cubicBezTo>
                    <a:pt x="279" y="2107"/>
                    <a:pt x="272" y="2106"/>
                    <a:pt x="265" y="2106"/>
                  </a:cubicBezTo>
                  <a:cubicBezTo>
                    <a:pt x="191" y="2106"/>
                    <a:pt x="131" y="2162"/>
                    <a:pt x="120" y="2227"/>
                  </a:cubicBezTo>
                  <a:cubicBezTo>
                    <a:pt x="1" y="3024"/>
                    <a:pt x="263" y="3822"/>
                    <a:pt x="846" y="4394"/>
                  </a:cubicBezTo>
                  <a:cubicBezTo>
                    <a:pt x="1334" y="4894"/>
                    <a:pt x="1977" y="5144"/>
                    <a:pt x="2668" y="5144"/>
                  </a:cubicBezTo>
                  <a:cubicBezTo>
                    <a:pt x="3346" y="5144"/>
                    <a:pt x="3989" y="4870"/>
                    <a:pt x="4477" y="4394"/>
                  </a:cubicBezTo>
                  <a:cubicBezTo>
                    <a:pt x="4966" y="3906"/>
                    <a:pt x="5228" y="3263"/>
                    <a:pt x="5228" y="2584"/>
                  </a:cubicBezTo>
                  <a:cubicBezTo>
                    <a:pt x="5239" y="1870"/>
                    <a:pt x="4966" y="1227"/>
                    <a:pt x="4477" y="750"/>
                  </a:cubicBezTo>
                  <a:cubicBezTo>
                    <a:pt x="3977" y="250"/>
                    <a:pt x="3323" y="0"/>
                    <a:pt x="2668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3067;p67">
              <a:extLst>
                <a:ext uri="{FF2B5EF4-FFF2-40B4-BE49-F238E27FC236}">
                  <a16:creationId xmlns:a16="http://schemas.microsoft.com/office/drawing/2014/main" id="{1E8F4FE7-EC32-49FA-E891-A492B5268CD4}"/>
                </a:ext>
              </a:extLst>
            </p:cNvPr>
            <p:cNvSpPr/>
            <p:nvPr/>
          </p:nvSpPr>
          <p:spPr>
            <a:xfrm>
              <a:off x="4667216" y="2915382"/>
              <a:ext cx="320273" cy="318395"/>
            </a:xfrm>
            <a:custGeom>
              <a:avLst/>
              <a:gdLst/>
              <a:ahLst/>
              <a:cxnLst/>
              <a:rect l="l" t="t" r="r" b="b"/>
              <a:pathLst>
                <a:path w="10062" h="10003" extrusionOk="0">
                  <a:moveTo>
                    <a:pt x="5668" y="5502"/>
                  </a:moveTo>
                  <a:lnTo>
                    <a:pt x="5977" y="5811"/>
                  </a:lnTo>
                  <a:lnTo>
                    <a:pt x="5799" y="5990"/>
                  </a:lnTo>
                  <a:lnTo>
                    <a:pt x="5489" y="5680"/>
                  </a:lnTo>
                  <a:lnTo>
                    <a:pt x="5584" y="5585"/>
                  </a:lnTo>
                  <a:lnTo>
                    <a:pt x="5668" y="5502"/>
                  </a:lnTo>
                  <a:close/>
                  <a:moveTo>
                    <a:pt x="8347" y="7597"/>
                  </a:moveTo>
                  <a:lnTo>
                    <a:pt x="8501" y="7752"/>
                  </a:lnTo>
                  <a:lnTo>
                    <a:pt x="7739" y="8502"/>
                  </a:lnTo>
                  <a:lnTo>
                    <a:pt x="7585" y="8359"/>
                  </a:lnTo>
                  <a:lnTo>
                    <a:pt x="8347" y="7597"/>
                  </a:lnTo>
                  <a:close/>
                  <a:moveTo>
                    <a:pt x="8704" y="7954"/>
                  </a:moveTo>
                  <a:lnTo>
                    <a:pt x="8894" y="8157"/>
                  </a:lnTo>
                  <a:lnTo>
                    <a:pt x="8132" y="8907"/>
                  </a:lnTo>
                  <a:lnTo>
                    <a:pt x="7989" y="8764"/>
                  </a:lnTo>
                  <a:lnTo>
                    <a:pt x="7942" y="8716"/>
                  </a:lnTo>
                  <a:lnTo>
                    <a:pt x="8704" y="7954"/>
                  </a:lnTo>
                  <a:close/>
                  <a:moveTo>
                    <a:pt x="9097" y="8359"/>
                  </a:moveTo>
                  <a:lnTo>
                    <a:pt x="9621" y="8895"/>
                  </a:lnTo>
                  <a:cubicBezTo>
                    <a:pt x="9728" y="8966"/>
                    <a:pt x="9728" y="9121"/>
                    <a:pt x="9644" y="9228"/>
                  </a:cubicBezTo>
                  <a:lnTo>
                    <a:pt x="9216" y="9657"/>
                  </a:lnTo>
                  <a:cubicBezTo>
                    <a:pt x="9168" y="9699"/>
                    <a:pt x="9109" y="9719"/>
                    <a:pt x="9048" y="9719"/>
                  </a:cubicBezTo>
                  <a:cubicBezTo>
                    <a:pt x="8987" y="9719"/>
                    <a:pt x="8924" y="9699"/>
                    <a:pt x="8871" y="9657"/>
                  </a:cubicBezTo>
                  <a:lnTo>
                    <a:pt x="8335" y="9121"/>
                  </a:lnTo>
                  <a:lnTo>
                    <a:pt x="9097" y="8359"/>
                  </a:lnTo>
                  <a:close/>
                  <a:moveTo>
                    <a:pt x="3282" y="1"/>
                  </a:moveTo>
                  <a:cubicBezTo>
                    <a:pt x="2441" y="1"/>
                    <a:pt x="1602" y="322"/>
                    <a:pt x="965" y="965"/>
                  </a:cubicBezTo>
                  <a:cubicBezTo>
                    <a:pt x="334" y="1584"/>
                    <a:pt x="0" y="2406"/>
                    <a:pt x="0" y="3287"/>
                  </a:cubicBezTo>
                  <a:cubicBezTo>
                    <a:pt x="0" y="4156"/>
                    <a:pt x="334" y="4978"/>
                    <a:pt x="965" y="5609"/>
                  </a:cubicBezTo>
                  <a:cubicBezTo>
                    <a:pt x="1608" y="6240"/>
                    <a:pt x="2441" y="6573"/>
                    <a:pt x="3286" y="6573"/>
                  </a:cubicBezTo>
                  <a:cubicBezTo>
                    <a:pt x="3989" y="6573"/>
                    <a:pt x="4703" y="6347"/>
                    <a:pt x="5275" y="5883"/>
                  </a:cubicBezTo>
                  <a:lnTo>
                    <a:pt x="5608" y="6216"/>
                  </a:lnTo>
                  <a:cubicBezTo>
                    <a:pt x="5477" y="6418"/>
                    <a:pt x="5501" y="6692"/>
                    <a:pt x="5680" y="6871"/>
                  </a:cubicBezTo>
                  <a:lnTo>
                    <a:pt x="6370" y="7561"/>
                  </a:lnTo>
                  <a:cubicBezTo>
                    <a:pt x="6400" y="7585"/>
                    <a:pt x="6436" y="7597"/>
                    <a:pt x="6471" y="7597"/>
                  </a:cubicBezTo>
                  <a:cubicBezTo>
                    <a:pt x="6507" y="7597"/>
                    <a:pt x="6543" y="7585"/>
                    <a:pt x="6573" y="7561"/>
                  </a:cubicBezTo>
                  <a:cubicBezTo>
                    <a:pt x="6632" y="7502"/>
                    <a:pt x="6632" y="7407"/>
                    <a:pt x="6573" y="7347"/>
                  </a:cubicBezTo>
                  <a:lnTo>
                    <a:pt x="5894" y="6668"/>
                  </a:lnTo>
                  <a:cubicBezTo>
                    <a:pt x="5799" y="6573"/>
                    <a:pt x="5799" y="6418"/>
                    <a:pt x="5894" y="6323"/>
                  </a:cubicBezTo>
                  <a:lnTo>
                    <a:pt x="6323" y="5895"/>
                  </a:lnTo>
                  <a:cubicBezTo>
                    <a:pt x="6370" y="5847"/>
                    <a:pt x="6430" y="5811"/>
                    <a:pt x="6489" y="5811"/>
                  </a:cubicBezTo>
                  <a:cubicBezTo>
                    <a:pt x="6549" y="5811"/>
                    <a:pt x="6608" y="5847"/>
                    <a:pt x="6644" y="5895"/>
                  </a:cubicBezTo>
                  <a:lnTo>
                    <a:pt x="8156" y="7395"/>
                  </a:lnTo>
                  <a:lnTo>
                    <a:pt x="7394" y="8157"/>
                  </a:lnTo>
                  <a:lnTo>
                    <a:pt x="6966" y="7716"/>
                  </a:lnTo>
                  <a:cubicBezTo>
                    <a:pt x="6936" y="7686"/>
                    <a:pt x="6897" y="7672"/>
                    <a:pt x="6858" y="7672"/>
                  </a:cubicBezTo>
                  <a:cubicBezTo>
                    <a:pt x="6820" y="7672"/>
                    <a:pt x="6781" y="7686"/>
                    <a:pt x="6751" y="7716"/>
                  </a:cubicBezTo>
                  <a:cubicBezTo>
                    <a:pt x="6692" y="7776"/>
                    <a:pt x="6692" y="7871"/>
                    <a:pt x="6751" y="7930"/>
                  </a:cubicBezTo>
                  <a:lnTo>
                    <a:pt x="8668" y="9847"/>
                  </a:lnTo>
                  <a:cubicBezTo>
                    <a:pt x="8775" y="9955"/>
                    <a:pt x="8906" y="10002"/>
                    <a:pt x="9049" y="10002"/>
                  </a:cubicBezTo>
                  <a:cubicBezTo>
                    <a:pt x="9180" y="10002"/>
                    <a:pt x="9311" y="9955"/>
                    <a:pt x="9418" y="9847"/>
                  </a:cubicBezTo>
                  <a:lnTo>
                    <a:pt x="9847" y="9419"/>
                  </a:lnTo>
                  <a:cubicBezTo>
                    <a:pt x="10061" y="9228"/>
                    <a:pt x="10061" y="8883"/>
                    <a:pt x="9847" y="8669"/>
                  </a:cubicBezTo>
                  <a:lnTo>
                    <a:pt x="6858" y="5680"/>
                  </a:lnTo>
                  <a:cubicBezTo>
                    <a:pt x="6751" y="5573"/>
                    <a:pt x="6620" y="5525"/>
                    <a:pt x="6489" y="5525"/>
                  </a:cubicBezTo>
                  <a:cubicBezTo>
                    <a:pt x="6382" y="5525"/>
                    <a:pt x="6299" y="5561"/>
                    <a:pt x="6204" y="5609"/>
                  </a:cubicBezTo>
                  <a:lnTo>
                    <a:pt x="5870" y="5275"/>
                  </a:lnTo>
                  <a:cubicBezTo>
                    <a:pt x="6144" y="4930"/>
                    <a:pt x="6334" y="4537"/>
                    <a:pt x="6454" y="4097"/>
                  </a:cubicBezTo>
                  <a:cubicBezTo>
                    <a:pt x="6465" y="4025"/>
                    <a:pt x="6430" y="3942"/>
                    <a:pt x="6346" y="3918"/>
                  </a:cubicBezTo>
                  <a:cubicBezTo>
                    <a:pt x="6339" y="3917"/>
                    <a:pt x="6332" y="3916"/>
                    <a:pt x="6324" y="3916"/>
                  </a:cubicBezTo>
                  <a:cubicBezTo>
                    <a:pt x="6258" y="3916"/>
                    <a:pt x="6189" y="3961"/>
                    <a:pt x="6168" y="4025"/>
                  </a:cubicBezTo>
                  <a:cubicBezTo>
                    <a:pt x="6037" y="4537"/>
                    <a:pt x="5775" y="5013"/>
                    <a:pt x="5394" y="5383"/>
                  </a:cubicBezTo>
                  <a:cubicBezTo>
                    <a:pt x="4816" y="5960"/>
                    <a:pt x="4051" y="6249"/>
                    <a:pt x="3285" y="6249"/>
                  </a:cubicBezTo>
                  <a:cubicBezTo>
                    <a:pt x="2519" y="6249"/>
                    <a:pt x="1751" y="5960"/>
                    <a:pt x="1167" y="5383"/>
                  </a:cubicBezTo>
                  <a:cubicBezTo>
                    <a:pt x="608" y="4823"/>
                    <a:pt x="298" y="4073"/>
                    <a:pt x="298" y="3263"/>
                  </a:cubicBezTo>
                  <a:cubicBezTo>
                    <a:pt x="298" y="2466"/>
                    <a:pt x="608" y="1715"/>
                    <a:pt x="1167" y="1156"/>
                  </a:cubicBezTo>
                  <a:cubicBezTo>
                    <a:pt x="1751" y="572"/>
                    <a:pt x="2519" y="281"/>
                    <a:pt x="3285" y="281"/>
                  </a:cubicBezTo>
                  <a:cubicBezTo>
                    <a:pt x="4051" y="281"/>
                    <a:pt x="4816" y="572"/>
                    <a:pt x="5394" y="1156"/>
                  </a:cubicBezTo>
                  <a:cubicBezTo>
                    <a:pt x="6013" y="1763"/>
                    <a:pt x="6323" y="2608"/>
                    <a:pt x="6263" y="3478"/>
                  </a:cubicBezTo>
                  <a:cubicBezTo>
                    <a:pt x="6263" y="3549"/>
                    <a:pt x="6323" y="3620"/>
                    <a:pt x="6394" y="3644"/>
                  </a:cubicBezTo>
                  <a:cubicBezTo>
                    <a:pt x="6465" y="3644"/>
                    <a:pt x="6549" y="3585"/>
                    <a:pt x="6561" y="3501"/>
                  </a:cubicBezTo>
                  <a:cubicBezTo>
                    <a:pt x="6620" y="2549"/>
                    <a:pt x="6275" y="1632"/>
                    <a:pt x="5608" y="965"/>
                  </a:cubicBezTo>
                  <a:cubicBezTo>
                    <a:pt x="4965" y="322"/>
                    <a:pt x="4123" y="1"/>
                    <a:pt x="32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3068;p67">
              <a:extLst>
                <a:ext uri="{FF2B5EF4-FFF2-40B4-BE49-F238E27FC236}">
                  <a16:creationId xmlns:a16="http://schemas.microsoft.com/office/drawing/2014/main" id="{CB17B8A2-2E1A-2011-F9ED-4D93795FA64D}"/>
                </a:ext>
              </a:extLst>
            </p:cNvPr>
            <p:cNvSpPr/>
            <p:nvPr/>
          </p:nvSpPr>
          <p:spPr>
            <a:xfrm>
              <a:off x="4733899" y="2960772"/>
              <a:ext cx="75469" cy="86546"/>
            </a:xfrm>
            <a:custGeom>
              <a:avLst/>
              <a:gdLst/>
              <a:ahLst/>
              <a:cxnLst/>
              <a:rect l="l" t="t" r="r" b="b"/>
              <a:pathLst>
                <a:path w="2371" h="2719" extrusionOk="0">
                  <a:moveTo>
                    <a:pt x="1218" y="276"/>
                  </a:moveTo>
                  <a:cubicBezTo>
                    <a:pt x="1233" y="276"/>
                    <a:pt x="1248" y="277"/>
                    <a:pt x="1263" y="278"/>
                  </a:cubicBezTo>
                  <a:cubicBezTo>
                    <a:pt x="1703" y="313"/>
                    <a:pt x="2061" y="647"/>
                    <a:pt x="2084" y="1099"/>
                  </a:cubicBezTo>
                  <a:cubicBezTo>
                    <a:pt x="2073" y="1456"/>
                    <a:pt x="1858" y="1802"/>
                    <a:pt x="1537" y="1944"/>
                  </a:cubicBezTo>
                  <a:cubicBezTo>
                    <a:pt x="1430" y="1992"/>
                    <a:pt x="1370" y="2099"/>
                    <a:pt x="1370" y="2218"/>
                  </a:cubicBezTo>
                  <a:cubicBezTo>
                    <a:pt x="1370" y="2313"/>
                    <a:pt x="1275" y="2409"/>
                    <a:pt x="1180" y="2409"/>
                  </a:cubicBezTo>
                  <a:cubicBezTo>
                    <a:pt x="1072" y="2409"/>
                    <a:pt x="989" y="2313"/>
                    <a:pt x="989" y="2218"/>
                  </a:cubicBezTo>
                  <a:cubicBezTo>
                    <a:pt x="989" y="1944"/>
                    <a:pt x="1132" y="1694"/>
                    <a:pt x="1382" y="1587"/>
                  </a:cubicBezTo>
                  <a:cubicBezTo>
                    <a:pt x="1561" y="1504"/>
                    <a:pt x="1680" y="1325"/>
                    <a:pt x="1668" y="1111"/>
                  </a:cubicBezTo>
                  <a:cubicBezTo>
                    <a:pt x="1656" y="873"/>
                    <a:pt x="1465" y="682"/>
                    <a:pt x="1227" y="670"/>
                  </a:cubicBezTo>
                  <a:lnTo>
                    <a:pt x="1191" y="670"/>
                  </a:lnTo>
                  <a:cubicBezTo>
                    <a:pt x="1072" y="670"/>
                    <a:pt x="953" y="706"/>
                    <a:pt x="870" y="801"/>
                  </a:cubicBezTo>
                  <a:cubicBezTo>
                    <a:pt x="763" y="885"/>
                    <a:pt x="715" y="1028"/>
                    <a:pt x="715" y="1159"/>
                  </a:cubicBezTo>
                  <a:cubicBezTo>
                    <a:pt x="715" y="1266"/>
                    <a:pt x="632" y="1349"/>
                    <a:pt x="525" y="1349"/>
                  </a:cubicBezTo>
                  <a:cubicBezTo>
                    <a:pt x="418" y="1349"/>
                    <a:pt x="334" y="1266"/>
                    <a:pt x="334" y="1159"/>
                  </a:cubicBezTo>
                  <a:cubicBezTo>
                    <a:pt x="334" y="920"/>
                    <a:pt x="429" y="682"/>
                    <a:pt x="608" y="516"/>
                  </a:cubicBezTo>
                  <a:cubicBezTo>
                    <a:pt x="775" y="359"/>
                    <a:pt x="995" y="276"/>
                    <a:pt x="1218" y="276"/>
                  </a:cubicBezTo>
                  <a:close/>
                  <a:moveTo>
                    <a:pt x="1163" y="0"/>
                  </a:moveTo>
                  <a:cubicBezTo>
                    <a:pt x="872" y="0"/>
                    <a:pt x="586" y="108"/>
                    <a:pt x="370" y="313"/>
                  </a:cubicBezTo>
                  <a:cubicBezTo>
                    <a:pt x="132" y="539"/>
                    <a:pt x="1" y="849"/>
                    <a:pt x="1" y="1159"/>
                  </a:cubicBezTo>
                  <a:cubicBezTo>
                    <a:pt x="1" y="1432"/>
                    <a:pt x="227" y="1647"/>
                    <a:pt x="489" y="1647"/>
                  </a:cubicBezTo>
                  <a:cubicBezTo>
                    <a:pt x="763" y="1647"/>
                    <a:pt x="989" y="1432"/>
                    <a:pt x="989" y="1159"/>
                  </a:cubicBezTo>
                  <a:cubicBezTo>
                    <a:pt x="989" y="1099"/>
                    <a:pt x="1001" y="1051"/>
                    <a:pt x="1049" y="1028"/>
                  </a:cubicBezTo>
                  <a:cubicBezTo>
                    <a:pt x="1078" y="998"/>
                    <a:pt x="1115" y="977"/>
                    <a:pt x="1161" y="977"/>
                  </a:cubicBezTo>
                  <a:cubicBezTo>
                    <a:pt x="1171" y="977"/>
                    <a:pt x="1181" y="978"/>
                    <a:pt x="1191" y="980"/>
                  </a:cubicBezTo>
                  <a:cubicBezTo>
                    <a:pt x="1287" y="980"/>
                    <a:pt x="1358" y="1075"/>
                    <a:pt x="1370" y="1159"/>
                  </a:cubicBezTo>
                  <a:cubicBezTo>
                    <a:pt x="1370" y="1230"/>
                    <a:pt x="1322" y="1313"/>
                    <a:pt x="1263" y="1337"/>
                  </a:cubicBezTo>
                  <a:cubicBezTo>
                    <a:pt x="930" y="1504"/>
                    <a:pt x="703" y="1849"/>
                    <a:pt x="703" y="2230"/>
                  </a:cubicBezTo>
                  <a:cubicBezTo>
                    <a:pt x="703" y="2504"/>
                    <a:pt x="930" y="2718"/>
                    <a:pt x="1191" y="2718"/>
                  </a:cubicBezTo>
                  <a:cubicBezTo>
                    <a:pt x="1465" y="2718"/>
                    <a:pt x="1680" y="2504"/>
                    <a:pt x="1680" y="2230"/>
                  </a:cubicBezTo>
                  <a:lnTo>
                    <a:pt x="1680" y="2218"/>
                  </a:lnTo>
                  <a:cubicBezTo>
                    <a:pt x="2096" y="2004"/>
                    <a:pt x="2370" y="1563"/>
                    <a:pt x="2334" y="1087"/>
                  </a:cubicBezTo>
                  <a:cubicBezTo>
                    <a:pt x="2311" y="504"/>
                    <a:pt x="1834" y="27"/>
                    <a:pt x="1251" y="4"/>
                  </a:cubicBezTo>
                  <a:cubicBezTo>
                    <a:pt x="1222" y="1"/>
                    <a:pt x="1192" y="0"/>
                    <a:pt x="116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3069;p67">
              <a:extLst>
                <a:ext uri="{FF2B5EF4-FFF2-40B4-BE49-F238E27FC236}">
                  <a16:creationId xmlns:a16="http://schemas.microsoft.com/office/drawing/2014/main" id="{58A2CFA2-085B-719A-1BFF-ABB4E3B163F5}"/>
                </a:ext>
              </a:extLst>
            </p:cNvPr>
            <p:cNvSpPr/>
            <p:nvPr/>
          </p:nvSpPr>
          <p:spPr>
            <a:xfrm>
              <a:off x="4755894" y="3048431"/>
              <a:ext cx="31098" cy="32244"/>
            </a:xfrm>
            <a:custGeom>
              <a:avLst/>
              <a:gdLst/>
              <a:ahLst/>
              <a:cxnLst/>
              <a:rect l="l" t="t" r="r" b="b"/>
              <a:pathLst>
                <a:path w="977" h="1013" extrusionOk="0">
                  <a:moveTo>
                    <a:pt x="489" y="298"/>
                  </a:moveTo>
                  <a:cubicBezTo>
                    <a:pt x="596" y="298"/>
                    <a:pt x="679" y="381"/>
                    <a:pt x="679" y="488"/>
                  </a:cubicBezTo>
                  <a:lnTo>
                    <a:pt x="679" y="500"/>
                  </a:lnTo>
                  <a:cubicBezTo>
                    <a:pt x="679" y="607"/>
                    <a:pt x="596" y="702"/>
                    <a:pt x="489" y="702"/>
                  </a:cubicBezTo>
                  <a:cubicBezTo>
                    <a:pt x="381" y="702"/>
                    <a:pt x="298" y="607"/>
                    <a:pt x="298" y="500"/>
                  </a:cubicBezTo>
                  <a:lnTo>
                    <a:pt x="298" y="488"/>
                  </a:lnTo>
                  <a:cubicBezTo>
                    <a:pt x="298" y="381"/>
                    <a:pt x="381" y="298"/>
                    <a:pt x="489" y="298"/>
                  </a:cubicBezTo>
                  <a:close/>
                  <a:moveTo>
                    <a:pt x="489" y="0"/>
                  </a:moveTo>
                  <a:cubicBezTo>
                    <a:pt x="215" y="0"/>
                    <a:pt x="0" y="226"/>
                    <a:pt x="0" y="488"/>
                  </a:cubicBezTo>
                  <a:lnTo>
                    <a:pt x="0" y="524"/>
                  </a:lnTo>
                  <a:cubicBezTo>
                    <a:pt x="0" y="786"/>
                    <a:pt x="215" y="1012"/>
                    <a:pt x="489" y="1012"/>
                  </a:cubicBezTo>
                  <a:cubicBezTo>
                    <a:pt x="751" y="1012"/>
                    <a:pt x="977" y="786"/>
                    <a:pt x="977" y="524"/>
                  </a:cubicBezTo>
                  <a:lnTo>
                    <a:pt x="977" y="488"/>
                  </a:lnTo>
                  <a:cubicBezTo>
                    <a:pt x="977" y="226"/>
                    <a:pt x="751" y="0"/>
                    <a:pt x="48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43"/>
          <p:cNvSpPr txBox="1">
            <a:spLocks noGrp="1"/>
          </p:cNvSpPr>
          <p:nvPr>
            <p:ph type="title"/>
          </p:nvPr>
        </p:nvSpPr>
        <p:spPr>
          <a:xfrm>
            <a:off x="2504661" y="529664"/>
            <a:ext cx="413467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CHALLENGES AND SOLUTIONS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220CCF5-E593-CD97-B0B1-096D4B2B6C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7050152"/>
              </p:ext>
            </p:extLst>
          </p:nvPr>
        </p:nvGraphicFramePr>
        <p:xfrm>
          <a:off x="1694069" y="2032509"/>
          <a:ext cx="5755862" cy="2042160"/>
        </p:xfrm>
        <a:graphic>
          <a:graphicData uri="http://schemas.openxmlformats.org/drawingml/2006/table">
            <a:tbl>
              <a:tblPr/>
              <a:tblGrid>
                <a:gridCol w="2877931">
                  <a:extLst>
                    <a:ext uri="{9D8B030D-6E8A-4147-A177-3AD203B41FA5}">
                      <a16:colId xmlns:a16="http://schemas.microsoft.com/office/drawing/2014/main" val="1133348957"/>
                    </a:ext>
                  </a:extLst>
                </a:gridCol>
                <a:gridCol w="2877931">
                  <a:extLst>
                    <a:ext uri="{9D8B030D-6E8A-4147-A177-3AD203B41FA5}">
                      <a16:colId xmlns:a16="http://schemas.microsoft.com/office/drawing/2014/main" val="1315577182"/>
                    </a:ext>
                  </a:extLst>
                </a:gridCol>
              </a:tblGrid>
              <a:tr h="259069"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Saira" panose="020B0604020202020204" charset="0"/>
                        </a:rPr>
                        <a:t>Challenges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b="1" dirty="0">
                          <a:latin typeface="Saira" panose="020B0604020202020204" charset="0"/>
                        </a:rPr>
                        <a:t>Solutions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4344463"/>
                  </a:ext>
                </a:extLst>
              </a:tr>
              <a:tr h="259069"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Low-resolution 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Captured higher-quality images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630308"/>
                  </a:ext>
                </a:extLst>
              </a:tr>
              <a:tr h="259069"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Poor lighting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Recommended well lit environments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477800"/>
                  </a:ext>
                </a:extLst>
              </a:tr>
              <a:tr h="259069">
                <a:tc>
                  <a:txBody>
                    <a:bodyPr/>
                    <a:lstStyle/>
                    <a:p>
                      <a:r>
                        <a:rPr lang="en-IN">
                          <a:latin typeface="Saira" panose="020B0604020202020204" charset="0"/>
                        </a:rPr>
                        <a:t>Dataset imbalance</a:t>
                      </a:r>
                      <a:endParaRPr lang="en-IN" dirty="0">
                        <a:latin typeface="Saira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ira" panose="020B0604020202020204" charset="0"/>
                        </a:rPr>
                        <a:t>Collected 80+ images per person</a:t>
                      </a:r>
                      <a:endParaRPr lang="en-IN" dirty="0">
                        <a:latin typeface="Saira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1047627"/>
                  </a:ext>
                </a:extLst>
              </a:tr>
              <a:tr h="259069">
                <a:tc>
                  <a:txBody>
                    <a:bodyPr/>
                    <a:lstStyle/>
                    <a:p>
                      <a:r>
                        <a:rPr lang="en-IN" dirty="0">
                          <a:latin typeface="Saira" panose="020B0604020202020204" charset="0"/>
                        </a:rPr>
                        <a:t>Threshold tuning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Saira" panose="020B0604020202020204" charset="0"/>
                        </a:rPr>
                        <a:t>Set optimal value to 0.45</a:t>
                      </a:r>
                      <a:endParaRPr lang="en-IN" dirty="0">
                        <a:latin typeface="Saira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3683850"/>
                  </a:ext>
                </a:extLst>
              </a:tr>
              <a:tr h="259069">
                <a:tc>
                  <a:txBody>
                    <a:bodyPr/>
                    <a:lstStyle/>
                    <a:p>
                      <a:endParaRPr lang="en-IN" dirty="0">
                        <a:latin typeface="Saira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 dirty="0">
                        <a:latin typeface="Saira" panose="020B060402020202020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922695"/>
                  </a:ext>
                </a:extLst>
              </a:tr>
            </a:tbl>
          </a:graphicData>
        </a:graphic>
      </p:graphicFrame>
      <p:grpSp>
        <p:nvGrpSpPr>
          <p:cNvPr id="2" name="Google Shape;13316;p67">
            <a:extLst>
              <a:ext uri="{FF2B5EF4-FFF2-40B4-BE49-F238E27FC236}">
                <a16:creationId xmlns:a16="http://schemas.microsoft.com/office/drawing/2014/main" id="{A8107B2D-7ACD-FDF5-3524-B25544D05BD6}"/>
              </a:ext>
            </a:extLst>
          </p:cNvPr>
          <p:cNvGrpSpPr/>
          <p:nvPr/>
        </p:nvGrpSpPr>
        <p:grpSpPr>
          <a:xfrm>
            <a:off x="671343" y="-185648"/>
            <a:ext cx="757682" cy="622969"/>
            <a:chOff x="2770052" y="2009628"/>
            <a:chExt cx="327085" cy="277079"/>
          </a:xfrm>
        </p:grpSpPr>
        <p:sp>
          <p:nvSpPr>
            <p:cNvPr id="3" name="Google Shape;13317;p67">
              <a:extLst>
                <a:ext uri="{FF2B5EF4-FFF2-40B4-BE49-F238E27FC236}">
                  <a16:creationId xmlns:a16="http://schemas.microsoft.com/office/drawing/2014/main" id="{37409A56-5D5B-C06C-9908-571E41844FF1}"/>
                </a:ext>
              </a:extLst>
            </p:cNvPr>
            <p:cNvSpPr/>
            <p:nvPr/>
          </p:nvSpPr>
          <p:spPr>
            <a:xfrm>
              <a:off x="2770052" y="2023537"/>
              <a:ext cx="327085" cy="263170"/>
            </a:xfrm>
            <a:custGeom>
              <a:avLst/>
              <a:gdLst/>
              <a:ahLst/>
              <a:cxnLst/>
              <a:rect l="l" t="t" r="r" b="b"/>
              <a:pathLst>
                <a:path w="10276" h="8268" extrusionOk="0">
                  <a:moveTo>
                    <a:pt x="6251" y="2267"/>
                  </a:moveTo>
                  <a:lnTo>
                    <a:pt x="7061" y="2541"/>
                  </a:lnTo>
                  <a:cubicBezTo>
                    <a:pt x="7073" y="2544"/>
                    <a:pt x="7086" y="2545"/>
                    <a:pt x="7098" y="2545"/>
                  </a:cubicBezTo>
                  <a:cubicBezTo>
                    <a:pt x="7136" y="2545"/>
                    <a:pt x="7174" y="2532"/>
                    <a:pt x="7192" y="2505"/>
                  </a:cubicBezTo>
                  <a:lnTo>
                    <a:pt x="7454" y="2314"/>
                  </a:lnTo>
                  <a:lnTo>
                    <a:pt x="9240" y="4660"/>
                  </a:lnTo>
                  <a:lnTo>
                    <a:pt x="8978" y="4874"/>
                  </a:lnTo>
                  <a:cubicBezTo>
                    <a:pt x="8966" y="4862"/>
                    <a:pt x="8942" y="4839"/>
                    <a:pt x="8930" y="4839"/>
                  </a:cubicBezTo>
                  <a:lnTo>
                    <a:pt x="5811" y="3148"/>
                  </a:lnTo>
                  <a:lnTo>
                    <a:pt x="5930" y="2969"/>
                  </a:lnTo>
                  <a:cubicBezTo>
                    <a:pt x="5978" y="2898"/>
                    <a:pt x="5966" y="2803"/>
                    <a:pt x="5894" y="2755"/>
                  </a:cubicBezTo>
                  <a:cubicBezTo>
                    <a:pt x="5864" y="2742"/>
                    <a:pt x="5834" y="2735"/>
                    <a:pt x="5806" y="2735"/>
                  </a:cubicBezTo>
                  <a:cubicBezTo>
                    <a:pt x="5756" y="2735"/>
                    <a:pt x="5710" y="2757"/>
                    <a:pt x="5680" y="2803"/>
                  </a:cubicBezTo>
                  <a:lnTo>
                    <a:pt x="5358" y="3326"/>
                  </a:lnTo>
                  <a:cubicBezTo>
                    <a:pt x="5335" y="3350"/>
                    <a:pt x="5323" y="3374"/>
                    <a:pt x="5323" y="3398"/>
                  </a:cubicBezTo>
                  <a:lnTo>
                    <a:pt x="5323" y="4684"/>
                  </a:lnTo>
                  <a:cubicBezTo>
                    <a:pt x="5323" y="4946"/>
                    <a:pt x="5097" y="5172"/>
                    <a:pt x="4835" y="5172"/>
                  </a:cubicBezTo>
                  <a:cubicBezTo>
                    <a:pt x="4561" y="5172"/>
                    <a:pt x="4346" y="4946"/>
                    <a:pt x="4346" y="4684"/>
                  </a:cubicBezTo>
                  <a:lnTo>
                    <a:pt x="4346" y="3410"/>
                  </a:lnTo>
                  <a:lnTo>
                    <a:pt x="4620" y="2267"/>
                  </a:lnTo>
                  <a:close/>
                  <a:moveTo>
                    <a:pt x="2680" y="1767"/>
                  </a:moveTo>
                  <a:lnTo>
                    <a:pt x="2918" y="1898"/>
                  </a:lnTo>
                  <a:lnTo>
                    <a:pt x="941" y="5303"/>
                  </a:lnTo>
                  <a:lnTo>
                    <a:pt x="703" y="5172"/>
                  </a:lnTo>
                  <a:lnTo>
                    <a:pt x="2680" y="1767"/>
                  </a:lnTo>
                  <a:close/>
                  <a:moveTo>
                    <a:pt x="3180" y="4743"/>
                  </a:moveTo>
                  <a:cubicBezTo>
                    <a:pt x="3287" y="4743"/>
                    <a:pt x="3370" y="4779"/>
                    <a:pt x="3442" y="4874"/>
                  </a:cubicBezTo>
                  <a:cubicBezTo>
                    <a:pt x="3561" y="5017"/>
                    <a:pt x="3525" y="5231"/>
                    <a:pt x="3370" y="5339"/>
                  </a:cubicBezTo>
                  <a:lnTo>
                    <a:pt x="2322" y="6112"/>
                  </a:lnTo>
                  <a:cubicBezTo>
                    <a:pt x="2262" y="6150"/>
                    <a:pt x="2194" y="6169"/>
                    <a:pt x="2127" y="6169"/>
                  </a:cubicBezTo>
                  <a:cubicBezTo>
                    <a:pt x="2023" y="6169"/>
                    <a:pt x="1923" y="6123"/>
                    <a:pt x="1858" y="6029"/>
                  </a:cubicBezTo>
                  <a:cubicBezTo>
                    <a:pt x="1751" y="5886"/>
                    <a:pt x="1787" y="5672"/>
                    <a:pt x="1929" y="5565"/>
                  </a:cubicBezTo>
                  <a:lnTo>
                    <a:pt x="2989" y="4803"/>
                  </a:lnTo>
                  <a:cubicBezTo>
                    <a:pt x="3049" y="4755"/>
                    <a:pt x="3120" y="4743"/>
                    <a:pt x="3180" y="4743"/>
                  </a:cubicBezTo>
                  <a:close/>
                  <a:moveTo>
                    <a:pt x="3775" y="5493"/>
                  </a:moveTo>
                  <a:cubicBezTo>
                    <a:pt x="3870" y="5493"/>
                    <a:pt x="3954" y="5553"/>
                    <a:pt x="4013" y="5636"/>
                  </a:cubicBezTo>
                  <a:cubicBezTo>
                    <a:pt x="4132" y="5779"/>
                    <a:pt x="4085" y="5993"/>
                    <a:pt x="3942" y="6089"/>
                  </a:cubicBezTo>
                  <a:lnTo>
                    <a:pt x="3132" y="6708"/>
                  </a:lnTo>
                  <a:cubicBezTo>
                    <a:pt x="3076" y="6745"/>
                    <a:pt x="3013" y="6764"/>
                    <a:pt x="2949" y="6764"/>
                  </a:cubicBezTo>
                  <a:cubicBezTo>
                    <a:pt x="2851" y="6764"/>
                    <a:pt x="2752" y="6718"/>
                    <a:pt x="2680" y="6624"/>
                  </a:cubicBezTo>
                  <a:cubicBezTo>
                    <a:pt x="2572" y="6482"/>
                    <a:pt x="2596" y="6255"/>
                    <a:pt x="2751" y="6148"/>
                  </a:cubicBezTo>
                  <a:lnTo>
                    <a:pt x="3537" y="5589"/>
                  </a:lnTo>
                  <a:cubicBezTo>
                    <a:pt x="3573" y="5565"/>
                    <a:pt x="3596" y="5541"/>
                    <a:pt x="3620" y="5529"/>
                  </a:cubicBezTo>
                  <a:cubicBezTo>
                    <a:pt x="3668" y="5517"/>
                    <a:pt x="3715" y="5493"/>
                    <a:pt x="3775" y="5493"/>
                  </a:cubicBezTo>
                  <a:close/>
                  <a:moveTo>
                    <a:pt x="4359" y="6281"/>
                  </a:moveTo>
                  <a:cubicBezTo>
                    <a:pt x="4454" y="6281"/>
                    <a:pt x="4550" y="6321"/>
                    <a:pt x="4620" y="6398"/>
                  </a:cubicBezTo>
                  <a:cubicBezTo>
                    <a:pt x="4739" y="6553"/>
                    <a:pt x="4704" y="6755"/>
                    <a:pt x="4549" y="6863"/>
                  </a:cubicBezTo>
                  <a:lnTo>
                    <a:pt x="3954" y="7303"/>
                  </a:lnTo>
                  <a:cubicBezTo>
                    <a:pt x="3898" y="7331"/>
                    <a:pt x="3829" y="7358"/>
                    <a:pt x="3767" y="7358"/>
                  </a:cubicBezTo>
                  <a:cubicBezTo>
                    <a:pt x="3749" y="7358"/>
                    <a:pt x="3732" y="7356"/>
                    <a:pt x="3715" y="7351"/>
                  </a:cubicBezTo>
                  <a:cubicBezTo>
                    <a:pt x="3620" y="7339"/>
                    <a:pt x="3549" y="7303"/>
                    <a:pt x="3513" y="7220"/>
                  </a:cubicBezTo>
                  <a:cubicBezTo>
                    <a:pt x="3406" y="7077"/>
                    <a:pt x="3430" y="6863"/>
                    <a:pt x="3584" y="6755"/>
                  </a:cubicBezTo>
                  <a:lnTo>
                    <a:pt x="4144" y="6363"/>
                  </a:lnTo>
                  <a:lnTo>
                    <a:pt x="4168" y="6339"/>
                  </a:lnTo>
                  <a:cubicBezTo>
                    <a:pt x="4226" y="6300"/>
                    <a:pt x="4292" y="6281"/>
                    <a:pt x="4359" y="6281"/>
                  </a:cubicBezTo>
                  <a:close/>
                  <a:moveTo>
                    <a:pt x="2870" y="2553"/>
                  </a:moveTo>
                  <a:lnTo>
                    <a:pt x="3156" y="2707"/>
                  </a:lnTo>
                  <a:cubicBezTo>
                    <a:pt x="3173" y="2725"/>
                    <a:pt x="3197" y="2736"/>
                    <a:pt x="3218" y="2736"/>
                  </a:cubicBezTo>
                  <a:cubicBezTo>
                    <a:pt x="3226" y="2736"/>
                    <a:pt x="3233" y="2734"/>
                    <a:pt x="3239" y="2731"/>
                  </a:cubicBezTo>
                  <a:lnTo>
                    <a:pt x="3942" y="2636"/>
                  </a:lnTo>
                  <a:lnTo>
                    <a:pt x="4192" y="2743"/>
                  </a:lnTo>
                  <a:lnTo>
                    <a:pt x="4049" y="3338"/>
                  </a:lnTo>
                  <a:lnTo>
                    <a:pt x="4049" y="3362"/>
                  </a:lnTo>
                  <a:lnTo>
                    <a:pt x="4049" y="4648"/>
                  </a:lnTo>
                  <a:cubicBezTo>
                    <a:pt x="4049" y="5077"/>
                    <a:pt x="4406" y="5434"/>
                    <a:pt x="4835" y="5434"/>
                  </a:cubicBezTo>
                  <a:cubicBezTo>
                    <a:pt x="5263" y="5434"/>
                    <a:pt x="5620" y="5077"/>
                    <a:pt x="5620" y="4648"/>
                  </a:cubicBezTo>
                  <a:lnTo>
                    <a:pt x="5620" y="3410"/>
                  </a:lnTo>
                  <a:lnTo>
                    <a:pt x="5656" y="3362"/>
                  </a:lnTo>
                  <a:lnTo>
                    <a:pt x="8776" y="5065"/>
                  </a:lnTo>
                  <a:cubicBezTo>
                    <a:pt x="8942" y="5184"/>
                    <a:pt x="9002" y="5374"/>
                    <a:pt x="8907" y="5541"/>
                  </a:cubicBezTo>
                  <a:cubicBezTo>
                    <a:pt x="8850" y="5654"/>
                    <a:pt x="8745" y="5717"/>
                    <a:pt x="8631" y="5717"/>
                  </a:cubicBezTo>
                  <a:cubicBezTo>
                    <a:pt x="8576" y="5717"/>
                    <a:pt x="8520" y="5703"/>
                    <a:pt x="8466" y="5672"/>
                  </a:cubicBezTo>
                  <a:lnTo>
                    <a:pt x="6740" y="4743"/>
                  </a:lnTo>
                  <a:cubicBezTo>
                    <a:pt x="6711" y="4727"/>
                    <a:pt x="6682" y="4719"/>
                    <a:pt x="6655" y="4719"/>
                  </a:cubicBezTo>
                  <a:cubicBezTo>
                    <a:pt x="6603" y="4719"/>
                    <a:pt x="6557" y="4748"/>
                    <a:pt x="6525" y="4803"/>
                  </a:cubicBezTo>
                  <a:cubicBezTo>
                    <a:pt x="6490" y="4874"/>
                    <a:pt x="6513" y="4958"/>
                    <a:pt x="6585" y="5005"/>
                  </a:cubicBezTo>
                  <a:lnTo>
                    <a:pt x="8037" y="5791"/>
                  </a:lnTo>
                  <a:cubicBezTo>
                    <a:pt x="8192" y="5886"/>
                    <a:pt x="8252" y="6077"/>
                    <a:pt x="8168" y="6243"/>
                  </a:cubicBezTo>
                  <a:cubicBezTo>
                    <a:pt x="8104" y="6356"/>
                    <a:pt x="7996" y="6415"/>
                    <a:pt x="7881" y="6415"/>
                  </a:cubicBezTo>
                  <a:cubicBezTo>
                    <a:pt x="7826" y="6415"/>
                    <a:pt x="7770" y="6401"/>
                    <a:pt x="7716" y="6374"/>
                  </a:cubicBezTo>
                  <a:lnTo>
                    <a:pt x="6251" y="5565"/>
                  </a:lnTo>
                  <a:cubicBezTo>
                    <a:pt x="6226" y="5554"/>
                    <a:pt x="6200" y="5548"/>
                    <a:pt x="6175" y="5548"/>
                  </a:cubicBezTo>
                  <a:cubicBezTo>
                    <a:pt x="6120" y="5548"/>
                    <a:pt x="6070" y="5575"/>
                    <a:pt x="6037" y="5624"/>
                  </a:cubicBezTo>
                  <a:cubicBezTo>
                    <a:pt x="5990" y="5708"/>
                    <a:pt x="6025" y="5791"/>
                    <a:pt x="6097" y="5839"/>
                  </a:cubicBezTo>
                  <a:lnTo>
                    <a:pt x="7287" y="6493"/>
                  </a:lnTo>
                  <a:cubicBezTo>
                    <a:pt x="7454" y="6577"/>
                    <a:pt x="7514" y="6779"/>
                    <a:pt x="7418" y="6934"/>
                  </a:cubicBezTo>
                  <a:cubicBezTo>
                    <a:pt x="7360" y="7050"/>
                    <a:pt x="7250" y="7114"/>
                    <a:pt x="7132" y="7114"/>
                  </a:cubicBezTo>
                  <a:cubicBezTo>
                    <a:pt x="7081" y="7114"/>
                    <a:pt x="7028" y="7102"/>
                    <a:pt x="6978" y="7077"/>
                  </a:cubicBezTo>
                  <a:lnTo>
                    <a:pt x="5728" y="6386"/>
                  </a:lnTo>
                  <a:cubicBezTo>
                    <a:pt x="5705" y="6371"/>
                    <a:pt x="5680" y="6365"/>
                    <a:pt x="5655" y="6365"/>
                  </a:cubicBezTo>
                  <a:cubicBezTo>
                    <a:pt x="5601" y="6365"/>
                    <a:pt x="5546" y="6397"/>
                    <a:pt x="5513" y="6446"/>
                  </a:cubicBezTo>
                  <a:cubicBezTo>
                    <a:pt x="5478" y="6517"/>
                    <a:pt x="5501" y="6613"/>
                    <a:pt x="5573" y="6660"/>
                  </a:cubicBezTo>
                  <a:lnTo>
                    <a:pt x="6549" y="7172"/>
                  </a:lnTo>
                  <a:cubicBezTo>
                    <a:pt x="6704" y="7267"/>
                    <a:pt x="6763" y="7458"/>
                    <a:pt x="6680" y="7625"/>
                  </a:cubicBezTo>
                  <a:cubicBezTo>
                    <a:pt x="6616" y="7737"/>
                    <a:pt x="6508" y="7801"/>
                    <a:pt x="6393" y="7801"/>
                  </a:cubicBezTo>
                  <a:cubicBezTo>
                    <a:pt x="6338" y="7801"/>
                    <a:pt x="6282" y="7786"/>
                    <a:pt x="6228" y="7756"/>
                  </a:cubicBezTo>
                  <a:lnTo>
                    <a:pt x="5549" y="7386"/>
                  </a:lnTo>
                  <a:cubicBezTo>
                    <a:pt x="5549" y="7255"/>
                    <a:pt x="5501" y="7101"/>
                    <a:pt x="5406" y="6994"/>
                  </a:cubicBezTo>
                  <a:cubicBezTo>
                    <a:pt x="5299" y="6851"/>
                    <a:pt x="5132" y="6755"/>
                    <a:pt x="4954" y="6744"/>
                  </a:cubicBezTo>
                  <a:lnTo>
                    <a:pt x="4954" y="6696"/>
                  </a:lnTo>
                  <a:cubicBezTo>
                    <a:pt x="4977" y="6541"/>
                    <a:pt x="4930" y="6363"/>
                    <a:pt x="4835" y="6220"/>
                  </a:cubicBezTo>
                  <a:cubicBezTo>
                    <a:pt x="4716" y="6077"/>
                    <a:pt x="4549" y="5982"/>
                    <a:pt x="4370" y="5970"/>
                  </a:cubicBezTo>
                  <a:lnTo>
                    <a:pt x="4370" y="5922"/>
                  </a:lnTo>
                  <a:cubicBezTo>
                    <a:pt x="4406" y="5767"/>
                    <a:pt x="4358" y="5589"/>
                    <a:pt x="4251" y="5446"/>
                  </a:cubicBezTo>
                  <a:cubicBezTo>
                    <a:pt x="4132" y="5303"/>
                    <a:pt x="3965" y="5208"/>
                    <a:pt x="3787" y="5196"/>
                  </a:cubicBezTo>
                  <a:lnTo>
                    <a:pt x="3787" y="5148"/>
                  </a:lnTo>
                  <a:cubicBezTo>
                    <a:pt x="3823" y="4993"/>
                    <a:pt x="3775" y="4815"/>
                    <a:pt x="3668" y="4672"/>
                  </a:cubicBezTo>
                  <a:cubicBezTo>
                    <a:pt x="3547" y="4516"/>
                    <a:pt x="3359" y="4432"/>
                    <a:pt x="3172" y="4432"/>
                  </a:cubicBezTo>
                  <a:cubicBezTo>
                    <a:pt x="3044" y="4432"/>
                    <a:pt x="2917" y="4471"/>
                    <a:pt x="2811" y="4553"/>
                  </a:cubicBezTo>
                  <a:lnTo>
                    <a:pt x="1763" y="5315"/>
                  </a:lnTo>
                  <a:lnTo>
                    <a:pt x="1394" y="5112"/>
                  </a:lnTo>
                  <a:lnTo>
                    <a:pt x="2870" y="2553"/>
                  </a:lnTo>
                  <a:close/>
                  <a:moveTo>
                    <a:pt x="4936" y="7026"/>
                  </a:moveTo>
                  <a:cubicBezTo>
                    <a:pt x="5036" y="7026"/>
                    <a:pt x="5132" y="7070"/>
                    <a:pt x="5204" y="7148"/>
                  </a:cubicBezTo>
                  <a:cubicBezTo>
                    <a:pt x="5251" y="7244"/>
                    <a:pt x="5275" y="7315"/>
                    <a:pt x="5263" y="7398"/>
                  </a:cubicBezTo>
                  <a:cubicBezTo>
                    <a:pt x="5251" y="7494"/>
                    <a:pt x="5204" y="7565"/>
                    <a:pt x="5132" y="7625"/>
                  </a:cubicBezTo>
                  <a:lnTo>
                    <a:pt x="4787" y="7875"/>
                  </a:lnTo>
                  <a:cubicBezTo>
                    <a:pt x="4729" y="7918"/>
                    <a:pt x="4658" y="7940"/>
                    <a:pt x="4588" y="7940"/>
                  </a:cubicBezTo>
                  <a:cubicBezTo>
                    <a:pt x="4487" y="7940"/>
                    <a:pt x="4386" y="7895"/>
                    <a:pt x="4323" y="7803"/>
                  </a:cubicBezTo>
                  <a:cubicBezTo>
                    <a:pt x="4215" y="7660"/>
                    <a:pt x="4251" y="7446"/>
                    <a:pt x="4406" y="7339"/>
                  </a:cubicBezTo>
                  <a:lnTo>
                    <a:pt x="4727" y="7101"/>
                  </a:lnTo>
                  <a:lnTo>
                    <a:pt x="4739" y="7089"/>
                  </a:lnTo>
                  <a:cubicBezTo>
                    <a:pt x="4802" y="7046"/>
                    <a:pt x="4870" y="7026"/>
                    <a:pt x="4936" y="7026"/>
                  </a:cubicBezTo>
                  <a:close/>
                  <a:moveTo>
                    <a:pt x="180" y="0"/>
                  </a:moveTo>
                  <a:cubicBezTo>
                    <a:pt x="125" y="0"/>
                    <a:pt x="69" y="27"/>
                    <a:pt x="36" y="76"/>
                  </a:cubicBezTo>
                  <a:cubicBezTo>
                    <a:pt x="1" y="159"/>
                    <a:pt x="24" y="243"/>
                    <a:pt x="96" y="290"/>
                  </a:cubicBezTo>
                  <a:lnTo>
                    <a:pt x="2382" y="1600"/>
                  </a:lnTo>
                  <a:lnTo>
                    <a:pt x="405" y="5005"/>
                  </a:lnTo>
                  <a:lnTo>
                    <a:pt x="251" y="4922"/>
                  </a:lnTo>
                  <a:cubicBezTo>
                    <a:pt x="221" y="4905"/>
                    <a:pt x="192" y="4897"/>
                    <a:pt x="164" y="4897"/>
                  </a:cubicBezTo>
                  <a:cubicBezTo>
                    <a:pt x="113" y="4897"/>
                    <a:pt x="67" y="4923"/>
                    <a:pt x="36" y="4969"/>
                  </a:cubicBezTo>
                  <a:cubicBezTo>
                    <a:pt x="1" y="5053"/>
                    <a:pt x="24" y="5136"/>
                    <a:pt x="96" y="5184"/>
                  </a:cubicBezTo>
                  <a:lnTo>
                    <a:pt x="882" y="5648"/>
                  </a:lnTo>
                  <a:cubicBezTo>
                    <a:pt x="908" y="5663"/>
                    <a:pt x="934" y="5670"/>
                    <a:pt x="959" y="5670"/>
                  </a:cubicBezTo>
                  <a:cubicBezTo>
                    <a:pt x="1014" y="5670"/>
                    <a:pt x="1063" y="5638"/>
                    <a:pt x="1096" y="5589"/>
                  </a:cubicBezTo>
                  <a:lnTo>
                    <a:pt x="1215" y="5398"/>
                  </a:lnTo>
                  <a:lnTo>
                    <a:pt x="1537" y="5565"/>
                  </a:lnTo>
                  <a:cubicBezTo>
                    <a:pt x="1441" y="5779"/>
                    <a:pt x="1453" y="6029"/>
                    <a:pt x="1584" y="6220"/>
                  </a:cubicBezTo>
                  <a:cubicBezTo>
                    <a:pt x="1703" y="6386"/>
                    <a:pt x="1894" y="6482"/>
                    <a:pt x="2096" y="6482"/>
                  </a:cubicBezTo>
                  <a:cubicBezTo>
                    <a:pt x="2156" y="6482"/>
                    <a:pt x="2227" y="6458"/>
                    <a:pt x="2287" y="6446"/>
                  </a:cubicBezTo>
                  <a:cubicBezTo>
                    <a:pt x="2287" y="6577"/>
                    <a:pt x="2334" y="6720"/>
                    <a:pt x="2406" y="6815"/>
                  </a:cubicBezTo>
                  <a:cubicBezTo>
                    <a:pt x="2525" y="6982"/>
                    <a:pt x="2715" y="7077"/>
                    <a:pt x="2906" y="7077"/>
                  </a:cubicBezTo>
                  <a:cubicBezTo>
                    <a:pt x="2965" y="7077"/>
                    <a:pt x="3049" y="7053"/>
                    <a:pt x="3108" y="7041"/>
                  </a:cubicBezTo>
                  <a:cubicBezTo>
                    <a:pt x="3108" y="7160"/>
                    <a:pt x="3144" y="7291"/>
                    <a:pt x="3227" y="7398"/>
                  </a:cubicBezTo>
                  <a:cubicBezTo>
                    <a:pt x="3323" y="7529"/>
                    <a:pt x="3465" y="7625"/>
                    <a:pt x="3644" y="7648"/>
                  </a:cubicBezTo>
                  <a:cubicBezTo>
                    <a:pt x="3668" y="7648"/>
                    <a:pt x="3715" y="7672"/>
                    <a:pt x="3739" y="7672"/>
                  </a:cubicBezTo>
                  <a:cubicBezTo>
                    <a:pt x="3799" y="7672"/>
                    <a:pt x="3882" y="7648"/>
                    <a:pt x="3942" y="7636"/>
                  </a:cubicBezTo>
                  <a:cubicBezTo>
                    <a:pt x="3942" y="7767"/>
                    <a:pt x="3977" y="7886"/>
                    <a:pt x="4061" y="7994"/>
                  </a:cubicBezTo>
                  <a:cubicBezTo>
                    <a:pt x="4156" y="8125"/>
                    <a:pt x="4299" y="8220"/>
                    <a:pt x="4477" y="8244"/>
                  </a:cubicBezTo>
                  <a:cubicBezTo>
                    <a:pt x="4501" y="8244"/>
                    <a:pt x="4549" y="8267"/>
                    <a:pt x="4573" y="8267"/>
                  </a:cubicBezTo>
                  <a:cubicBezTo>
                    <a:pt x="4716" y="8267"/>
                    <a:pt x="4835" y="8220"/>
                    <a:pt x="4954" y="8148"/>
                  </a:cubicBezTo>
                  <a:lnTo>
                    <a:pt x="5287" y="7886"/>
                  </a:lnTo>
                  <a:cubicBezTo>
                    <a:pt x="5370" y="7827"/>
                    <a:pt x="5430" y="7767"/>
                    <a:pt x="5466" y="7684"/>
                  </a:cubicBezTo>
                  <a:lnTo>
                    <a:pt x="6085" y="8029"/>
                  </a:lnTo>
                  <a:cubicBezTo>
                    <a:pt x="6168" y="8077"/>
                    <a:pt x="6275" y="8101"/>
                    <a:pt x="6382" y="8101"/>
                  </a:cubicBezTo>
                  <a:cubicBezTo>
                    <a:pt x="6442" y="8101"/>
                    <a:pt x="6501" y="8089"/>
                    <a:pt x="6561" y="8077"/>
                  </a:cubicBezTo>
                  <a:cubicBezTo>
                    <a:pt x="6716" y="8029"/>
                    <a:pt x="6859" y="7922"/>
                    <a:pt x="6930" y="7779"/>
                  </a:cubicBezTo>
                  <a:cubicBezTo>
                    <a:pt x="6990" y="7648"/>
                    <a:pt x="7013" y="7529"/>
                    <a:pt x="7002" y="7398"/>
                  </a:cubicBezTo>
                  <a:cubicBezTo>
                    <a:pt x="7049" y="7398"/>
                    <a:pt x="7073" y="7422"/>
                    <a:pt x="7121" y="7422"/>
                  </a:cubicBezTo>
                  <a:cubicBezTo>
                    <a:pt x="7347" y="7422"/>
                    <a:pt x="7573" y="7303"/>
                    <a:pt x="7668" y="7089"/>
                  </a:cubicBezTo>
                  <a:cubicBezTo>
                    <a:pt x="7728" y="6970"/>
                    <a:pt x="7764" y="6839"/>
                    <a:pt x="7752" y="6720"/>
                  </a:cubicBezTo>
                  <a:cubicBezTo>
                    <a:pt x="7787" y="6720"/>
                    <a:pt x="7823" y="6732"/>
                    <a:pt x="7871" y="6732"/>
                  </a:cubicBezTo>
                  <a:cubicBezTo>
                    <a:pt x="8085" y="6732"/>
                    <a:pt x="8311" y="6613"/>
                    <a:pt x="8418" y="6410"/>
                  </a:cubicBezTo>
                  <a:cubicBezTo>
                    <a:pt x="8478" y="6291"/>
                    <a:pt x="8502" y="6172"/>
                    <a:pt x="8490" y="6029"/>
                  </a:cubicBezTo>
                  <a:cubicBezTo>
                    <a:pt x="8537" y="6029"/>
                    <a:pt x="8561" y="6053"/>
                    <a:pt x="8609" y="6053"/>
                  </a:cubicBezTo>
                  <a:cubicBezTo>
                    <a:pt x="8668" y="6053"/>
                    <a:pt x="8728" y="6029"/>
                    <a:pt x="8787" y="6017"/>
                  </a:cubicBezTo>
                  <a:cubicBezTo>
                    <a:pt x="8954" y="5970"/>
                    <a:pt x="9085" y="5874"/>
                    <a:pt x="9157" y="5720"/>
                  </a:cubicBezTo>
                  <a:cubicBezTo>
                    <a:pt x="9240" y="5577"/>
                    <a:pt x="9264" y="5410"/>
                    <a:pt x="9204" y="5243"/>
                  </a:cubicBezTo>
                  <a:cubicBezTo>
                    <a:pt x="9192" y="5196"/>
                    <a:pt x="9180" y="5172"/>
                    <a:pt x="9157" y="5136"/>
                  </a:cubicBezTo>
                  <a:lnTo>
                    <a:pt x="9430" y="4946"/>
                  </a:lnTo>
                  <a:lnTo>
                    <a:pt x="9561" y="5124"/>
                  </a:lnTo>
                  <a:cubicBezTo>
                    <a:pt x="9591" y="5161"/>
                    <a:pt x="9644" y="5180"/>
                    <a:pt x="9694" y="5180"/>
                  </a:cubicBezTo>
                  <a:cubicBezTo>
                    <a:pt x="9724" y="5180"/>
                    <a:pt x="9753" y="5173"/>
                    <a:pt x="9776" y="5160"/>
                  </a:cubicBezTo>
                  <a:lnTo>
                    <a:pt x="10192" y="4827"/>
                  </a:lnTo>
                  <a:cubicBezTo>
                    <a:pt x="10264" y="4743"/>
                    <a:pt x="10276" y="4648"/>
                    <a:pt x="10240" y="4577"/>
                  </a:cubicBezTo>
                  <a:cubicBezTo>
                    <a:pt x="10210" y="4539"/>
                    <a:pt x="10157" y="4521"/>
                    <a:pt x="10107" y="4521"/>
                  </a:cubicBezTo>
                  <a:cubicBezTo>
                    <a:pt x="10077" y="4521"/>
                    <a:pt x="10048" y="4527"/>
                    <a:pt x="10026" y="4541"/>
                  </a:cubicBezTo>
                  <a:lnTo>
                    <a:pt x="9728" y="4779"/>
                  </a:lnTo>
                  <a:lnTo>
                    <a:pt x="7347" y="1671"/>
                  </a:lnTo>
                  <a:lnTo>
                    <a:pt x="8704" y="790"/>
                  </a:lnTo>
                  <a:cubicBezTo>
                    <a:pt x="8776" y="755"/>
                    <a:pt x="8787" y="659"/>
                    <a:pt x="8752" y="588"/>
                  </a:cubicBezTo>
                  <a:cubicBezTo>
                    <a:pt x="8721" y="542"/>
                    <a:pt x="8670" y="516"/>
                    <a:pt x="8619" y="516"/>
                  </a:cubicBezTo>
                  <a:cubicBezTo>
                    <a:pt x="8591" y="516"/>
                    <a:pt x="8563" y="523"/>
                    <a:pt x="8537" y="540"/>
                  </a:cubicBezTo>
                  <a:lnTo>
                    <a:pt x="7049" y="1493"/>
                  </a:lnTo>
                  <a:cubicBezTo>
                    <a:pt x="6978" y="1540"/>
                    <a:pt x="6966" y="1648"/>
                    <a:pt x="7002" y="1719"/>
                  </a:cubicBezTo>
                  <a:lnTo>
                    <a:pt x="7275" y="2076"/>
                  </a:lnTo>
                  <a:lnTo>
                    <a:pt x="7085" y="2219"/>
                  </a:lnTo>
                  <a:lnTo>
                    <a:pt x="6311" y="1969"/>
                  </a:lnTo>
                  <a:cubicBezTo>
                    <a:pt x="6287" y="1969"/>
                    <a:pt x="6275" y="1957"/>
                    <a:pt x="6263" y="1957"/>
                  </a:cubicBezTo>
                  <a:lnTo>
                    <a:pt x="4501" y="1957"/>
                  </a:lnTo>
                  <a:cubicBezTo>
                    <a:pt x="4430" y="1957"/>
                    <a:pt x="4370" y="2005"/>
                    <a:pt x="4358" y="2076"/>
                  </a:cubicBezTo>
                  <a:lnTo>
                    <a:pt x="4251" y="2481"/>
                  </a:lnTo>
                  <a:lnTo>
                    <a:pt x="4001" y="2374"/>
                  </a:lnTo>
                  <a:cubicBezTo>
                    <a:pt x="3965" y="2362"/>
                    <a:pt x="3954" y="2362"/>
                    <a:pt x="3930" y="2362"/>
                  </a:cubicBezTo>
                  <a:lnTo>
                    <a:pt x="3227" y="2433"/>
                  </a:lnTo>
                  <a:lnTo>
                    <a:pt x="2989" y="2302"/>
                  </a:lnTo>
                  <a:lnTo>
                    <a:pt x="3215" y="1910"/>
                  </a:lnTo>
                  <a:cubicBezTo>
                    <a:pt x="3251" y="1838"/>
                    <a:pt x="3227" y="1743"/>
                    <a:pt x="3156" y="1707"/>
                  </a:cubicBezTo>
                  <a:lnTo>
                    <a:pt x="251" y="16"/>
                  </a:lnTo>
                  <a:cubicBezTo>
                    <a:pt x="229" y="5"/>
                    <a:pt x="204" y="0"/>
                    <a:pt x="18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3318;p67">
              <a:extLst>
                <a:ext uri="{FF2B5EF4-FFF2-40B4-BE49-F238E27FC236}">
                  <a16:creationId xmlns:a16="http://schemas.microsoft.com/office/drawing/2014/main" id="{C8FC686D-C08D-C279-B15B-C6ABBDD562BD}"/>
                </a:ext>
              </a:extLst>
            </p:cNvPr>
            <p:cNvSpPr/>
            <p:nvPr/>
          </p:nvSpPr>
          <p:spPr>
            <a:xfrm>
              <a:off x="3059960" y="2009628"/>
              <a:ext cx="37177" cy="26960"/>
            </a:xfrm>
            <a:custGeom>
              <a:avLst/>
              <a:gdLst/>
              <a:ahLst/>
              <a:cxnLst/>
              <a:rect l="l" t="t" r="r" b="b"/>
              <a:pathLst>
                <a:path w="1168" h="847" extrusionOk="0">
                  <a:moveTo>
                    <a:pt x="999" y="0"/>
                  </a:moveTo>
                  <a:cubicBezTo>
                    <a:pt x="971" y="0"/>
                    <a:pt x="943" y="8"/>
                    <a:pt x="918" y="25"/>
                  </a:cubicBezTo>
                  <a:lnTo>
                    <a:pt x="84" y="561"/>
                  </a:lnTo>
                  <a:cubicBezTo>
                    <a:pt x="13" y="608"/>
                    <a:pt x="1" y="692"/>
                    <a:pt x="37" y="775"/>
                  </a:cubicBezTo>
                  <a:cubicBezTo>
                    <a:pt x="72" y="811"/>
                    <a:pt x="120" y="846"/>
                    <a:pt x="156" y="846"/>
                  </a:cubicBezTo>
                  <a:cubicBezTo>
                    <a:pt x="191" y="846"/>
                    <a:pt x="215" y="823"/>
                    <a:pt x="239" y="811"/>
                  </a:cubicBezTo>
                  <a:lnTo>
                    <a:pt x="1073" y="275"/>
                  </a:lnTo>
                  <a:cubicBezTo>
                    <a:pt x="1156" y="239"/>
                    <a:pt x="1168" y="144"/>
                    <a:pt x="1132" y="72"/>
                  </a:cubicBezTo>
                  <a:cubicBezTo>
                    <a:pt x="1101" y="26"/>
                    <a:pt x="1051" y="0"/>
                    <a:pt x="9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" name="Google Shape;11992;p65">
            <a:extLst>
              <a:ext uri="{FF2B5EF4-FFF2-40B4-BE49-F238E27FC236}">
                <a16:creationId xmlns:a16="http://schemas.microsoft.com/office/drawing/2014/main" id="{21C69551-E5A0-B78B-0E0B-3BBDC3D5C83D}"/>
              </a:ext>
            </a:extLst>
          </p:cNvPr>
          <p:cNvGrpSpPr/>
          <p:nvPr/>
        </p:nvGrpSpPr>
        <p:grpSpPr>
          <a:xfrm>
            <a:off x="759335" y="1102364"/>
            <a:ext cx="581697" cy="591697"/>
            <a:chOff x="2219466" y="1500293"/>
            <a:chExt cx="330613" cy="359015"/>
          </a:xfrm>
        </p:grpSpPr>
        <p:sp>
          <p:nvSpPr>
            <p:cNvPr id="6" name="Google Shape;11993;p65">
              <a:extLst>
                <a:ext uri="{FF2B5EF4-FFF2-40B4-BE49-F238E27FC236}">
                  <a16:creationId xmlns:a16="http://schemas.microsoft.com/office/drawing/2014/main" id="{8B5AF444-E9AC-4490-DE62-8387BB7B846E}"/>
                </a:ext>
              </a:extLst>
            </p:cNvPr>
            <p:cNvSpPr/>
            <p:nvPr/>
          </p:nvSpPr>
          <p:spPr>
            <a:xfrm>
              <a:off x="2353906" y="1635560"/>
              <a:ext cx="65518" cy="82121"/>
            </a:xfrm>
            <a:custGeom>
              <a:avLst/>
              <a:gdLst/>
              <a:ahLst/>
              <a:cxnLst/>
              <a:rect l="l" t="t" r="r" b="b"/>
              <a:pathLst>
                <a:path w="2060" h="2582" extrusionOk="0">
                  <a:moveTo>
                    <a:pt x="994" y="319"/>
                  </a:moveTo>
                  <a:cubicBezTo>
                    <a:pt x="1051" y="319"/>
                    <a:pt x="1107" y="355"/>
                    <a:pt x="1131" y="426"/>
                  </a:cubicBezTo>
                  <a:lnTo>
                    <a:pt x="1631" y="2093"/>
                  </a:lnTo>
                  <a:cubicBezTo>
                    <a:pt x="1667" y="2165"/>
                    <a:pt x="1607" y="2236"/>
                    <a:pt x="1536" y="2236"/>
                  </a:cubicBezTo>
                  <a:lnTo>
                    <a:pt x="476" y="2236"/>
                  </a:lnTo>
                  <a:cubicBezTo>
                    <a:pt x="405" y="2236"/>
                    <a:pt x="345" y="2165"/>
                    <a:pt x="357" y="2093"/>
                  </a:cubicBezTo>
                  <a:lnTo>
                    <a:pt x="857" y="426"/>
                  </a:lnTo>
                  <a:cubicBezTo>
                    <a:pt x="881" y="355"/>
                    <a:pt x="938" y="319"/>
                    <a:pt x="994" y="319"/>
                  </a:cubicBezTo>
                  <a:close/>
                  <a:moveTo>
                    <a:pt x="1006" y="1"/>
                  </a:moveTo>
                  <a:cubicBezTo>
                    <a:pt x="813" y="1"/>
                    <a:pt x="619" y="111"/>
                    <a:pt x="548" y="331"/>
                  </a:cubicBezTo>
                  <a:lnTo>
                    <a:pt x="48" y="1998"/>
                  </a:lnTo>
                  <a:cubicBezTo>
                    <a:pt x="0" y="2129"/>
                    <a:pt x="36" y="2284"/>
                    <a:pt x="119" y="2403"/>
                  </a:cubicBezTo>
                  <a:cubicBezTo>
                    <a:pt x="214" y="2522"/>
                    <a:pt x="345" y="2581"/>
                    <a:pt x="476" y="2581"/>
                  </a:cubicBezTo>
                  <a:lnTo>
                    <a:pt x="1536" y="2581"/>
                  </a:lnTo>
                  <a:cubicBezTo>
                    <a:pt x="1845" y="2581"/>
                    <a:pt x="2060" y="2284"/>
                    <a:pt x="1965" y="1998"/>
                  </a:cubicBezTo>
                  <a:lnTo>
                    <a:pt x="1464" y="331"/>
                  </a:lnTo>
                  <a:cubicBezTo>
                    <a:pt x="1393" y="111"/>
                    <a:pt x="1200" y="1"/>
                    <a:pt x="1006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994;p65">
              <a:extLst>
                <a:ext uri="{FF2B5EF4-FFF2-40B4-BE49-F238E27FC236}">
                  <a16:creationId xmlns:a16="http://schemas.microsoft.com/office/drawing/2014/main" id="{2C1BB0BB-E13F-C878-4B75-34B9F0B3D35F}"/>
                </a:ext>
              </a:extLst>
            </p:cNvPr>
            <p:cNvSpPr/>
            <p:nvPr/>
          </p:nvSpPr>
          <p:spPr>
            <a:xfrm>
              <a:off x="2219466" y="1500293"/>
              <a:ext cx="330613" cy="359015"/>
            </a:xfrm>
            <a:custGeom>
              <a:avLst/>
              <a:gdLst/>
              <a:ahLst/>
              <a:cxnLst/>
              <a:rect l="l" t="t" r="r" b="b"/>
              <a:pathLst>
                <a:path w="10395" h="11288" extrusionOk="0">
                  <a:moveTo>
                    <a:pt x="1048" y="322"/>
                  </a:moveTo>
                  <a:lnTo>
                    <a:pt x="1048" y="1048"/>
                  </a:lnTo>
                  <a:lnTo>
                    <a:pt x="334" y="1048"/>
                  </a:lnTo>
                  <a:lnTo>
                    <a:pt x="334" y="322"/>
                  </a:lnTo>
                  <a:close/>
                  <a:moveTo>
                    <a:pt x="5549" y="334"/>
                  </a:moveTo>
                  <a:lnTo>
                    <a:pt x="5549" y="1048"/>
                  </a:lnTo>
                  <a:lnTo>
                    <a:pt x="4834" y="1048"/>
                  </a:lnTo>
                  <a:lnTo>
                    <a:pt x="4834" y="334"/>
                  </a:lnTo>
                  <a:close/>
                  <a:moveTo>
                    <a:pt x="10049" y="322"/>
                  </a:moveTo>
                  <a:lnTo>
                    <a:pt x="10049" y="1048"/>
                  </a:lnTo>
                  <a:lnTo>
                    <a:pt x="9335" y="1048"/>
                  </a:lnTo>
                  <a:lnTo>
                    <a:pt x="9335" y="322"/>
                  </a:lnTo>
                  <a:close/>
                  <a:moveTo>
                    <a:pt x="10061" y="5287"/>
                  </a:moveTo>
                  <a:lnTo>
                    <a:pt x="10061" y="6001"/>
                  </a:lnTo>
                  <a:lnTo>
                    <a:pt x="9347" y="6001"/>
                  </a:lnTo>
                  <a:lnTo>
                    <a:pt x="9347" y="5287"/>
                  </a:lnTo>
                  <a:close/>
                  <a:moveTo>
                    <a:pt x="1048" y="5299"/>
                  </a:moveTo>
                  <a:lnTo>
                    <a:pt x="1048" y="6013"/>
                  </a:lnTo>
                  <a:lnTo>
                    <a:pt x="334" y="6013"/>
                  </a:lnTo>
                  <a:lnTo>
                    <a:pt x="334" y="5299"/>
                  </a:lnTo>
                  <a:close/>
                  <a:moveTo>
                    <a:pt x="1381" y="10287"/>
                  </a:moveTo>
                  <a:lnTo>
                    <a:pt x="1524" y="10418"/>
                  </a:lnTo>
                  <a:lnTo>
                    <a:pt x="1381" y="10418"/>
                  </a:lnTo>
                  <a:lnTo>
                    <a:pt x="1381" y="10287"/>
                  </a:lnTo>
                  <a:close/>
                  <a:moveTo>
                    <a:pt x="9001" y="10287"/>
                  </a:moveTo>
                  <a:lnTo>
                    <a:pt x="9001" y="10418"/>
                  </a:lnTo>
                  <a:lnTo>
                    <a:pt x="8870" y="10418"/>
                  </a:lnTo>
                  <a:lnTo>
                    <a:pt x="9001" y="10287"/>
                  </a:lnTo>
                  <a:close/>
                  <a:moveTo>
                    <a:pt x="9025" y="857"/>
                  </a:moveTo>
                  <a:lnTo>
                    <a:pt x="9025" y="1215"/>
                  </a:lnTo>
                  <a:cubicBezTo>
                    <a:pt x="9025" y="1310"/>
                    <a:pt x="9097" y="1381"/>
                    <a:pt x="9180" y="1381"/>
                  </a:cubicBezTo>
                  <a:lnTo>
                    <a:pt x="9537" y="1381"/>
                  </a:lnTo>
                  <a:lnTo>
                    <a:pt x="9537" y="4953"/>
                  </a:lnTo>
                  <a:lnTo>
                    <a:pt x="9180" y="4953"/>
                  </a:lnTo>
                  <a:cubicBezTo>
                    <a:pt x="9097" y="4953"/>
                    <a:pt x="9025" y="5025"/>
                    <a:pt x="9025" y="5120"/>
                  </a:cubicBezTo>
                  <a:lnTo>
                    <a:pt x="9025" y="6180"/>
                  </a:lnTo>
                  <a:cubicBezTo>
                    <a:pt x="9025" y="6263"/>
                    <a:pt x="9097" y="6346"/>
                    <a:pt x="9180" y="6346"/>
                  </a:cubicBezTo>
                  <a:lnTo>
                    <a:pt x="9537" y="6346"/>
                  </a:lnTo>
                  <a:lnTo>
                    <a:pt x="9537" y="9894"/>
                  </a:lnTo>
                  <a:lnTo>
                    <a:pt x="9275" y="9894"/>
                  </a:lnTo>
                  <a:cubicBezTo>
                    <a:pt x="9406" y="9573"/>
                    <a:pt x="9442" y="9216"/>
                    <a:pt x="9323" y="8870"/>
                  </a:cubicBezTo>
                  <a:lnTo>
                    <a:pt x="7311" y="2632"/>
                  </a:lnTo>
                  <a:cubicBezTo>
                    <a:pt x="7283" y="2567"/>
                    <a:pt x="7227" y="2524"/>
                    <a:pt x="7160" y="2524"/>
                  </a:cubicBezTo>
                  <a:cubicBezTo>
                    <a:pt x="7139" y="2524"/>
                    <a:pt x="7118" y="2528"/>
                    <a:pt x="7096" y="2536"/>
                  </a:cubicBezTo>
                  <a:cubicBezTo>
                    <a:pt x="7013" y="2560"/>
                    <a:pt x="6965" y="2655"/>
                    <a:pt x="7001" y="2739"/>
                  </a:cubicBezTo>
                  <a:lnTo>
                    <a:pt x="9001" y="8978"/>
                  </a:lnTo>
                  <a:cubicBezTo>
                    <a:pt x="9263" y="9780"/>
                    <a:pt x="8624" y="10429"/>
                    <a:pt x="7936" y="10429"/>
                  </a:cubicBezTo>
                  <a:cubicBezTo>
                    <a:pt x="7685" y="10429"/>
                    <a:pt x="7427" y="10342"/>
                    <a:pt x="7204" y="10144"/>
                  </a:cubicBezTo>
                  <a:cubicBezTo>
                    <a:pt x="7171" y="10123"/>
                    <a:pt x="7132" y="10111"/>
                    <a:pt x="7093" y="10111"/>
                  </a:cubicBezTo>
                  <a:cubicBezTo>
                    <a:pt x="7045" y="10111"/>
                    <a:pt x="6998" y="10129"/>
                    <a:pt x="6965" y="10168"/>
                  </a:cubicBezTo>
                  <a:cubicBezTo>
                    <a:pt x="6906" y="10240"/>
                    <a:pt x="6906" y="10347"/>
                    <a:pt x="6977" y="10406"/>
                  </a:cubicBezTo>
                  <a:cubicBezTo>
                    <a:pt x="7001" y="10418"/>
                    <a:pt x="7013" y="10430"/>
                    <a:pt x="7025" y="10430"/>
                  </a:cubicBezTo>
                  <a:lnTo>
                    <a:pt x="5906" y="10430"/>
                  </a:lnTo>
                  <a:lnTo>
                    <a:pt x="5906" y="10073"/>
                  </a:lnTo>
                  <a:cubicBezTo>
                    <a:pt x="5906" y="9990"/>
                    <a:pt x="5834" y="9918"/>
                    <a:pt x="5751" y="9918"/>
                  </a:cubicBezTo>
                  <a:lnTo>
                    <a:pt x="4691" y="9918"/>
                  </a:lnTo>
                  <a:cubicBezTo>
                    <a:pt x="4596" y="9918"/>
                    <a:pt x="4525" y="9990"/>
                    <a:pt x="4525" y="10073"/>
                  </a:cubicBezTo>
                  <a:lnTo>
                    <a:pt x="4525" y="10430"/>
                  </a:lnTo>
                  <a:lnTo>
                    <a:pt x="3382" y="10430"/>
                  </a:lnTo>
                  <a:cubicBezTo>
                    <a:pt x="3834" y="10049"/>
                    <a:pt x="3858" y="9585"/>
                    <a:pt x="4037" y="9144"/>
                  </a:cubicBezTo>
                  <a:cubicBezTo>
                    <a:pt x="4167" y="8728"/>
                    <a:pt x="4548" y="8442"/>
                    <a:pt x="5001" y="8442"/>
                  </a:cubicBezTo>
                  <a:lnTo>
                    <a:pt x="5418" y="8442"/>
                  </a:lnTo>
                  <a:cubicBezTo>
                    <a:pt x="5846" y="8442"/>
                    <a:pt x="6239" y="8728"/>
                    <a:pt x="6382" y="9144"/>
                  </a:cubicBezTo>
                  <a:lnTo>
                    <a:pt x="6596" y="9775"/>
                  </a:lnTo>
                  <a:cubicBezTo>
                    <a:pt x="6615" y="9849"/>
                    <a:pt x="6676" y="9894"/>
                    <a:pt x="6742" y="9894"/>
                  </a:cubicBezTo>
                  <a:cubicBezTo>
                    <a:pt x="6761" y="9894"/>
                    <a:pt x="6780" y="9890"/>
                    <a:pt x="6799" y="9882"/>
                  </a:cubicBezTo>
                  <a:cubicBezTo>
                    <a:pt x="6894" y="9859"/>
                    <a:pt x="6930" y="9763"/>
                    <a:pt x="6906" y="9680"/>
                  </a:cubicBezTo>
                  <a:lnTo>
                    <a:pt x="6692" y="9037"/>
                  </a:lnTo>
                  <a:cubicBezTo>
                    <a:pt x="6513" y="8489"/>
                    <a:pt x="6001" y="8108"/>
                    <a:pt x="5418" y="8108"/>
                  </a:cubicBezTo>
                  <a:lnTo>
                    <a:pt x="5001" y="8108"/>
                  </a:lnTo>
                  <a:cubicBezTo>
                    <a:pt x="4418" y="8108"/>
                    <a:pt x="3894" y="8489"/>
                    <a:pt x="3715" y="9037"/>
                  </a:cubicBezTo>
                  <a:lnTo>
                    <a:pt x="3513" y="9680"/>
                  </a:lnTo>
                  <a:cubicBezTo>
                    <a:pt x="3358" y="10132"/>
                    <a:pt x="2929" y="10430"/>
                    <a:pt x="2453" y="10430"/>
                  </a:cubicBezTo>
                  <a:cubicBezTo>
                    <a:pt x="1846" y="10430"/>
                    <a:pt x="1334" y="9942"/>
                    <a:pt x="1334" y="9323"/>
                  </a:cubicBezTo>
                  <a:cubicBezTo>
                    <a:pt x="1334" y="9025"/>
                    <a:pt x="1429" y="8906"/>
                    <a:pt x="1751" y="7846"/>
                  </a:cubicBezTo>
                  <a:cubicBezTo>
                    <a:pt x="1786" y="7751"/>
                    <a:pt x="1739" y="7668"/>
                    <a:pt x="1655" y="7632"/>
                  </a:cubicBezTo>
                  <a:cubicBezTo>
                    <a:pt x="1639" y="7628"/>
                    <a:pt x="1622" y="7626"/>
                    <a:pt x="1607" y="7626"/>
                  </a:cubicBezTo>
                  <a:cubicBezTo>
                    <a:pt x="1532" y="7626"/>
                    <a:pt x="1470" y="7670"/>
                    <a:pt x="1441" y="7739"/>
                  </a:cubicBezTo>
                  <a:lnTo>
                    <a:pt x="1084" y="8870"/>
                  </a:lnTo>
                  <a:cubicBezTo>
                    <a:pt x="977" y="9216"/>
                    <a:pt x="1000" y="9573"/>
                    <a:pt x="1143" y="9894"/>
                  </a:cubicBezTo>
                  <a:lnTo>
                    <a:pt x="881" y="9894"/>
                  </a:lnTo>
                  <a:lnTo>
                    <a:pt x="881" y="6346"/>
                  </a:lnTo>
                  <a:lnTo>
                    <a:pt x="1239" y="6346"/>
                  </a:lnTo>
                  <a:cubicBezTo>
                    <a:pt x="1322" y="6346"/>
                    <a:pt x="1393" y="6263"/>
                    <a:pt x="1393" y="6180"/>
                  </a:cubicBezTo>
                  <a:lnTo>
                    <a:pt x="1393" y="5120"/>
                  </a:lnTo>
                  <a:cubicBezTo>
                    <a:pt x="1393" y="5037"/>
                    <a:pt x="1322" y="4953"/>
                    <a:pt x="1239" y="4953"/>
                  </a:cubicBezTo>
                  <a:lnTo>
                    <a:pt x="881" y="4953"/>
                  </a:lnTo>
                  <a:lnTo>
                    <a:pt x="881" y="1381"/>
                  </a:lnTo>
                  <a:lnTo>
                    <a:pt x="1239" y="1381"/>
                  </a:lnTo>
                  <a:cubicBezTo>
                    <a:pt x="1322" y="1381"/>
                    <a:pt x="1393" y="1310"/>
                    <a:pt x="1393" y="1227"/>
                  </a:cubicBezTo>
                  <a:lnTo>
                    <a:pt x="1393" y="869"/>
                  </a:lnTo>
                  <a:lnTo>
                    <a:pt x="3953" y="869"/>
                  </a:lnTo>
                  <a:cubicBezTo>
                    <a:pt x="3703" y="1060"/>
                    <a:pt x="3513" y="1322"/>
                    <a:pt x="3417" y="1643"/>
                  </a:cubicBezTo>
                  <a:lnTo>
                    <a:pt x="1643" y="7096"/>
                  </a:lnTo>
                  <a:cubicBezTo>
                    <a:pt x="1608" y="7204"/>
                    <a:pt x="1679" y="7323"/>
                    <a:pt x="1798" y="7323"/>
                  </a:cubicBezTo>
                  <a:cubicBezTo>
                    <a:pt x="1881" y="7323"/>
                    <a:pt x="1941" y="7275"/>
                    <a:pt x="1965" y="7204"/>
                  </a:cubicBezTo>
                  <a:lnTo>
                    <a:pt x="3739" y="1727"/>
                  </a:lnTo>
                  <a:cubicBezTo>
                    <a:pt x="3858" y="1334"/>
                    <a:pt x="4156" y="1036"/>
                    <a:pt x="4525" y="917"/>
                  </a:cubicBezTo>
                  <a:lnTo>
                    <a:pt x="4525" y="1215"/>
                  </a:lnTo>
                  <a:cubicBezTo>
                    <a:pt x="4525" y="1310"/>
                    <a:pt x="4596" y="1381"/>
                    <a:pt x="4691" y="1381"/>
                  </a:cubicBezTo>
                  <a:lnTo>
                    <a:pt x="5751" y="1381"/>
                  </a:lnTo>
                  <a:cubicBezTo>
                    <a:pt x="5834" y="1381"/>
                    <a:pt x="5906" y="1310"/>
                    <a:pt x="5906" y="1215"/>
                  </a:cubicBezTo>
                  <a:lnTo>
                    <a:pt x="5906" y="941"/>
                  </a:lnTo>
                  <a:cubicBezTo>
                    <a:pt x="6263" y="1072"/>
                    <a:pt x="6549" y="1358"/>
                    <a:pt x="6680" y="1739"/>
                  </a:cubicBezTo>
                  <a:lnTo>
                    <a:pt x="6799" y="2096"/>
                  </a:lnTo>
                  <a:cubicBezTo>
                    <a:pt x="6827" y="2172"/>
                    <a:pt x="6886" y="2210"/>
                    <a:pt x="6958" y="2210"/>
                  </a:cubicBezTo>
                  <a:cubicBezTo>
                    <a:pt x="6975" y="2210"/>
                    <a:pt x="6994" y="2208"/>
                    <a:pt x="7013" y="2203"/>
                  </a:cubicBezTo>
                  <a:cubicBezTo>
                    <a:pt x="7096" y="2167"/>
                    <a:pt x="7144" y="2084"/>
                    <a:pt x="7120" y="1989"/>
                  </a:cubicBezTo>
                  <a:cubicBezTo>
                    <a:pt x="7025" y="1786"/>
                    <a:pt x="6977" y="1262"/>
                    <a:pt x="6465" y="857"/>
                  </a:cubicBezTo>
                  <a:close/>
                  <a:moveTo>
                    <a:pt x="1048" y="10228"/>
                  </a:moveTo>
                  <a:lnTo>
                    <a:pt x="1048" y="10942"/>
                  </a:lnTo>
                  <a:lnTo>
                    <a:pt x="334" y="10942"/>
                  </a:lnTo>
                  <a:lnTo>
                    <a:pt x="334" y="10228"/>
                  </a:lnTo>
                  <a:close/>
                  <a:moveTo>
                    <a:pt x="5572" y="10228"/>
                  </a:moveTo>
                  <a:lnTo>
                    <a:pt x="5572" y="10942"/>
                  </a:lnTo>
                  <a:lnTo>
                    <a:pt x="4858" y="10942"/>
                  </a:lnTo>
                  <a:lnTo>
                    <a:pt x="4858" y="10228"/>
                  </a:lnTo>
                  <a:close/>
                  <a:moveTo>
                    <a:pt x="10061" y="10228"/>
                  </a:moveTo>
                  <a:lnTo>
                    <a:pt x="10061" y="10942"/>
                  </a:lnTo>
                  <a:lnTo>
                    <a:pt x="9347" y="10942"/>
                  </a:lnTo>
                  <a:lnTo>
                    <a:pt x="9347" y="10228"/>
                  </a:lnTo>
                  <a:close/>
                  <a:moveTo>
                    <a:pt x="167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1227"/>
                  </a:lnTo>
                  <a:cubicBezTo>
                    <a:pt x="0" y="1310"/>
                    <a:pt x="72" y="1381"/>
                    <a:pt x="167" y="1381"/>
                  </a:cubicBezTo>
                  <a:lnTo>
                    <a:pt x="524" y="1381"/>
                  </a:lnTo>
                  <a:lnTo>
                    <a:pt x="524" y="4953"/>
                  </a:lnTo>
                  <a:lnTo>
                    <a:pt x="167" y="4953"/>
                  </a:lnTo>
                  <a:cubicBezTo>
                    <a:pt x="72" y="4953"/>
                    <a:pt x="0" y="5037"/>
                    <a:pt x="0" y="5120"/>
                  </a:cubicBezTo>
                  <a:lnTo>
                    <a:pt x="0" y="6180"/>
                  </a:lnTo>
                  <a:cubicBezTo>
                    <a:pt x="0" y="6263"/>
                    <a:pt x="72" y="6346"/>
                    <a:pt x="167" y="6346"/>
                  </a:cubicBezTo>
                  <a:lnTo>
                    <a:pt x="524" y="6346"/>
                  </a:lnTo>
                  <a:lnTo>
                    <a:pt x="524" y="9894"/>
                  </a:lnTo>
                  <a:lnTo>
                    <a:pt x="167" y="9894"/>
                  </a:lnTo>
                  <a:cubicBezTo>
                    <a:pt x="72" y="9894"/>
                    <a:pt x="0" y="9978"/>
                    <a:pt x="0" y="10061"/>
                  </a:cubicBezTo>
                  <a:lnTo>
                    <a:pt x="0" y="11121"/>
                  </a:lnTo>
                  <a:cubicBezTo>
                    <a:pt x="0" y="11204"/>
                    <a:pt x="72" y="11287"/>
                    <a:pt x="167" y="11287"/>
                  </a:cubicBezTo>
                  <a:lnTo>
                    <a:pt x="1215" y="11287"/>
                  </a:lnTo>
                  <a:cubicBezTo>
                    <a:pt x="1310" y="11287"/>
                    <a:pt x="1381" y="11204"/>
                    <a:pt x="1381" y="11121"/>
                  </a:cubicBezTo>
                  <a:lnTo>
                    <a:pt x="1381" y="10763"/>
                  </a:lnTo>
                  <a:lnTo>
                    <a:pt x="4513" y="10763"/>
                  </a:lnTo>
                  <a:lnTo>
                    <a:pt x="4513" y="11121"/>
                  </a:lnTo>
                  <a:cubicBezTo>
                    <a:pt x="4513" y="11204"/>
                    <a:pt x="4584" y="11287"/>
                    <a:pt x="4679" y="11287"/>
                  </a:cubicBezTo>
                  <a:lnTo>
                    <a:pt x="5727" y="11287"/>
                  </a:lnTo>
                  <a:cubicBezTo>
                    <a:pt x="5822" y="11287"/>
                    <a:pt x="5894" y="11204"/>
                    <a:pt x="5894" y="11121"/>
                  </a:cubicBezTo>
                  <a:lnTo>
                    <a:pt x="5894" y="10763"/>
                  </a:lnTo>
                  <a:lnTo>
                    <a:pt x="9001" y="10763"/>
                  </a:lnTo>
                  <a:lnTo>
                    <a:pt x="9001" y="11121"/>
                  </a:lnTo>
                  <a:cubicBezTo>
                    <a:pt x="9001" y="11204"/>
                    <a:pt x="9085" y="11287"/>
                    <a:pt x="9168" y="11287"/>
                  </a:cubicBezTo>
                  <a:lnTo>
                    <a:pt x="10228" y="11287"/>
                  </a:lnTo>
                  <a:cubicBezTo>
                    <a:pt x="10311" y="11287"/>
                    <a:pt x="10394" y="11204"/>
                    <a:pt x="10394" y="11121"/>
                  </a:cubicBezTo>
                  <a:lnTo>
                    <a:pt x="10394" y="10061"/>
                  </a:lnTo>
                  <a:cubicBezTo>
                    <a:pt x="10394" y="9978"/>
                    <a:pt x="10311" y="9894"/>
                    <a:pt x="10228" y="9894"/>
                  </a:cubicBezTo>
                  <a:lnTo>
                    <a:pt x="9871" y="9894"/>
                  </a:lnTo>
                  <a:lnTo>
                    <a:pt x="9871" y="6346"/>
                  </a:lnTo>
                  <a:lnTo>
                    <a:pt x="10228" y="6346"/>
                  </a:lnTo>
                  <a:cubicBezTo>
                    <a:pt x="10311" y="6346"/>
                    <a:pt x="10394" y="6263"/>
                    <a:pt x="10394" y="6180"/>
                  </a:cubicBezTo>
                  <a:lnTo>
                    <a:pt x="10394" y="5120"/>
                  </a:lnTo>
                  <a:cubicBezTo>
                    <a:pt x="10394" y="5037"/>
                    <a:pt x="10311" y="4953"/>
                    <a:pt x="10228" y="4953"/>
                  </a:cubicBezTo>
                  <a:lnTo>
                    <a:pt x="9871" y="4953"/>
                  </a:lnTo>
                  <a:lnTo>
                    <a:pt x="9871" y="1381"/>
                  </a:lnTo>
                  <a:lnTo>
                    <a:pt x="10228" y="1381"/>
                  </a:lnTo>
                  <a:cubicBezTo>
                    <a:pt x="10311" y="1381"/>
                    <a:pt x="10394" y="1310"/>
                    <a:pt x="10394" y="1227"/>
                  </a:cubicBezTo>
                  <a:lnTo>
                    <a:pt x="10394" y="167"/>
                  </a:lnTo>
                  <a:cubicBezTo>
                    <a:pt x="10394" y="72"/>
                    <a:pt x="10311" y="0"/>
                    <a:pt x="10228" y="0"/>
                  </a:cubicBezTo>
                  <a:lnTo>
                    <a:pt x="9168" y="0"/>
                  </a:lnTo>
                  <a:cubicBezTo>
                    <a:pt x="9085" y="0"/>
                    <a:pt x="9001" y="72"/>
                    <a:pt x="9001" y="167"/>
                  </a:cubicBezTo>
                  <a:lnTo>
                    <a:pt x="9001" y="524"/>
                  </a:lnTo>
                  <a:lnTo>
                    <a:pt x="5894" y="524"/>
                  </a:lnTo>
                  <a:lnTo>
                    <a:pt x="5894" y="167"/>
                  </a:lnTo>
                  <a:cubicBezTo>
                    <a:pt x="5894" y="72"/>
                    <a:pt x="5822" y="0"/>
                    <a:pt x="5727" y="0"/>
                  </a:cubicBezTo>
                  <a:lnTo>
                    <a:pt x="4679" y="0"/>
                  </a:lnTo>
                  <a:cubicBezTo>
                    <a:pt x="4584" y="0"/>
                    <a:pt x="4513" y="72"/>
                    <a:pt x="4513" y="167"/>
                  </a:cubicBezTo>
                  <a:lnTo>
                    <a:pt x="4513" y="524"/>
                  </a:lnTo>
                  <a:lnTo>
                    <a:pt x="1381" y="524"/>
                  </a:lnTo>
                  <a:lnTo>
                    <a:pt x="1381" y="167"/>
                  </a:lnTo>
                  <a:cubicBezTo>
                    <a:pt x="1381" y="72"/>
                    <a:pt x="1310" y="0"/>
                    <a:pt x="121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" name="Google Shape;12510;p65">
            <a:extLst>
              <a:ext uri="{FF2B5EF4-FFF2-40B4-BE49-F238E27FC236}">
                <a16:creationId xmlns:a16="http://schemas.microsoft.com/office/drawing/2014/main" id="{10C40B03-7D5E-E93A-7992-8A6EC5742A7E}"/>
              </a:ext>
            </a:extLst>
          </p:cNvPr>
          <p:cNvGrpSpPr/>
          <p:nvPr/>
        </p:nvGrpSpPr>
        <p:grpSpPr>
          <a:xfrm>
            <a:off x="731896" y="2341542"/>
            <a:ext cx="636573" cy="712047"/>
            <a:chOff x="1768821" y="3361108"/>
            <a:chExt cx="278739" cy="339074"/>
          </a:xfrm>
        </p:grpSpPr>
        <p:sp>
          <p:nvSpPr>
            <p:cNvPr id="10" name="Google Shape;12511;p65">
              <a:extLst>
                <a:ext uri="{FF2B5EF4-FFF2-40B4-BE49-F238E27FC236}">
                  <a16:creationId xmlns:a16="http://schemas.microsoft.com/office/drawing/2014/main" id="{79DC285C-974C-573E-F8BE-50EB90D782A0}"/>
                </a:ext>
              </a:extLst>
            </p:cNvPr>
            <p:cNvSpPr/>
            <p:nvPr/>
          </p:nvSpPr>
          <p:spPr>
            <a:xfrm>
              <a:off x="1784374" y="3549744"/>
              <a:ext cx="32218" cy="21564"/>
            </a:xfrm>
            <a:custGeom>
              <a:avLst/>
              <a:gdLst/>
              <a:ahLst/>
              <a:cxnLst/>
              <a:rect l="l" t="t" r="r" b="b"/>
              <a:pathLst>
                <a:path w="1013" h="678" extrusionOk="0">
                  <a:moveTo>
                    <a:pt x="830" y="1"/>
                  </a:moveTo>
                  <a:cubicBezTo>
                    <a:pt x="804" y="1"/>
                    <a:pt x="776" y="8"/>
                    <a:pt x="750" y="23"/>
                  </a:cubicBezTo>
                  <a:lnTo>
                    <a:pt x="143" y="380"/>
                  </a:lnTo>
                  <a:cubicBezTo>
                    <a:pt x="0" y="451"/>
                    <a:pt x="48" y="677"/>
                    <a:pt x="214" y="677"/>
                  </a:cubicBezTo>
                  <a:cubicBezTo>
                    <a:pt x="238" y="677"/>
                    <a:pt x="274" y="677"/>
                    <a:pt x="286" y="665"/>
                  </a:cubicBezTo>
                  <a:lnTo>
                    <a:pt x="893" y="308"/>
                  </a:lnTo>
                  <a:cubicBezTo>
                    <a:pt x="1000" y="261"/>
                    <a:pt x="1012" y="154"/>
                    <a:pt x="976" y="82"/>
                  </a:cubicBezTo>
                  <a:cubicBezTo>
                    <a:pt x="944" y="33"/>
                    <a:pt x="889" y="1"/>
                    <a:pt x="83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2512;p65">
              <a:extLst>
                <a:ext uri="{FF2B5EF4-FFF2-40B4-BE49-F238E27FC236}">
                  <a16:creationId xmlns:a16="http://schemas.microsoft.com/office/drawing/2014/main" id="{9E0F9A36-4073-6D07-CE45-5F7E788579FC}"/>
                </a:ext>
              </a:extLst>
            </p:cNvPr>
            <p:cNvSpPr/>
            <p:nvPr/>
          </p:nvSpPr>
          <p:spPr>
            <a:xfrm>
              <a:off x="1998326" y="3551652"/>
              <a:ext cx="32218" cy="21532"/>
            </a:xfrm>
            <a:custGeom>
              <a:avLst/>
              <a:gdLst/>
              <a:ahLst/>
              <a:cxnLst/>
              <a:rect l="l" t="t" r="r" b="b"/>
              <a:pathLst>
                <a:path w="1013" h="677" extrusionOk="0">
                  <a:moveTo>
                    <a:pt x="199" y="0"/>
                  </a:moveTo>
                  <a:cubicBezTo>
                    <a:pt x="141" y="0"/>
                    <a:pt x="80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cubicBezTo>
                    <a:pt x="726" y="665"/>
                    <a:pt x="714" y="677"/>
                    <a:pt x="810" y="677"/>
                  </a:cubicBezTo>
                  <a:cubicBezTo>
                    <a:pt x="953" y="677"/>
                    <a:pt x="1012" y="451"/>
                    <a:pt x="881" y="379"/>
                  </a:cubicBezTo>
                  <a:lnTo>
                    <a:pt x="274" y="22"/>
                  </a:lnTo>
                  <a:cubicBezTo>
                    <a:pt x="251" y="7"/>
                    <a:pt x="226" y="0"/>
                    <a:pt x="1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513;p65">
              <a:extLst>
                <a:ext uri="{FF2B5EF4-FFF2-40B4-BE49-F238E27FC236}">
                  <a16:creationId xmlns:a16="http://schemas.microsoft.com/office/drawing/2014/main" id="{63D09552-3110-27E8-3CE7-58CDE14B10BF}"/>
                </a:ext>
              </a:extLst>
            </p:cNvPr>
            <p:cNvSpPr/>
            <p:nvPr/>
          </p:nvSpPr>
          <p:spPr>
            <a:xfrm>
              <a:off x="1826007" y="3466383"/>
              <a:ext cx="142041" cy="233799"/>
            </a:xfrm>
            <a:custGeom>
              <a:avLst/>
              <a:gdLst/>
              <a:ahLst/>
              <a:cxnLst/>
              <a:rect l="l" t="t" r="r" b="b"/>
              <a:pathLst>
                <a:path w="4466" h="7351" extrusionOk="0">
                  <a:moveTo>
                    <a:pt x="1715" y="346"/>
                  </a:moveTo>
                  <a:cubicBezTo>
                    <a:pt x="1882" y="346"/>
                    <a:pt x="2013" y="489"/>
                    <a:pt x="2013" y="643"/>
                  </a:cubicBezTo>
                  <a:lnTo>
                    <a:pt x="2013" y="941"/>
                  </a:lnTo>
                  <a:lnTo>
                    <a:pt x="1668" y="941"/>
                  </a:lnTo>
                  <a:cubicBezTo>
                    <a:pt x="1501" y="941"/>
                    <a:pt x="1370" y="810"/>
                    <a:pt x="1370" y="643"/>
                  </a:cubicBezTo>
                  <a:cubicBezTo>
                    <a:pt x="1370" y="489"/>
                    <a:pt x="1501" y="346"/>
                    <a:pt x="1668" y="346"/>
                  </a:cubicBezTo>
                  <a:close/>
                  <a:moveTo>
                    <a:pt x="3573" y="346"/>
                  </a:moveTo>
                  <a:cubicBezTo>
                    <a:pt x="3739" y="346"/>
                    <a:pt x="3870" y="489"/>
                    <a:pt x="3870" y="643"/>
                  </a:cubicBezTo>
                  <a:cubicBezTo>
                    <a:pt x="3870" y="810"/>
                    <a:pt x="3739" y="941"/>
                    <a:pt x="3573" y="941"/>
                  </a:cubicBezTo>
                  <a:lnTo>
                    <a:pt x="3239" y="941"/>
                  </a:lnTo>
                  <a:lnTo>
                    <a:pt x="3239" y="643"/>
                  </a:lnTo>
                  <a:cubicBezTo>
                    <a:pt x="3239" y="489"/>
                    <a:pt x="3370" y="346"/>
                    <a:pt x="3537" y="346"/>
                  </a:cubicBezTo>
                  <a:close/>
                  <a:moveTo>
                    <a:pt x="3727" y="4370"/>
                  </a:moveTo>
                  <a:lnTo>
                    <a:pt x="3727" y="5049"/>
                  </a:lnTo>
                  <a:lnTo>
                    <a:pt x="1513" y="5049"/>
                  </a:lnTo>
                  <a:lnTo>
                    <a:pt x="1513" y="4370"/>
                  </a:lnTo>
                  <a:close/>
                  <a:moveTo>
                    <a:pt x="3739" y="5370"/>
                  </a:moveTo>
                  <a:lnTo>
                    <a:pt x="3739" y="5799"/>
                  </a:lnTo>
                  <a:lnTo>
                    <a:pt x="3727" y="5799"/>
                  </a:lnTo>
                  <a:cubicBezTo>
                    <a:pt x="3727" y="5930"/>
                    <a:pt x="3620" y="6037"/>
                    <a:pt x="3489" y="6037"/>
                  </a:cubicBezTo>
                  <a:lnTo>
                    <a:pt x="1763" y="6037"/>
                  </a:lnTo>
                  <a:cubicBezTo>
                    <a:pt x="1620" y="6037"/>
                    <a:pt x="1525" y="5930"/>
                    <a:pt x="1525" y="5799"/>
                  </a:cubicBezTo>
                  <a:lnTo>
                    <a:pt x="1525" y="5370"/>
                  </a:lnTo>
                  <a:close/>
                  <a:moveTo>
                    <a:pt x="1656" y="0"/>
                  </a:moveTo>
                  <a:cubicBezTo>
                    <a:pt x="1310" y="0"/>
                    <a:pt x="1037" y="286"/>
                    <a:pt x="1037" y="631"/>
                  </a:cubicBezTo>
                  <a:cubicBezTo>
                    <a:pt x="1037" y="977"/>
                    <a:pt x="1310" y="1262"/>
                    <a:pt x="1656" y="1262"/>
                  </a:cubicBezTo>
                  <a:lnTo>
                    <a:pt x="2001" y="1262"/>
                  </a:lnTo>
                  <a:lnTo>
                    <a:pt x="2001" y="2548"/>
                  </a:lnTo>
                  <a:cubicBezTo>
                    <a:pt x="2001" y="2644"/>
                    <a:pt x="2072" y="2715"/>
                    <a:pt x="2168" y="2715"/>
                  </a:cubicBezTo>
                  <a:cubicBezTo>
                    <a:pt x="2251" y="2715"/>
                    <a:pt x="2322" y="2644"/>
                    <a:pt x="2322" y="2548"/>
                  </a:cubicBezTo>
                  <a:lnTo>
                    <a:pt x="2322" y="1262"/>
                  </a:lnTo>
                  <a:lnTo>
                    <a:pt x="2906" y="1262"/>
                  </a:lnTo>
                  <a:lnTo>
                    <a:pt x="2906" y="4037"/>
                  </a:lnTo>
                  <a:lnTo>
                    <a:pt x="2322" y="4037"/>
                  </a:lnTo>
                  <a:lnTo>
                    <a:pt x="2322" y="3191"/>
                  </a:lnTo>
                  <a:cubicBezTo>
                    <a:pt x="2322" y="3108"/>
                    <a:pt x="2251" y="3025"/>
                    <a:pt x="2168" y="3025"/>
                  </a:cubicBezTo>
                  <a:cubicBezTo>
                    <a:pt x="2072" y="3025"/>
                    <a:pt x="2001" y="3108"/>
                    <a:pt x="2001" y="3191"/>
                  </a:cubicBezTo>
                  <a:lnTo>
                    <a:pt x="2001" y="4060"/>
                  </a:lnTo>
                  <a:lnTo>
                    <a:pt x="1513" y="4060"/>
                  </a:lnTo>
                  <a:cubicBezTo>
                    <a:pt x="1489" y="3596"/>
                    <a:pt x="1298" y="3167"/>
                    <a:pt x="941" y="2846"/>
                  </a:cubicBezTo>
                  <a:cubicBezTo>
                    <a:pt x="679" y="2608"/>
                    <a:pt x="465" y="2310"/>
                    <a:pt x="334" y="1989"/>
                  </a:cubicBezTo>
                  <a:cubicBezTo>
                    <a:pt x="305" y="1930"/>
                    <a:pt x="235" y="1887"/>
                    <a:pt x="165" y="1887"/>
                  </a:cubicBezTo>
                  <a:cubicBezTo>
                    <a:pt x="150" y="1887"/>
                    <a:pt x="135" y="1889"/>
                    <a:pt x="120" y="1893"/>
                  </a:cubicBezTo>
                  <a:cubicBezTo>
                    <a:pt x="48" y="1929"/>
                    <a:pt x="1" y="2036"/>
                    <a:pt x="36" y="2108"/>
                  </a:cubicBezTo>
                  <a:cubicBezTo>
                    <a:pt x="179" y="2477"/>
                    <a:pt x="417" y="2810"/>
                    <a:pt x="715" y="3084"/>
                  </a:cubicBezTo>
                  <a:cubicBezTo>
                    <a:pt x="1001" y="3358"/>
                    <a:pt x="1179" y="3727"/>
                    <a:pt x="1179" y="4120"/>
                  </a:cubicBezTo>
                  <a:lnTo>
                    <a:pt x="1179" y="5823"/>
                  </a:lnTo>
                  <a:cubicBezTo>
                    <a:pt x="1179" y="6096"/>
                    <a:pt x="1358" y="6311"/>
                    <a:pt x="1608" y="6382"/>
                  </a:cubicBezTo>
                  <a:cubicBezTo>
                    <a:pt x="1608" y="6513"/>
                    <a:pt x="1644" y="6644"/>
                    <a:pt x="1703" y="6775"/>
                  </a:cubicBezTo>
                  <a:cubicBezTo>
                    <a:pt x="1738" y="6837"/>
                    <a:pt x="1793" y="6872"/>
                    <a:pt x="1848" y="6872"/>
                  </a:cubicBezTo>
                  <a:cubicBezTo>
                    <a:pt x="1868" y="6872"/>
                    <a:pt x="1887" y="6868"/>
                    <a:pt x="1906" y="6858"/>
                  </a:cubicBezTo>
                  <a:cubicBezTo>
                    <a:pt x="1989" y="6811"/>
                    <a:pt x="2025" y="6715"/>
                    <a:pt x="1989" y="6644"/>
                  </a:cubicBezTo>
                  <a:cubicBezTo>
                    <a:pt x="1953" y="6573"/>
                    <a:pt x="1930" y="6477"/>
                    <a:pt x="1930" y="6394"/>
                  </a:cubicBezTo>
                  <a:lnTo>
                    <a:pt x="3263" y="6394"/>
                  </a:lnTo>
                  <a:cubicBezTo>
                    <a:pt x="3243" y="6759"/>
                    <a:pt x="2922" y="7025"/>
                    <a:pt x="2575" y="7025"/>
                  </a:cubicBezTo>
                  <a:cubicBezTo>
                    <a:pt x="2503" y="7025"/>
                    <a:pt x="2430" y="7014"/>
                    <a:pt x="2358" y="6989"/>
                  </a:cubicBezTo>
                  <a:cubicBezTo>
                    <a:pt x="2336" y="6981"/>
                    <a:pt x="2314" y="6977"/>
                    <a:pt x="2294" y="6977"/>
                  </a:cubicBezTo>
                  <a:cubicBezTo>
                    <a:pt x="2227" y="6977"/>
                    <a:pt x="2171" y="7018"/>
                    <a:pt x="2144" y="7073"/>
                  </a:cubicBezTo>
                  <a:cubicBezTo>
                    <a:pt x="2120" y="7168"/>
                    <a:pt x="2168" y="7251"/>
                    <a:pt x="2239" y="7287"/>
                  </a:cubicBezTo>
                  <a:cubicBezTo>
                    <a:pt x="2356" y="7330"/>
                    <a:pt x="2473" y="7350"/>
                    <a:pt x="2588" y="7350"/>
                  </a:cubicBezTo>
                  <a:cubicBezTo>
                    <a:pt x="3106" y="7350"/>
                    <a:pt x="3563" y="6940"/>
                    <a:pt x="3573" y="6394"/>
                  </a:cubicBezTo>
                  <a:cubicBezTo>
                    <a:pt x="3835" y="6334"/>
                    <a:pt x="4013" y="6108"/>
                    <a:pt x="4013" y="5846"/>
                  </a:cubicBezTo>
                  <a:lnTo>
                    <a:pt x="4013" y="4156"/>
                  </a:lnTo>
                  <a:cubicBezTo>
                    <a:pt x="4013" y="3798"/>
                    <a:pt x="4144" y="3465"/>
                    <a:pt x="4370" y="3203"/>
                  </a:cubicBezTo>
                  <a:cubicBezTo>
                    <a:pt x="4466" y="3108"/>
                    <a:pt x="4454" y="3001"/>
                    <a:pt x="4394" y="2941"/>
                  </a:cubicBezTo>
                  <a:cubicBezTo>
                    <a:pt x="4366" y="2913"/>
                    <a:pt x="4326" y="2898"/>
                    <a:pt x="4287" y="2898"/>
                  </a:cubicBezTo>
                  <a:cubicBezTo>
                    <a:pt x="4243" y="2898"/>
                    <a:pt x="4199" y="2916"/>
                    <a:pt x="4168" y="2953"/>
                  </a:cubicBezTo>
                  <a:cubicBezTo>
                    <a:pt x="3906" y="3251"/>
                    <a:pt x="3739" y="3644"/>
                    <a:pt x="3727" y="4060"/>
                  </a:cubicBezTo>
                  <a:lnTo>
                    <a:pt x="3239" y="4060"/>
                  </a:lnTo>
                  <a:lnTo>
                    <a:pt x="3239" y="1262"/>
                  </a:lnTo>
                  <a:lnTo>
                    <a:pt x="3573" y="1262"/>
                  </a:lnTo>
                  <a:cubicBezTo>
                    <a:pt x="3918" y="1262"/>
                    <a:pt x="4204" y="977"/>
                    <a:pt x="4204" y="631"/>
                  </a:cubicBezTo>
                  <a:cubicBezTo>
                    <a:pt x="4204" y="286"/>
                    <a:pt x="3918" y="0"/>
                    <a:pt x="3573" y="0"/>
                  </a:cubicBezTo>
                  <a:lnTo>
                    <a:pt x="3537" y="0"/>
                  </a:lnTo>
                  <a:cubicBezTo>
                    <a:pt x="3192" y="0"/>
                    <a:pt x="2906" y="286"/>
                    <a:pt x="2906" y="631"/>
                  </a:cubicBezTo>
                  <a:lnTo>
                    <a:pt x="2906" y="929"/>
                  </a:lnTo>
                  <a:lnTo>
                    <a:pt x="2322" y="929"/>
                  </a:lnTo>
                  <a:lnTo>
                    <a:pt x="2322" y="631"/>
                  </a:lnTo>
                  <a:cubicBezTo>
                    <a:pt x="2322" y="286"/>
                    <a:pt x="2049" y="0"/>
                    <a:pt x="1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514;p65">
              <a:extLst>
                <a:ext uri="{FF2B5EF4-FFF2-40B4-BE49-F238E27FC236}">
                  <a16:creationId xmlns:a16="http://schemas.microsoft.com/office/drawing/2014/main" id="{F4287F92-16C2-AE50-30BC-EF6059A1C0FB}"/>
                </a:ext>
              </a:extLst>
            </p:cNvPr>
            <p:cNvSpPr/>
            <p:nvPr/>
          </p:nvSpPr>
          <p:spPr>
            <a:xfrm>
              <a:off x="1820345" y="3409706"/>
              <a:ext cx="177631" cy="144236"/>
            </a:xfrm>
            <a:custGeom>
              <a:avLst/>
              <a:gdLst/>
              <a:ahLst/>
              <a:cxnLst/>
              <a:rect l="l" t="t" r="r" b="b"/>
              <a:pathLst>
                <a:path w="5585" h="4535" extrusionOk="0">
                  <a:moveTo>
                    <a:pt x="2818" y="1"/>
                  </a:moveTo>
                  <a:cubicBezTo>
                    <a:pt x="1382" y="1"/>
                    <a:pt x="0" y="1113"/>
                    <a:pt x="0" y="2782"/>
                  </a:cubicBezTo>
                  <a:cubicBezTo>
                    <a:pt x="0" y="2937"/>
                    <a:pt x="24" y="3080"/>
                    <a:pt x="36" y="3223"/>
                  </a:cubicBezTo>
                  <a:cubicBezTo>
                    <a:pt x="47" y="3299"/>
                    <a:pt x="107" y="3355"/>
                    <a:pt x="190" y="3355"/>
                  </a:cubicBezTo>
                  <a:cubicBezTo>
                    <a:pt x="198" y="3355"/>
                    <a:pt x="206" y="3355"/>
                    <a:pt x="214" y="3354"/>
                  </a:cubicBezTo>
                  <a:cubicBezTo>
                    <a:pt x="298" y="3342"/>
                    <a:pt x="357" y="3259"/>
                    <a:pt x="345" y="3175"/>
                  </a:cubicBezTo>
                  <a:cubicBezTo>
                    <a:pt x="333" y="3044"/>
                    <a:pt x="310" y="2925"/>
                    <a:pt x="310" y="2782"/>
                  </a:cubicBezTo>
                  <a:cubicBezTo>
                    <a:pt x="310" y="1416"/>
                    <a:pt x="1429" y="318"/>
                    <a:pt x="2779" y="318"/>
                  </a:cubicBezTo>
                  <a:cubicBezTo>
                    <a:pt x="2793" y="318"/>
                    <a:pt x="2807" y="318"/>
                    <a:pt x="2822" y="318"/>
                  </a:cubicBezTo>
                  <a:cubicBezTo>
                    <a:pt x="4143" y="330"/>
                    <a:pt x="5227" y="1437"/>
                    <a:pt x="5239" y="2759"/>
                  </a:cubicBezTo>
                  <a:lnTo>
                    <a:pt x="5239" y="2782"/>
                  </a:lnTo>
                  <a:cubicBezTo>
                    <a:pt x="5239" y="3318"/>
                    <a:pt x="5060" y="3842"/>
                    <a:pt x="4751" y="4271"/>
                  </a:cubicBezTo>
                  <a:cubicBezTo>
                    <a:pt x="4691" y="4354"/>
                    <a:pt x="4703" y="4437"/>
                    <a:pt x="4775" y="4497"/>
                  </a:cubicBezTo>
                  <a:cubicBezTo>
                    <a:pt x="4809" y="4522"/>
                    <a:pt x="4844" y="4534"/>
                    <a:pt x="4877" y="4534"/>
                  </a:cubicBezTo>
                  <a:cubicBezTo>
                    <a:pt x="4923" y="4534"/>
                    <a:pt x="4966" y="4510"/>
                    <a:pt x="5001" y="4461"/>
                  </a:cubicBezTo>
                  <a:cubicBezTo>
                    <a:pt x="5370" y="3973"/>
                    <a:pt x="5572" y="3390"/>
                    <a:pt x="5572" y="2782"/>
                  </a:cubicBezTo>
                  <a:cubicBezTo>
                    <a:pt x="5584" y="2782"/>
                    <a:pt x="5584" y="2771"/>
                    <a:pt x="5584" y="2759"/>
                  </a:cubicBezTo>
                  <a:cubicBezTo>
                    <a:pt x="5572" y="2032"/>
                    <a:pt x="5286" y="1342"/>
                    <a:pt x="4763" y="818"/>
                  </a:cubicBezTo>
                  <a:cubicBezTo>
                    <a:pt x="4198" y="253"/>
                    <a:pt x="3502" y="1"/>
                    <a:pt x="281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515;p65">
              <a:extLst>
                <a:ext uri="{FF2B5EF4-FFF2-40B4-BE49-F238E27FC236}">
                  <a16:creationId xmlns:a16="http://schemas.microsoft.com/office/drawing/2014/main" id="{50146BE7-2865-C960-384C-CD4B3E69DA2D}"/>
                </a:ext>
              </a:extLst>
            </p:cNvPr>
            <p:cNvSpPr/>
            <p:nvPr/>
          </p:nvSpPr>
          <p:spPr>
            <a:xfrm>
              <a:off x="1904406" y="3361108"/>
              <a:ext cx="10241" cy="32982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70"/>
                  </a:lnTo>
                  <a:cubicBezTo>
                    <a:pt x="0" y="965"/>
                    <a:pt x="72" y="1036"/>
                    <a:pt x="155" y="1036"/>
                  </a:cubicBezTo>
                  <a:cubicBezTo>
                    <a:pt x="250" y="1036"/>
                    <a:pt x="322" y="965"/>
                    <a:pt x="322" y="870"/>
                  </a:cubicBezTo>
                  <a:lnTo>
                    <a:pt x="322" y="167"/>
                  </a:lnTo>
                  <a:cubicBezTo>
                    <a:pt x="310" y="60"/>
                    <a:pt x="250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516;p65">
              <a:extLst>
                <a:ext uri="{FF2B5EF4-FFF2-40B4-BE49-F238E27FC236}">
                  <a16:creationId xmlns:a16="http://schemas.microsoft.com/office/drawing/2014/main" id="{BE3218D5-DA8D-846B-0B0E-77514EA0CA3D}"/>
                </a:ext>
              </a:extLst>
            </p:cNvPr>
            <p:cNvSpPr/>
            <p:nvPr/>
          </p:nvSpPr>
          <p:spPr>
            <a:xfrm>
              <a:off x="1836248" y="3378219"/>
              <a:ext cx="23504" cy="29865"/>
            </a:xfrm>
            <a:custGeom>
              <a:avLst/>
              <a:gdLst/>
              <a:ahLst/>
              <a:cxnLst/>
              <a:rect l="l" t="t" r="r" b="b"/>
              <a:pathLst>
                <a:path w="739" h="939" extrusionOk="0">
                  <a:moveTo>
                    <a:pt x="181" y="0"/>
                  </a:moveTo>
                  <a:cubicBezTo>
                    <a:pt x="154" y="0"/>
                    <a:pt x="125" y="7"/>
                    <a:pt x="95" y="22"/>
                  </a:cubicBezTo>
                  <a:cubicBezTo>
                    <a:pt x="24" y="70"/>
                    <a:pt x="0" y="165"/>
                    <a:pt x="36" y="248"/>
                  </a:cubicBezTo>
                  <a:lnTo>
                    <a:pt x="393" y="855"/>
                  </a:lnTo>
                  <a:cubicBezTo>
                    <a:pt x="429" y="903"/>
                    <a:pt x="488" y="939"/>
                    <a:pt x="536" y="939"/>
                  </a:cubicBezTo>
                  <a:cubicBezTo>
                    <a:pt x="667" y="939"/>
                    <a:pt x="738" y="796"/>
                    <a:pt x="679" y="701"/>
                  </a:cubicBezTo>
                  <a:lnTo>
                    <a:pt x="322" y="82"/>
                  </a:lnTo>
                  <a:cubicBezTo>
                    <a:pt x="289" y="33"/>
                    <a:pt x="239" y="0"/>
                    <a:pt x="18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517;p65">
              <a:extLst>
                <a:ext uri="{FF2B5EF4-FFF2-40B4-BE49-F238E27FC236}">
                  <a16:creationId xmlns:a16="http://schemas.microsoft.com/office/drawing/2014/main" id="{3560EFC4-25F4-9E28-F91D-0618C9CA37CD}"/>
                </a:ext>
              </a:extLst>
            </p:cNvPr>
            <p:cNvSpPr/>
            <p:nvPr/>
          </p:nvSpPr>
          <p:spPr>
            <a:xfrm>
              <a:off x="1787014" y="3427072"/>
              <a:ext cx="31073" cy="21691"/>
            </a:xfrm>
            <a:custGeom>
              <a:avLst/>
              <a:gdLst/>
              <a:ahLst/>
              <a:cxnLst/>
              <a:rect l="l" t="t" r="r" b="b"/>
              <a:pathLst>
                <a:path w="977" h="682" extrusionOk="0">
                  <a:moveTo>
                    <a:pt x="187" y="0"/>
                  </a:moveTo>
                  <a:cubicBezTo>
                    <a:pt x="129" y="0"/>
                    <a:pt x="69" y="32"/>
                    <a:pt x="36" y="81"/>
                  </a:cubicBezTo>
                  <a:cubicBezTo>
                    <a:pt x="0" y="153"/>
                    <a:pt x="24" y="260"/>
                    <a:pt x="96" y="308"/>
                  </a:cubicBezTo>
                  <a:lnTo>
                    <a:pt x="715" y="665"/>
                  </a:lnTo>
                  <a:cubicBezTo>
                    <a:pt x="737" y="676"/>
                    <a:pt x="762" y="681"/>
                    <a:pt x="788" y="681"/>
                  </a:cubicBezTo>
                  <a:cubicBezTo>
                    <a:pt x="846" y="681"/>
                    <a:pt x="904" y="655"/>
                    <a:pt x="929" y="605"/>
                  </a:cubicBezTo>
                  <a:cubicBezTo>
                    <a:pt x="977" y="510"/>
                    <a:pt x="953" y="427"/>
                    <a:pt x="870" y="379"/>
                  </a:cubicBezTo>
                  <a:lnTo>
                    <a:pt x="262" y="22"/>
                  </a:lnTo>
                  <a:cubicBezTo>
                    <a:pt x="240" y="7"/>
                    <a:pt x="214" y="0"/>
                    <a:pt x="18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518;p65">
              <a:extLst>
                <a:ext uri="{FF2B5EF4-FFF2-40B4-BE49-F238E27FC236}">
                  <a16:creationId xmlns:a16="http://schemas.microsoft.com/office/drawing/2014/main" id="{3B0637A3-986D-3EED-1D67-BF27050118D2}"/>
                </a:ext>
              </a:extLst>
            </p:cNvPr>
            <p:cNvSpPr/>
            <p:nvPr/>
          </p:nvSpPr>
          <p:spPr>
            <a:xfrm>
              <a:off x="1768821" y="3494021"/>
              <a:ext cx="33363" cy="10623"/>
            </a:xfrm>
            <a:custGeom>
              <a:avLst/>
              <a:gdLst/>
              <a:ahLst/>
              <a:cxnLst/>
              <a:rect l="l" t="t" r="r" b="b"/>
              <a:pathLst>
                <a:path w="1049" h="334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882" y="334"/>
                  </a:lnTo>
                  <a:cubicBezTo>
                    <a:pt x="965" y="334"/>
                    <a:pt x="1049" y="251"/>
                    <a:pt x="1049" y="167"/>
                  </a:cubicBezTo>
                  <a:cubicBezTo>
                    <a:pt x="1049" y="72"/>
                    <a:pt x="965" y="1"/>
                    <a:pt x="8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519;p65">
              <a:extLst>
                <a:ext uri="{FF2B5EF4-FFF2-40B4-BE49-F238E27FC236}">
                  <a16:creationId xmlns:a16="http://schemas.microsoft.com/office/drawing/2014/main" id="{7A7D6A0C-8BE2-2DFF-D4AD-178D2737E533}"/>
                </a:ext>
              </a:extLst>
            </p:cNvPr>
            <p:cNvSpPr/>
            <p:nvPr/>
          </p:nvSpPr>
          <p:spPr>
            <a:xfrm>
              <a:off x="2014610" y="3495930"/>
              <a:ext cx="32950" cy="10623"/>
            </a:xfrm>
            <a:custGeom>
              <a:avLst/>
              <a:gdLst/>
              <a:ahLst/>
              <a:cxnLst/>
              <a:rect l="l" t="t" r="r" b="b"/>
              <a:pathLst>
                <a:path w="1036" h="334" extrusionOk="0">
                  <a:moveTo>
                    <a:pt x="167" y="0"/>
                  </a:moveTo>
                  <a:cubicBezTo>
                    <a:pt x="71" y="0"/>
                    <a:pt x="0" y="71"/>
                    <a:pt x="0" y="167"/>
                  </a:cubicBezTo>
                  <a:cubicBezTo>
                    <a:pt x="0" y="250"/>
                    <a:pt x="71" y="333"/>
                    <a:pt x="167" y="333"/>
                  </a:cubicBezTo>
                  <a:lnTo>
                    <a:pt x="881" y="333"/>
                  </a:lnTo>
                  <a:cubicBezTo>
                    <a:pt x="964" y="333"/>
                    <a:pt x="1036" y="250"/>
                    <a:pt x="1036" y="167"/>
                  </a:cubicBezTo>
                  <a:cubicBezTo>
                    <a:pt x="1024" y="71"/>
                    <a:pt x="953" y="0"/>
                    <a:pt x="88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520;p65">
              <a:extLst>
                <a:ext uri="{FF2B5EF4-FFF2-40B4-BE49-F238E27FC236}">
                  <a16:creationId xmlns:a16="http://schemas.microsoft.com/office/drawing/2014/main" id="{E2FD4C49-9210-D80E-DD4E-3A7AA5FDAB11}"/>
                </a:ext>
              </a:extLst>
            </p:cNvPr>
            <p:cNvSpPr/>
            <p:nvPr/>
          </p:nvSpPr>
          <p:spPr>
            <a:xfrm>
              <a:off x="1999439" y="3428948"/>
              <a:ext cx="31105" cy="21882"/>
            </a:xfrm>
            <a:custGeom>
              <a:avLst/>
              <a:gdLst/>
              <a:ahLst/>
              <a:cxnLst/>
              <a:rect l="l" t="t" r="r" b="b"/>
              <a:pathLst>
                <a:path w="978" h="688" extrusionOk="0">
                  <a:moveTo>
                    <a:pt x="795" y="1"/>
                  </a:moveTo>
                  <a:cubicBezTo>
                    <a:pt x="769" y="1"/>
                    <a:pt x="741" y="8"/>
                    <a:pt x="715" y="22"/>
                  </a:cubicBezTo>
                  <a:lnTo>
                    <a:pt x="108" y="380"/>
                  </a:lnTo>
                  <a:cubicBezTo>
                    <a:pt x="25" y="427"/>
                    <a:pt x="1" y="511"/>
                    <a:pt x="48" y="606"/>
                  </a:cubicBezTo>
                  <a:cubicBezTo>
                    <a:pt x="73" y="655"/>
                    <a:pt x="125" y="687"/>
                    <a:pt x="183" y="687"/>
                  </a:cubicBezTo>
                  <a:cubicBezTo>
                    <a:pt x="209" y="687"/>
                    <a:pt x="237" y="680"/>
                    <a:pt x="263" y="665"/>
                  </a:cubicBezTo>
                  <a:lnTo>
                    <a:pt x="882" y="308"/>
                  </a:lnTo>
                  <a:cubicBezTo>
                    <a:pt x="953" y="249"/>
                    <a:pt x="977" y="153"/>
                    <a:pt x="941" y="82"/>
                  </a:cubicBezTo>
                  <a:cubicBezTo>
                    <a:pt x="909" y="33"/>
                    <a:pt x="854" y="1"/>
                    <a:pt x="79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521;p65">
              <a:extLst>
                <a:ext uri="{FF2B5EF4-FFF2-40B4-BE49-F238E27FC236}">
                  <a16:creationId xmlns:a16="http://schemas.microsoft.com/office/drawing/2014/main" id="{9BB8BC1D-317B-A15B-1441-CC7E0584E34B}"/>
                </a:ext>
              </a:extLst>
            </p:cNvPr>
            <p:cNvSpPr/>
            <p:nvPr/>
          </p:nvSpPr>
          <p:spPr>
            <a:xfrm>
              <a:off x="1958156" y="3379269"/>
              <a:ext cx="23917" cy="29579"/>
            </a:xfrm>
            <a:custGeom>
              <a:avLst/>
              <a:gdLst/>
              <a:ahLst/>
              <a:cxnLst/>
              <a:rect l="l" t="t" r="r" b="b"/>
              <a:pathLst>
                <a:path w="752" h="930" extrusionOk="0">
                  <a:moveTo>
                    <a:pt x="562" y="0"/>
                  </a:moveTo>
                  <a:cubicBezTo>
                    <a:pt x="506" y="0"/>
                    <a:pt x="449" y="30"/>
                    <a:pt x="418" y="84"/>
                  </a:cubicBezTo>
                  <a:lnTo>
                    <a:pt x="61" y="691"/>
                  </a:lnTo>
                  <a:cubicBezTo>
                    <a:pt x="1" y="799"/>
                    <a:pt x="72" y="930"/>
                    <a:pt x="191" y="930"/>
                  </a:cubicBezTo>
                  <a:cubicBezTo>
                    <a:pt x="251" y="930"/>
                    <a:pt x="299" y="894"/>
                    <a:pt x="334" y="858"/>
                  </a:cubicBezTo>
                  <a:lnTo>
                    <a:pt x="692" y="239"/>
                  </a:lnTo>
                  <a:cubicBezTo>
                    <a:pt x="751" y="168"/>
                    <a:pt x="715" y="72"/>
                    <a:pt x="644" y="25"/>
                  </a:cubicBezTo>
                  <a:cubicBezTo>
                    <a:pt x="619" y="8"/>
                    <a:pt x="591" y="0"/>
                    <a:pt x="5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" name="Google Shape;12343;p65">
            <a:extLst>
              <a:ext uri="{FF2B5EF4-FFF2-40B4-BE49-F238E27FC236}">
                <a16:creationId xmlns:a16="http://schemas.microsoft.com/office/drawing/2014/main" id="{C95B5680-5D09-629B-8C10-62CC5174458E}"/>
              </a:ext>
            </a:extLst>
          </p:cNvPr>
          <p:cNvGrpSpPr/>
          <p:nvPr/>
        </p:nvGrpSpPr>
        <p:grpSpPr>
          <a:xfrm>
            <a:off x="786773" y="3734698"/>
            <a:ext cx="581696" cy="490972"/>
            <a:chOff x="3933342" y="4315767"/>
            <a:chExt cx="383632" cy="276449"/>
          </a:xfrm>
        </p:grpSpPr>
        <p:sp>
          <p:nvSpPr>
            <p:cNvPr id="22" name="Google Shape;12344;p65">
              <a:extLst>
                <a:ext uri="{FF2B5EF4-FFF2-40B4-BE49-F238E27FC236}">
                  <a16:creationId xmlns:a16="http://schemas.microsoft.com/office/drawing/2014/main" id="{FCE6F172-993B-83EE-F675-060C4CDB6738}"/>
                </a:ext>
              </a:extLst>
            </p:cNvPr>
            <p:cNvSpPr/>
            <p:nvPr/>
          </p:nvSpPr>
          <p:spPr>
            <a:xfrm>
              <a:off x="3933342" y="4315767"/>
              <a:ext cx="383632" cy="276449"/>
            </a:xfrm>
            <a:custGeom>
              <a:avLst/>
              <a:gdLst/>
              <a:ahLst/>
              <a:cxnLst/>
              <a:rect l="l" t="t" r="r" b="b"/>
              <a:pathLst>
                <a:path w="12062" h="8692" extrusionOk="0">
                  <a:moveTo>
                    <a:pt x="2061" y="369"/>
                  </a:moveTo>
                  <a:cubicBezTo>
                    <a:pt x="2120" y="369"/>
                    <a:pt x="2168" y="417"/>
                    <a:pt x="2168" y="476"/>
                  </a:cubicBezTo>
                  <a:lnTo>
                    <a:pt x="2168" y="845"/>
                  </a:lnTo>
                  <a:lnTo>
                    <a:pt x="1406" y="845"/>
                  </a:lnTo>
                  <a:lnTo>
                    <a:pt x="1406" y="476"/>
                  </a:lnTo>
                  <a:cubicBezTo>
                    <a:pt x="1406" y="417"/>
                    <a:pt x="1454" y="369"/>
                    <a:pt x="1513" y="369"/>
                  </a:cubicBezTo>
                  <a:close/>
                  <a:moveTo>
                    <a:pt x="10824" y="1262"/>
                  </a:moveTo>
                  <a:cubicBezTo>
                    <a:pt x="10883" y="1262"/>
                    <a:pt x="10931" y="1310"/>
                    <a:pt x="10931" y="1369"/>
                  </a:cubicBezTo>
                  <a:lnTo>
                    <a:pt x="10943" y="1715"/>
                  </a:lnTo>
                  <a:lnTo>
                    <a:pt x="9490" y="1715"/>
                  </a:lnTo>
                  <a:lnTo>
                    <a:pt x="9490" y="1369"/>
                  </a:lnTo>
                  <a:cubicBezTo>
                    <a:pt x="9490" y="1310"/>
                    <a:pt x="9526" y="1262"/>
                    <a:pt x="9586" y="1262"/>
                  </a:cubicBezTo>
                  <a:close/>
                  <a:moveTo>
                    <a:pt x="1513" y="0"/>
                  </a:moveTo>
                  <a:cubicBezTo>
                    <a:pt x="1251" y="0"/>
                    <a:pt x="1049" y="214"/>
                    <a:pt x="1049" y="464"/>
                  </a:cubicBezTo>
                  <a:lnTo>
                    <a:pt x="1049" y="833"/>
                  </a:lnTo>
                  <a:lnTo>
                    <a:pt x="894" y="833"/>
                  </a:lnTo>
                  <a:cubicBezTo>
                    <a:pt x="692" y="833"/>
                    <a:pt x="489" y="905"/>
                    <a:pt x="334" y="1048"/>
                  </a:cubicBezTo>
                  <a:cubicBezTo>
                    <a:pt x="263" y="1107"/>
                    <a:pt x="239" y="1226"/>
                    <a:pt x="299" y="1298"/>
                  </a:cubicBezTo>
                  <a:cubicBezTo>
                    <a:pt x="332" y="1338"/>
                    <a:pt x="385" y="1360"/>
                    <a:pt x="440" y="1360"/>
                  </a:cubicBezTo>
                  <a:cubicBezTo>
                    <a:pt x="482" y="1360"/>
                    <a:pt x="525" y="1347"/>
                    <a:pt x="561" y="1322"/>
                  </a:cubicBezTo>
                  <a:cubicBezTo>
                    <a:pt x="676" y="1220"/>
                    <a:pt x="791" y="1203"/>
                    <a:pt x="908" y="1203"/>
                  </a:cubicBezTo>
                  <a:cubicBezTo>
                    <a:pt x="966" y="1203"/>
                    <a:pt x="1025" y="1207"/>
                    <a:pt x="1084" y="1207"/>
                  </a:cubicBezTo>
                  <a:cubicBezTo>
                    <a:pt x="1116" y="1207"/>
                    <a:pt x="1148" y="1206"/>
                    <a:pt x="1180" y="1203"/>
                  </a:cubicBezTo>
                  <a:lnTo>
                    <a:pt x="2680" y="1203"/>
                  </a:lnTo>
                  <a:cubicBezTo>
                    <a:pt x="2978" y="1203"/>
                    <a:pt x="3216" y="1441"/>
                    <a:pt x="3216" y="1738"/>
                  </a:cubicBezTo>
                  <a:lnTo>
                    <a:pt x="3216" y="2429"/>
                  </a:lnTo>
                  <a:cubicBezTo>
                    <a:pt x="3216" y="2536"/>
                    <a:pt x="3299" y="2607"/>
                    <a:pt x="3394" y="2607"/>
                  </a:cubicBezTo>
                  <a:cubicBezTo>
                    <a:pt x="3501" y="2607"/>
                    <a:pt x="3573" y="2536"/>
                    <a:pt x="3573" y="2429"/>
                  </a:cubicBezTo>
                  <a:lnTo>
                    <a:pt x="3573" y="2072"/>
                  </a:lnTo>
                  <a:lnTo>
                    <a:pt x="11217" y="2072"/>
                  </a:lnTo>
                  <a:cubicBezTo>
                    <a:pt x="11491" y="2084"/>
                    <a:pt x="11705" y="2322"/>
                    <a:pt x="11705" y="2607"/>
                  </a:cubicBezTo>
                  <a:lnTo>
                    <a:pt x="11705" y="2834"/>
                  </a:lnTo>
                  <a:lnTo>
                    <a:pt x="11395" y="2834"/>
                  </a:lnTo>
                  <a:cubicBezTo>
                    <a:pt x="11288" y="2834"/>
                    <a:pt x="11217" y="2905"/>
                    <a:pt x="11217" y="3012"/>
                  </a:cubicBezTo>
                  <a:cubicBezTo>
                    <a:pt x="11217" y="3108"/>
                    <a:pt x="11288" y="3191"/>
                    <a:pt x="11395" y="3191"/>
                  </a:cubicBezTo>
                  <a:lnTo>
                    <a:pt x="11705" y="3191"/>
                  </a:lnTo>
                  <a:lnTo>
                    <a:pt x="11705" y="7441"/>
                  </a:lnTo>
                  <a:lnTo>
                    <a:pt x="10883" y="7441"/>
                  </a:lnTo>
                  <a:cubicBezTo>
                    <a:pt x="10621" y="7441"/>
                    <a:pt x="10395" y="7215"/>
                    <a:pt x="10395" y="6953"/>
                  </a:cubicBezTo>
                  <a:lnTo>
                    <a:pt x="10395" y="3667"/>
                  </a:lnTo>
                  <a:cubicBezTo>
                    <a:pt x="10395" y="3453"/>
                    <a:pt x="10538" y="3262"/>
                    <a:pt x="10740" y="3203"/>
                  </a:cubicBezTo>
                  <a:cubicBezTo>
                    <a:pt x="10824" y="3167"/>
                    <a:pt x="10883" y="3072"/>
                    <a:pt x="10859" y="2977"/>
                  </a:cubicBezTo>
                  <a:cubicBezTo>
                    <a:pt x="10829" y="2906"/>
                    <a:pt x="10747" y="2852"/>
                    <a:pt x="10672" y="2852"/>
                  </a:cubicBezTo>
                  <a:cubicBezTo>
                    <a:pt x="10659" y="2852"/>
                    <a:pt x="10646" y="2854"/>
                    <a:pt x="10633" y="2858"/>
                  </a:cubicBezTo>
                  <a:cubicBezTo>
                    <a:pt x="10276" y="2965"/>
                    <a:pt x="10038" y="3310"/>
                    <a:pt x="10038" y="3667"/>
                  </a:cubicBezTo>
                  <a:lnTo>
                    <a:pt x="10038" y="6953"/>
                  </a:lnTo>
                  <a:cubicBezTo>
                    <a:pt x="10038" y="7418"/>
                    <a:pt x="10419" y="7799"/>
                    <a:pt x="10883" y="7799"/>
                  </a:cubicBezTo>
                  <a:lnTo>
                    <a:pt x="11705" y="7799"/>
                  </a:lnTo>
                  <a:cubicBezTo>
                    <a:pt x="11705" y="8096"/>
                    <a:pt x="11467" y="8334"/>
                    <a:pt x="11169" y="8334"/>
                  </a:cubicBezTo>
                  <a:lnTo>
                    <a:pt x="3394" y="8334"/>
                  </a:lnTo>
                  <a:cubicBezTo>
                    <a:pt x="3478" y="8227"/>
                    <a:pt x="3537" y="8108"/>
                    <a:pt x="3561" y="7977"/>
                  </a:cubicBezTo>
                  <a:cubicBezTo>
                    <a:pt x="3573" y="7870"/>
                    <a:pt x="3513" y="7787"/>
                    <a:pt x="3430" y="7775"/>
                  </a:cubicBezTo>
                  <a:cubicBezTo>
                    <a:pt x="3414" y="7771"/>
                    <a:pt x="3399" y="7770"/>
                    <a:pt x="3384" y="7770"/>
                  </a:cubicBezTo>
                  <a:cubicBezTo>
                    <a:pt x="3299" y="7770"/>
                    <a:pt x="3236" y="7825"/>
                    <a:pt x="3216" y="7906"/>
                  </a:cubicBezTo>
                  <a:cubicBezTo>
                    <a:pt x="3180" y="8156"/>
                    <a:pt x="2954" y="8334"/>
                    <a:pt x="2704" y="8334"/>
                  </a:cubicBezTo>
                  <a:lnTo>
                    <a:pt x="823" y="8334"/>
                  </a:lnTo>
                  <a:cubicBezTo>
                    <a:pt x="572" y="8287"/>
                    <a:pt x="358" y="8072"/>
                    <a:pt x="358" y="7799"/>
                  </a:cubicBezTo>
                  <a:lnTo>
                    <a:pt x="358" y="2774"/>
                  </a:lnTo>
                  <a:lnTo>
                    <a:pt x="358" y="1834"/>
                  </a:lnTo>
                  <a:cubicBezTo>
                    <a:pt x="358" y="1726"/>
                    <a:pt x="287" y="1655"/>
                    <a:pt x="180" y="1655"/>
                  </a:cubicBezTo>
                  <a:cubicBezTo>
                    <a:pt x="72" y="1655"/>
                    <a:pt x="1" y="1726"/>
                    <a:pt x="1" y="1834"/>
                  </a:cubicBezTo>
                  <a:lnTo>
                    <a:pt x="1" y="7799"/>
                  </a:lnTo>
                  <a:cubicBezTo>
                    <a:pt x="1" y="8251"/>
                    <a:pt x="334" y="8608"/>
                    <a:pt x="751" y="8680"/>
                  </a:cubicBezTo>
                  <a:cubicBezTo>
                    <a:pt x="763" y="8680"/>
                    <a:pt x="787" y="8680"/>
                    <a:pt x="811" y="8692"/>
                  </a:cubicBezTo>
                  <a:lnTo>
                    <a:pt x="11169" y="8692"/>
                  </a:lnTo>
                  <a:cubicBezTo>
                    <a:pt x="11657" y="8692"/>
                    <a:pt x="12062" y="8287"/>
                    <a:pt x="12062" y="7799"/>
                  </a:cubicBezTo>
                  <a:lnTo>
                    <a:pt x="12062" y="2607"/>
                  </a:lnTo>
                  <a:cubicBezTo>
                    <a:pt x="12050" y="2155"/>
                    <a:pt x="11717" y="1786"/>
                    <a:pt x="11300" y="1715"/>
                  </a:cubicBezTo>
                  <a:lnTo>
                    <a:pt x="11300" y="1357"/>
                  </a:lnTo>
                  <a:cubicBezTo>
                    <a:pt x="11300" y="1107"/>
                    <a:pt x="11098" y="893"/>
                    <a:pt x="10836" y="893"/>
                  </a:cubicBezTo>
                  <a:lnTo>
                    <a:pt x="9609" y="893"/>
                  </a:lnTo>
                  <a:cubicBezTo>
                    <a:pt x="9347" y="893"/>
                    <a:pt x="9145" y="1107"/>
                    <a:pt x="9145" y="1357"/>
                  </a:cubicBezTo>
                  <a:lnTo>
                    <a:pt x="9145" y="1703"/>
                  </a:lnTo>
                  <a:lnTo>
                    <a:pt x="8621" y="1703"/>
                  </a:lnTo>
                  <a:lnTo>
                    <a:pt x="8252" y="881"/>
                  </a:lnTo>
                  <a:cubicBezTo>
                    <a:pt x="8121" y="595"/>
                    <a:pt x="7823" y="405"/>
                    <a:pt x="7502" y="405"/>
                  </a:cubicBezTo>
                  <a:lnTo>
                    <a:pt x="6049" y="405"/>
                  </a:lnTo>
                  <a:cubicBezTo>
                    <a:pt x="5776" y="405"/>
                    <a:pt x="5525" y="536"/>
                    <a:pt x="5383" y="738"/>
                  </a:cubicBezTo>
                  <a:cubicBezTo>
                    <a:pt x="5323" y="822"/>
                    <a:pt x="5335" y="941"/>
                    <a:pt x="5418" y="1000"/>
                  </a:cubicBezTo>
                  <a:cubicBezTo>
                    <a:pt x="5450" y="1023"/>
                    <a:pt x="5486" y="1033"/>
                    <a:pt x="5523" y="1033"/>
                  </a:cubicBezTo>
                  <a:cubicBezTo>
                    <a:pt x="5583" y="1033"/>
                    <a:pt x="5643" y="1004"/>
                    <a:pt x="5680" y="953"/>
                  </a:cubicBezTo>
                  <a:cubicBezTo>
                    <a:pt x="5764" y="833"/>
                    <a:pt x="5895" y="762"/>
                    <a:pt x="6049" y="762"/>
                  </a:cubicBezTo>
                  <a:lnTo>
                    <a:pt x="7502" y="762"/>
                  </a:lnTo>
                  <a:cubicBezTo>
                    <a:pt x="7681" y="762"/>
                    <a:pt x="7847" y="869"/>
                    <a:pt x="7919" y="1024"/>
                  </a:cubicBezTo>
                  <a:lnTo>
                    <a:pt x="8240" y="1703"/>
                  </a:lnTo>
                  <a:lnTo>
                    <a:pt x="5335" y="1703"/>
                  </a:lnTo>
                  <a:lnTo>
                    <a:pt x="5395" y="1584"/>
                  </a:lnTo>
                  <a:cubicBezTo>
                    <a:pt x="5430" y="1488"/>
                    <a:pt x="5395" y="1381"/>
                    <a:pt x="5299" y="1345"/>
                  </a:cubicBezTo>
                  <a:cubicBezTo>
                    <a:pt x="5276" y="1332"/>
                    <a:pt x="5252" y="1327"/>
                    <a:pt x="5227" y="1327"/>
                  </a:cubicBezTo>
                  <a:cubicBezTo>
                    <a:pt x="5162" y="1327"/>
                    <a:pt x="5096" y="1368"/>
                    <a:pt x="5061" y="1429"/>
                  </a:cubicBezTo>
                  <a:lnTo>
                    <a:pt x="4942" y="1703"/>
                  </a:lnTo>
                  <a:lnTo>
                    <a:pt x="3561" y="1703"/>
                  </a:lnTo>
                  <a:cubicBezTo>
                    <a:pt x="3549" y="1226"/>
                    <a:pt x="3144" y="833"/>
                    <a:pt x="2668" y="833"/>
                  </a:cubicBezTo>
                  <a:lnTo>
                    <a:pt x="2525" y="833"/>
                  </a:lnTo>
                  <a:lnTo>
                    <a:pt x="2525" y="464"/>
                  </a:lnTo>
                  <a:cubicBezTo>
                    <a:pt x="2525" y="214"/>
                    <a:pt x="2311" y="0"/>
                    <a:pt x="206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345;p65">
              <a:extLst>
                <a:ext uri="{FF2B5EF4-FFF2-40B4-BE49-F238E27FC236}">
                  <a16:creationId xmlns:a16="http://schemas.microsoft.com/office/drawing/2014/main" id="{13F9F358-310A-EDC4-8A6A-4505ED2A9216}"/>
                </a:ext>
              </a:extLst>
            </p:cNvPr>
            <p:cNvSpPr/>
            <p:nvPr/>
          </p:nvSpPr>
          <p:spPr>
            <a:xfrm>
              <a:off x="4035214" y="4410037"/>
              <a:ext cx="11386" cy="140896"/>
            </a:xfrm>
            <a:custGeom>
              <a:avLst/>
              <a:gdLst/>
              <a:ahLst/>
              <a:cxnLst/>
              <a:rect l="l" t="t" r="r" b="b"/>
              <a:pathLst>
                <a:path w="358" h="4430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lnTo>
                    <a:pt x="1" y="4251"/>
                  </a:lnTo>
                  <a:cubicBezTo>
                    <a:pt x="1" y="4358"/>
                    <a:pt x="72" y="4430"/>
                    <a:pt x="179" y="4430"/>
                  </a:cubicBezTo>
                  <a:cubicBezTo>
                    <a:pt x="287" y="4430"/>
                    <a:pt x="358" y="4358"/>
                    <a:pt x="358" y="4251"/>
                  </a:cubicBezTo>
                  <a:lnTo>
                    <a:pt x="358" y="179"/>
                  </a:lnTo>
                  <a:cubicBezTo>
                    <a:pt x="358" y="84"/>
                    <a:pt x="287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346;p65">
              <a:extLst>
                <a:ext uri="{FF2B5EF4-FFF2-40B4-BE49-F238E27FC236}">
                  <a16:creationId xmlns:a16="http://schemas.microsoft.com/office/drawing/2014/main" id="{32E1CC44-559D-CBCA-A4D9-19C25B0F0DAC}"/>
                </a:ext>
              </a:extLst>
            </p:cNvPr>
            <p:cNvSpPr/>
            <p:nvPr/>
          </p:nvSpPr>
          <p:spPr>
            <a:xfrm>
              <a:off x="4221146" y="4390827"/>
              <a:ext cx="42460" cy="32886"/>
            </a:xfrm>
            <a:custGeom>
              <a:avLst/>
              <a:gdLst/>
              <a:ahLst/>
              <a:cxnLst/>
              <a:rect l="l" t="t" r="r" b="b"/>
              <a:pathLst>
                <a:path w="1335" h="1034" extrusionOk="0">
                  <a:moveTo>
                    <a:pt x="813" y="0"/>
                  </a:moveTo>
                  <a:cubicBezTo>
                    <a:pt x="753" y="0"/>
                    <a:pt x="693" y="29"/>
                    <a:pt x="656" y="81"/>
                  </a:cubicBezTo>
                  <a:cubicBezTo>
                    <a:pt x="596" y="152"/>
                    <a:pt x="620" y="271"/>
                    <a:pt x="703" y="331"/>
                  </a:cubicBezTo>
                  <a:cubicBezTo>
                    <a:pt x="846" y="438"/>
                    <a:pt x="775" y="664"/>
                    <a:pt x="596" y="664"/>
                  </a:cubicBezTo>
                  <a:cubicBezTo>
                    <a:pt x="489" y="664"/>
                    <a:pt x="406" y="557"/>
                    <a:pt x="417" y="450"/>
                  </a:cubicBezTo>
                  <a:cubicBezTo>
                    <a:pt x="429" y="355"/>
                    <a:pt x="370" y="259"/>
                    <a:pt x="275" y="247"/>
                  </a:cubicBezTo>
                  <a:cubicBezTo>
                    <a:pt x="265" y="246"/>
                    <a:pt x="256" y="246"/>
                    <a:pt x="248" y="246"/>
                  </a:cubicBezTo>
                  <a:cubicBezTo>
                    <a:pt x="152" y="246"/>
                    <a:pt x="71" y="303"/>
                    <a:pt x="60" y="390"/>
                  </a:cubicBezTo>
                  <a:cubicBezTo>
                    <a:pt x="1" y="736"/>
                    <a:pt x="251" y="1033"/>
                    <a:pt x="584" y="1033"/>
                  </a:cubicBezTo>
                  <a:cubicBezTo>
                    <a:pt x="1120" y="1009"/>
                    <a:pt x="1334" y="331"/>
                    <a:pt x="918" y="33"/>
                  </a:cubicBezTo>
                  <a:cubicBezTo>
                    <a:pt x="886" y="11"/>
                    <a:pt x="849" y="0"/>
                    <a:pt x="81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347;p65">
              <a:extLst>
                <a:ext uri="{FF2B5EF4-FFF2-40B4-BE49-F238E27FC236}">
                  <a16:creationId xmlns:a16="http://schemas.microsoft.com/office/drawing/2014/main" id="{F2601EA4-1FDE-4A33-EB05-EE6F8145DDFF}"/>
                </a:ext>
              </a:extLst>
            </p:cNvPr>
            <p:cNvSpPr/>
            <p:nvPr/>
          </p:nvSpPr>
          <p:spPr>
            <a:xfrm>
              <a:off x="4054519" y="4384561"/>
              <a:ext cx="192961" cy="192516"/>
            </a:xfrm>
            <a:custGeom>
              <a:avLst/>
              <a:gdLst/>
              <a:ahLst/>
              <a:cxnLst/>
              <a:rect l="l" t="t" r="r" b="b"/>
              <a:pathLst>
                <a:path w="6067" h="6053" extrusionOk="0">
                  <a:moveTo>
                    <a:pt x="3013" y="1"/>
                  </a:moveTo>
                  <a:cubicBezTo>
                    <a:pt x="2380" y="1"/>
                    <a:pt x="1733" y="201"/>
                    <a:pt x="1168" y="647"/>
                  </a:cubicBezTo>
                  <a:cubicBezTo>
                    <a:pt x="1096" y="706"/>
                    <a:pt x="1073" y="825"/>
                    <a:pt x="1132" y="909"/>
                  </a:cubicBezTo>
                  <a:cubicBezTo>
                    <a:pt x="1166" y="949"/>
                    <a:pt x="1219" y="971"/>
                    <a:pt x="1274" y="971"/>
                  </a:cubicBezTo>
                  <a:cubicBezTo>
                    <a:pt x="1315" y="971"/>
                    <a:pt x="1358" y="958"/>
                    <a:pt x="1394" y="933"/>
                  </a:cubicBezTo>
                  <a:cubicBezTo>
                    <a:pt x="1895" y="538"/>
                    <a:pt x="2466" y="360"/>
                    <a:pt x="3024" y="360"/>
                  </a:cubicBezTo>
                  <a:cubicBezTo>
                    <a:pt x="4402" y="360"/>
                    <a:pt x="5704" y="1444"/>
                    <a:pt x="5704" y="3028"/>
                  </a:cubicBezTo>
                  <a:cubicBezTo>
                    <a:pt x="5704" y="3659"/>
                    <a:pt x="5478" y="4266"/>
                    <a:pt x="5085" y="4743"/>
                  </a:cubicBezTo>
                  <a:cubicBezTo>
                    <a:pt x="4573" y="5350"/>
                    <a:pt x="3835" y="5707"/>
                    <a:pt x="3025" y="5707"/>
                  </a:cubicBezTo>
                  <a:cubicBezTo>
                    <a:pt x="1549" y="5707"/>
                    <a:pt x="358" y="4516"/>
                    <a:pt x="358" y="3052"/>
                  </a:cubicBezTo>
                  <a:cubicBezTo>
                    <a:pt x="358" y="2457"/>
                    <a:pt x="561" y="1897"/>
                    <a:pt x="918" y="1421"/>
                  </a:cubicBezTo>
                  <a:cubicBezTo>
                    <a:pt x="977" y="1349"/>
                    <a:pt x="953" y="1230"/>
                    <a:pt x="882" y="1171"/>
                  </a:cubicBezTo>
                  <a:cubicBezTo>
                    <a:pt x="852" y="1146"/>
                    <a:pt x="814" y="1134"/>
                    <a:pt x="776" y="1134"/>
                  </a:cubicBezTo>
                  <a:cubicBezTo>
                    <a:pt x="722" y="1134"/>
                    <a:pt x="667" y="1158"/>
                    <a:pt x="632" y="1206"/>
                  </a:cubicBezTo>
                  <a:cubicBezTo>
                    <a:pt x="227" y="1742"/>
                    <a:pt x="1" y="2361"/>
                    <a:pt x="1" y="3028"/>
                  </a:cubicBezTo>
                  <a:cubicBezTo>
                    <a:pt x="1" y="4695"/>
                    <a:pt x="1358" y="6052"/>
                    <a:pt x="3025" y="6052"/>
                  </a:cubicBezTo>
                  <a:cubicBezTo>
                    <a:pt x="3930" y="6052"/>
                    <a:pt x="4775" y="5648"/>
                    <a:pt x="5347" y="4969"/>
                  </a:cubicBezTo>
                  <a:cubicBezTo>
                    <a:pt x="5787" y="4433"/>
                    <a:pt x="6049" y="3731"/>
                    <a:pt x="6049" y="3028"/>
                  </a:cubicBezTo>
                  <a:cubicBezTo>
                    <a:pt x="6066" y="1230"/>
                    <a:pt x="4580" y="1"/>
                    <a:pt x="301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348;p65">
              <a:extLst>
                <a:ext uri="{FF2B5EF4-FFF2-40B4-BE49-F238E27FC236}">
                  <a16:creationId xmlns:a16="http://schemas.microsoft.com/office/drawing/2014/main" id="{BCA2C17A-0FAD-FD71-7E4B-4AB495A6FD5D}"/>
                </a:ext>
              </a:extLst>
            </p:cNvPr>
            <p:cNvSpPr/>
            <p:nvPr/>
          </p:nvSpPr>
          <p:spPr>
            <a:xfrm>
              <a:off x="4085593" y="4420278"/>
              <a:ext cx="145826" cy="120923"/>
            </a:xfrm>
            <a:custGeom>
              <a:avLst/>
              <a:gdLst/>
              <a:ahLst/>
              <a:cxnLst/>
              <a:rect l="l" t="t" r="r" b="b"/>
              <a:pathLst>
                <a:path w="4585" h="3802" extrusionOk="0">
                  <a:moveTo>
                    <a:pt x="2060" y="0"/>
                  </a:moveTo>
                  <a:cubicBezTo>
                    <a:pt x="893" y="0"/>
                    <a:pt x="0" y="1060"/>
                    <a:pt x="191" y="2203"/>
                  </a:cubicBezTo>
                  <a:cubicBezTo>
                    <a:pt x="202" y="2301"/>
                    <a:pt x="282" y="2359"/>
                    <a:pt x="369" y="2359"/>
                  </a:cubicBezTo>
                  <a:cubicBezTo>
                    <a:pt x="377" y="2359"/>
                    <a:pt x="385" y="2359"/>
                    <a:pt x="393" y="2358"/>
                  </a:cubicBezTo>
                  <a:cubicBezTo>
                    <a:pt x="500" y="2346"/>
                    <a:pt x="560" y="2250"/>
                    <a:pt x="548" y="2143"/>
                  </a:cubicBezTo>
                  <a:cubicBezTo>
                    <a:pt x="377" y="1146"/>
                    <a:pt x="1184" y="350"/>
                    <a:pt x="2075" y="350"/>
                  </a:cubicBezTo>
                  <a:cubicBezTo>
                    <a:pt x="2428" y="350"/>
                    <a:pt x="2795" y="475"/>
                    <a:pt x="3120" y="762"/>
                  </a:cubicBezTo>
                  <a:cubicBezTo>
                    <a:pt x="3727" y="1334"/>
                    <a:pt x="3786" y="2310"/>
                    <a:pt x="3191" y="2941"/>
                  </a:cubicBezTo>
                  <a:cubicBezTo>
                    <a:pt x="2884" y="3270"/>
                    <a:pt x="2472" y="3430"/>
                    <a:pt x="2064" y="3430"/>
                  </a:cubicBezTo>
                  <a:cubicBezTo>
                    <a:pt x="1569" y="3430"/>
                    <a:pt x="1079" y="3195"/>
                    <a:pt x="786" y="2739"/>
                  </a:cubicBezTo>
                  <a:cubicBezTo>
                    <a:pt x="751" y="2690"/>
                    <a:pt x="700" y="2666"/>
                    <a:pt x="645" y="2666"/>
                  </a:cubicBezTo>
                  <a:cubicBezTo>
                    <a:pt x="606" y="2666"/>
                    <a:pt x="564" y="2678"/>
                    <a:pt x="524" y="2703"/>
                  </a:cubicBezTo>
                  <a:cubicBezTo>
                    <a:pt x="441" y="2762"/>
                    <a:pt x="429" y="2858"/>
                    <a:pt x="488" y="2953"/>
                  </a:cubicBezTo>
                  <a:cubicBezTo>
                    <a:pt x="859" y="3512"/>
                    <a:pt x="1464" y="3801"/>
                    <a:pt x="2073" y="3801"/>
                  </a:cubicBezTo>
                  <a:cubicBezTo>
                    <a:pt x="2579" y="3801"/>
                    <a:pt x="3087" y="3602"/>
                    <a:pt x="3465" y="3191"/>
                  </a:cubicBezTo>
                  <a:cubicBezTo>
                    <a:pt x="4584" y="1988"/>
                    <a:pt x="3715" y="0"/>
                    <a:pt x="206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349;p65">
              <a:extLst>
                <a:ext uri="{FF2B5EF4-FFF2-40B4-BE49-F238E27FC236}">
                  <a16:creationId xmlns:a16="http://schemas.microsoft.com/office/drawing/2014/main" id="{3181138D-B3EE-0752-1596-422B2860A8DC}"/>
                </a:ext>
              </a:extLst>
            </p:cNvPr>
            <p:cNvSpPr/>
            <p:nvPr/>
          </p:nvSpPr>
          <p:spPr>
            <a:xfrm>
              <a:off x="4131392" y="4449507"/>
              <a:ext cx="54577" cy="45767"/>
            </a:xfrm>
            <a:custGeom>
              <a:avLst/>
              <a:gdLst/>
              <a:ahLst/>
              <a:cxnLst/>
              <a:rect l="l" t="t" r="r" b="b"/>
              <a:pathLst>
                <a:path w="1716" h="1439" extrusionOk="0">
                  <a:moveTo>
                    <a:pt x="820" y="0"/>
                  </a:moveTo>
                  <a:cubicBezTo>
                    <a:pt x="805" y="0"/>
                    <a:pt x="790" y="3"/>
                    <a:pt x="775" y="10"/>
                  </a:cubicBezTo>
                  <a:cubicBezTo>
                    <a:pt x="203" y="129"/>
                    <a:pt x="1" y="831"/>
                    <a:pt x="394" y="1224"/>
                  </a:cubicBezTo>
                  <a:cubicBezTo>
                    <a:pt x="537" y="1367"/>
                    <a:pt x="724" y="1439"/>
                    <a:pt x="912" y="1439"/>
                  </a:cubicBezTo>
                  <a:cubicBezTo>
                    <a:pt x="1099" y="1439"/>
                    <a:pt x="1287" y="1367"/>
                    <a:pt x="1430" y="1224"/>
                  </a:cubicBezTo>
                  <a:cubicBezTo>
                    <a:pt x="1668" y="986"/>
                    <a:pt x="1715" y="665"/>
                    <a:pt x="1573" y="391"/>
                  </a:cubicBezTo>
                  <a:cubicBezTo>
                    <a:pt x="1546" y="329"/>
                    <a:pt x="1481" y="294"/>
                    <a:pt x="1410" y="294"/>
                  </a:cubicBezTo>
                  <a:cubicBezTo>
                    <a:pt x="1385" y="294"/>
                    <a:pt x="1359" y="298"/>
                    <a:pt x="1334" y="307"/>
                  </a:cubicBezTo>
                  <a:cubicBezTo>
                    <a:pt x="1251" y="343"/>
                    <a:pt x="1215" y="450"/>
                    <a:pt x="1251" y="546"/>
                  </a:cubicBezTo>
                  <a:cubicBezTo>
                    <a:pt x="1311" y="677"/>
                    <a:pt x="1287" y="843"/>
                    <a:pt x="1180" y="962"/>
                  </a:cubicBezTo>
                  <a:cubicBezTo>
                    <a:pt x="1102" y="1034"/>
                    <a:pt x="1007" y="1069"/>
                    <a:pt x="913" y="1069"/>
                  </a:cubicBezTo>
                  <a:cubicBezTo>
                    <a:pt x="820" y="1069"/>
                    <a:pt x="727" y="1034"/>
                    <a:pt x="656" y="962"/>
                  </a:cubicBezTo>
                  <a:cubicBezTo>
                    <a:pt x="441" y="748"/>
                    <a:pt x="561" y="391"/>
                    <a:pt x="846" y="343"/>
                  </a:cubicBezTo>
                  <a:cubicBezTo>
                    <a:pt x="953" y="331"/>
                    <a:pt x="1013" y="236"/>
                    <a:pt x="977" y="141"/>
                  </a:cubicBezTo>
                  <a:cubicBezTo>
                    <a:pt x="958" y="63"/>
                    <a:pt x="890" y="0"/>
                    <a:pt x="820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" name="Google Shape;12223;p65">
            <a:extLst>
              <a:ext uri="{FF2B5EF4-FFF2-40B4-BE49-F238E27FC236}">
                <a16:creationId xmlns:a16="http://schemas.microsoft.com/office/drawing/2014/main" id="{F521784A-DDA9-97FC-D1E3-B8789B60F99E}"/>
              </a:ext>
            </a:extLst>
          </p:cNvPr>
          <p:cNvGrpSpPr/>
          <p:nvPr/>
        </p:nvGrpSpPr>
        <p:grpSpPr>
          <a:xfrm>
            <a:off x="873444" y="4766224"/>
            <a:ext cx="581696" cy="490972"/>
            <a:chOff x="1305327" y="2894211"/>
            <a:chExt cx="357520" cy="357488"/>
          </a:xfrm>
        </p:grpSpPr>
        <p:sp>
          <p:nvSpPr>
            <p:cNvPr id="35" name="Google Shape;12224;p65">
              <a:extLst>
                <a:ext uri="{FF2B5EF4-FFF2-40B4-BE49-F238E27FC236}">
                  <a16:creationId xmlns:a16="http://schemas.microsoft.com/office/drawing/2014/main" id="{3C4D6DF0-99F6-30AE-D35B-510547E68776}"/>
                </a:ext>
              </a:extLst>
            </p:cNvPr>
            <p:cNvSpPr/>
            <p:nvPr/>
          </p:nvSpPr>
          <p:spPr>
            <a:xfrm>
              <a:off x="1305709" y="2975600"/>
              <a:ext cx="281379" cy="275336"/>
            </a:xfrm>
            <a:custGeom>
              <a:avLst/>
              <a:gdLst/>
              <a:ahLst/>
              <a:cxnLst/>
              <a:rect l="l" t="t" r="r" b="b"/>
              <a:pathLst>
                <a:path w="8847" h="8657" extrusionOk="0">
                  <a:moveTo>
                    <a:pt x="167" y="1"/>
                  </a:moveTo>
                  <a:cubicBezTo>
                    <a:pt x="84" y="1"/>
                    <a:pt x="1" y="84"/>
                    <a:pt x="1" y="168"/>
                  </a:cubicBezTo>
                  <a:lnTo>
                    <a:pt x="1" y="8085"/>
                  </a:lnTo>
                  <a:cubicBezTo>
                    <a:pt x="1" y="8395"/>
                    <a:pt x="262" y="8657"/>
                    <a:pt x="572" y="8657"/>
                  </a:cubicBezTo>
                  <a:lnTo>
                    <a:pt x="8680" y="8657"/>
                  </a:lnTo>
                  <a:cubicBezTo>
                    <a:pt x="8775" y="8657"/>
                    <a:pt x="8847" y="8573"/>
                    <a:pt x="8847" y="8490"/>
                  </a:cubicBezTo>
                  <a:cubicBezTo>
                    <a:pt x="8835" y="8395"/>
                    <a:pt x="8764" y="8323"/>
                    <a:pt x="8668" y="8323"/>
                  </a:cubicBezTo>
                  <a:lnTo>
                    <a:pt x="560" y="8323"/>
                  </a:lnTo>
                  <a:cubicBezTo>
                    <a:pt x="429" y="8323"/>
                    <a:pt x="334" y="8216"/>
                    <a:pt x="334" y="8097"/>
                  </a:cubicBezTo>
                  <a:lnTo>
                    <a:pt x="334" y="168"/>
                  </a:lnTo>
                  <a:cubicBezTo>
                    <a:pt x="334" y="84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2225;p65">
              <a:extLst>
                <a:ext uri="{FF2B5EF4-FFF2-40B4-BE49-F238E27FC236}">
                  <a16:creationId xmlns:a16="http://schemas.microsoft.com/office/drawing/2014/main" id="{DF58EBFC-AF02-C398-76ED-B73E0EDE4F8C}"/>
                </a:ext>
              </a:extLst>
            </p:cNvPr>
            <p:cNvSpPr/>
            <p:nvPr/>
          </p:nvSpPr>
          <p:spPr>
            <a:xfrm>
              <a:off x="1305327" y="2894211"/>
              <a:ext cx="357520" cy="357488"/>
            </a:xfrm>
            <a:custGeom>
              <a:avLst/>
              <a:gdLst/>
              <a:ahLst/>
              <a:cxnLst/>
              <a:rect l="l" t="t" r="r" b="b"/>
              <a:pathLst>
                <a:path w="11241" h="11240" extrusionOk="0">
                  <a:moveTo>
                    <a:pt x="572" y="0"/>
                  </a:moveTo>
                  <a:cubicBezTo>
                    <a:pt x="251" y="0"/>
                    <a:pt x="1" y="262"/>
                    <a:pt x="1" y="572"/>
                  </a:cubicBezTo>
                  <a:lnTo>
                    <a:pt x="1" y="2060"/>
                  </a:lnTo>
                  <a:cubicBezTo>
                    <a:pt x="1" y="2143"/>
                    <a:pt x="72" y="2215"/>
                    <a:pt x="167" y="2215"/>
                  </a:cubicBezTo>
                  <a:cubicBezTo>
                    <a:pt x="263" y="2215"/>
                    <a:pt x="334" y="2143"/>
                    <a:pt x="334" y="2060"/>
                  </a:cubicBezTo>
                  <a:lnTo>
                    <a:pt x="334" y="572"/>
                  </a:lnTo>
                  <a:cubicBezTo>
                    <a:pt x="334" y="417"/>
                    <a:pt x="453" y="333"/>
                    <a:pt x="572" y="333"/>
                  </a:cubicBezTo>
                  <a:cubicBezTo>
                    <a:pt x="620" y="333"/>
                    <a:pt x="679" y="345"/>
                    <a:pt x="739" y="405"/>
                  </a:cubicBezTo>
                  <a:lnTo>
                    <a:pt x="1048" y="714"/>
                  </a:lnTo>
                  <a:lnTo>
                    <a:pt x="596" y="1167"/>
                  </a:lnTo>
                  <a:cubicBezTo>
                    <a:pt x="501" y="1262"/>
                    <a:pt x="572" y="1441"/>
                    <a:pt x="715" y="1441"/>
                  </a:cubicBezTo>
                  <a:cubicBezTo>
                    <a:pt x="834" y="1441"/>
                    <a:pt x="858" y="1357"/>
                    <a:pt x="1286" y="953"/>
                  </a:cubicBezTo>
                  <a:lnTo>
                    <a:pt x="1822" y="1488"/>
                  </a:lnTo>
                  <a:lnTo>
                    <a:pt x="1644" y="1667"/>
                  </a:lnTo>
                  <a:cubicBezTo>
                    <a:pt x="1584" y="1726"/>
                    <a:pt x="1584" y="1834"/>
                    <a:pt x="1644" y="1905"/>
                  </a:cubicBezTo>
                  <a:cubicBezTo>
                    <a:pt x="1673" y="1935"/>
                    <a:pt x="1715" y="1950"/>
                    <a:pt x="1758" y="1950"/>
                  </a:cubicBezTo>
                  <a:cubicBezTo>
                    <a:pt x="1801" y="1950"/>
                    <a:pt x="1846" y="1935"/>
                    <a:pt x="1882" y="1905"/>
                  </a:cubicBezTo>
                  <a:lnTo>
                    <a:pt x="2060" y="1726"/>
                  </a:lnTo>
                  <a:lnTo>
                    <a:pt x="2596" y="2262"/>
                  </a:lnTo>
                  <a:lnTo>
                    <a:pt x="2144" y="2715"/>
                  </a:lnTo>
                  <a:cubicBezTo>
                    <a:pt x="2084" y="2774"/>
                    <a:pt x="2084" y="2881"/>
                    <a:pt x="2144" y="2953"/>
                  </a:cubicBezTo>
                  <a:cubicBezTo>
                    <a:pt x="2173" y="2983"/>
                    <a:pt x="2215" y="2997"/>
                    <a:pt x="2258" y="2997"/>
                  </a:cubicBezTo>
                  <a:cubicBezTo>
                    <a:pt x="2301" y="2997"/>
                    <a:pt x="2346" y="2983"/>
                    <a:pt x="2382" y="2953"/>
                  </a:cubicBezTo>
                  <a:lnTo>
                    <a:pt x="2834" y="2500"/>
                  </a:lnTo>
                  <a:lnTo>
                    <a:pt x="3370" y="3036"/>
                  </a:lnTo>
                  <a:lnTo>
                    <a:pt x="3191" y="3215"/>
                  </a:lnTo>
                  <a:cubicBezTo>
                    <a:pt x="3132" y="3274"/>
                    <a:pt x="3132" y="3381"/>
                    <a:pt x="3191" y="3453"/>
                  </a:cubicBezTo>
                  <a:cubicBezTo>
                    <a:pt x="3221" y="3483"/>
                    <a:pt x="3263" y="3498"/>
                    <a:pt x="3306" y="3498"/>
                  </a:cubicBezTo>
                  <a:cubicBezTo>
                    <a:pt x="3349" y="3498"/>
                    <a:pt x="3394" y="3483"/>
                    <a:pt x="3430" y="3453"/>
                  </a:cubicBezTo>
                  <a:lnTo>
                    <a:pt x="3608" y="3274"/>
                  </a:lnTo>
                  <a:lnTo>
                    <a:pt x="4144" y="3810"/>
                  </a:lnTo>
                  <a:lnTo>
                    <a:pt x="3692" y="4262"/>
                  </a:lnTo>
                  <a:cubicBezTo>
                    <a:pt x="3632" y="4322"/>
                    <a:pt x="3632" y="4429"/>
                    <a:pt x="3692" y="4501"/>
                  </a:cubicBezTo>
                  <a:cubicBezTo>
                    <a:pt x="3721" y="4530"/>
                    <a:pt x="3763" y="4545"/>
                    <a:pt x="3806" y="4545"/>
                  </a:cubicBezTo>
                  <a:cubicBezTo>
                    <a:pt x="3849" y="4545"/>
                    <a:pt x="3894" y="4530"/>
                    <a:pt x="3930" y="4501"/>
                  </a:cubicBezTo>
                  <a:lnTo>
                    <a:pt x="4382" y="4048"/>
                  </a:lnTo>
                  <a:lnTo>
                    <a:pt x="4918" y="4584"/>
                  </a:lnTo>
                  <a:lnTo>
                    <a:pt x="4739" y="4763"/>
                  </a:lnTo>
                  <a:cubicBezTo>
                    <a:pt x="4680" y="4822"/>
                    <a:pt x="4680" y="4929"/>
                    <a:pt x="4739" y="5001"/>
                  </a:cubicBezTo>
                  <a:cubicBezTo>
                    <a:pt x="4769" y="5030"/>
                    <a:pt x="4811" y="5045"/>
                    <a:pt x="4854" y="5045"/>
                  </a:cubicBezTo>
                  <a:cubicBezTo>
                    <a:pt x="4897" y="5045"/>
                    <a:pt x="4942" y="5030"/>
                    <a:pt x="4977" y="5001"/>
                  </a:cubicBezTo>
                  <a:lnTo>
                    <a:pt x="5156" y="4822"/>
                  </a:lnTo>
                  <a:lnTo>
                    <a:pt x="5692" y="5358"/>
                  </a:lnTo>
                  <a:lnTo>
                    <a:pt x="5239" y="5810"/>
                  </a:lnTo>
                  <a:cubicBezTo>
                    <a:pt x="5180" y="5870"/>
                    <a:pt x="5180" y="5977"/>
                    <a:pt x="5239" y="6048"/>
                  </a:cubicBezTo>
                  <a:cubicBezTo>
                    <a:pt x="5269" y="6078"/>
                    <a:pt x="5311" y="6093"/>
                    <a:pt x="5354" y="6093"/>
                  </a:cubicBezTo>
                  <a:cubicBezTo>
                    <a:pt x="5397" y="6093"/>
                    <a:pt x="5442" y="6078"/>
                    <a:pt x="5477" y="6048"/>
                  </a:cubicBezTo>
                  <a:lnTo>
                    <a:pt x="5930" y="5596"/>
                  </a:lnTo>
                  <a:lnTo>
                    <a:pt x="6466" y="6132"/>
                  </a:lnTo>
                  <a:lnTo>
                    <a:pt x="6287" y="6310"/>
                  </a:lnTo>
                  <a:cubicBezTo>
                    <a:pt x="6228" y="6370"/>
                    <a:pt x="6228" y="6477"/>
                    <a:pt x="6287" y="6548"/>
                  </a:cubicBezTo>
                  <a:cubicBezTo>
                    <a:pt x="6317" y="6578"/>
                    <a:pt x="6359" y="6593"/>
                    <a:pt x="6402" y="6593"/>
                  </a:cubicBezTo>
                  <a:cubicBezTo>
                    <a:pt x="6445" y="6593"/>
                    <a:pt x="6490" y="6578"/>
                    <a:pt x="6525" y="6548"/>
                  </a:cubicBezTo>
                  <a:lnTo>
                    <a:pt x="6704" y="6370"/>
                  </a:lnTo>
                  <a:lnTo>
                    <a:pt x="7240" y="6906"/>
                  </a:lnTo>
                  <a:lnTo>
                    <a:pt x="6787" y="7358"/>
                  </a:lnTo>
                  <a:cubicBezTo>
                    <a:pt x="6728" y="7418"/>
                    <a:pt x="6728" y="7525"/>
                    <a:pt x="6787" y="7596"/>
                  </a:cubicBezTo>
                  <a:cubicBezTo>
                    <a:pt x="6817" y="7626"/>
                    <a:pt x="6859" y="7641"/>
                    <a:pt x="6902" y="7641"/>
                  </a:cubicBezTo>
                  <a:cubicBezTo>
                    <a:pt x="6945" y="7641"/>
                    <a:pt x="6990" y="7626"/>
                    <a:pt x="7025" y="7596"/>
                  </a:cubicBezTo>
                  <a:lnTo>
                    <a:pt x="7478" y="7144"/>
                  </a:lnTo>
                  <a:lnTo>
                    <a:pt x="8014" y="7680"/>
                  </a:lnTo>
                  <a:lnTo>
                    <a:pt x="7763" y="7787"/>
                  </a:lnTo>
                  <a:cubicBezTo>
                    <a:pt x="7704" y="7846"/>
                    <a:pt x="7704" y="7953"/>
                    <a:pt x="7763" y="8025"/>
                  </a:cubicBezTo>
                  <a:cubicBezTo>
                    <a:pt x="7787" y="8055"/>
                    <a:pt x="7826" y="8069"/>
                    <a:pt x="7869" y="8069"/>
                  </a:cubicBezTo>
                  <a:cubicBezTo>
                    <a:pt x="7912" y="8069"/>
                    <a:pt x="7960" y="8055"/>
                    <a:pt x="8002" y="8025"/>
                  </a:cubicBezTo>
                  <a:lnTo>
                    <a:pt x="8180" y="7846"/>
                  </a:lnTo>
                  <a:lnTo>
                    <a:pt x="8716" y="8382"/>
                  </a:lnTo>
                  <a:lnTo>
                    <a:pt x="8264" y="8834"/>
                  </a:lnTo>
                  <a:cubicBezTo>
                    <a:pt x="8204" y="8894"/>
                    <a:pt x="8204" y="8989"/>
                    <a:pt x="8264" y="9073"/>
                  </a:cubicBezTo>
                  <a:cubicBezTo>
                    <a:pt x="8293" y="9102"/>
                    <a:pt x="8335" y="9117"/>
                    <a:pt x="8378" y="9117"/>
                  </a:cubicBezTo>
                  <a:cubicBezTo>
                    <a:pt x="8421" y="9117"/>
                    <a:pt x="8466" y="9102"/>
                    <a:pt x="8502" y="9073"/>
                  </a:cubicBezTo>
                  <a:lnTo>
                    <a:pt x="8954" y="8620"/>
                  </a:lnTo>
                  <a:lnTo>
                    <a:pt x="9490" y="9156"/>
                  </a:lnTo>
                  <a:lnTo>
                    <a:pt x="9311" y="9335"/>
                  </a:lnTo>
                  <a:cubicBezTo>
                    <a:pt x="9252" y="9394"/>
                    <a:pt x="9252" y="9501"/>
                    <a:pt x="9311" y="9573"/>
                  </a:cubicBezTo>
                  <a:cubicBezTo>
                    <a:pt x="9335" y="9608"/>
                    <a:pt x="9383" y="9620"/>
                    <a:pt x="9430" y="9620"/>
                  </a:cubicBezTo>
                  <a:cubicBezTo>
                    <a:pt x="9466" y="9620"/>
                    <a:pt x="9514" y="9608"/>
                    <a:pt x="9549" y="9573"/>
                  </a:cubicBezTo>
                  <a:lnTo>
                    <a:pt x="9728" y="9394"/>
                  </a:lnTo>
                  <a:lnTo>
                    <a:pt x="10264" y="9930"/>
                  </a:lnTo>
                  <a:lnTo>
                    <a:pt x="9811" y="10382"/>
                  </a:lnTo>
                  <a:cubicBezTo>
                    <a:pt x="9752" y="10442"/>
                    <a:pt x="9752" y="10537"/>
                    <a:pt x="9811" y="10620"/>
                  </a:cubicBezTo>
                  <a:cubicBezTo>
                    <a:pt x="9847" y="10644"/>
                    <a:pt x="9883" y="10656"/>
                    <a:pt x="9930" y="10656"/>
                  </a:cubicBezTo>
                  <a:cubicBezTo>
                    <a:pt x="9978" y="10656"/>
                    <a:pt x="10026" y="10644"/>
                    <a:pt x="10049" y="10620"/>
                  </a:cubicBezTo>
                  <a:lnTo>
                    <a:pt x="10502" y="10168"/>
                  </a:lnTo>
                  <a:lnTo>
                    <a:pt x="10835" y="10513"/>
                  </a:lnTo>
                  <a:cubicBezTo>
                    <a:pt x="10895" y="10573"/>
                    <a:pt x="10919" y="10632"/>
                    <a:pt x="10919" y="10680"/>
                  </a:cubicBezTo>
                  <a:cubicBezTo>
                    <a:pt x="10919" y="10799"/>
                    <a:pt x="10823" y="10918"/>
                    <a:pt x="10681" y="10918"/>
                  </a:cubicBezTo>
                  <a:lnTo>
                    <a:pt x="9395" y="10918"/>
                  </a:lnTo>
                  <a:cubicBezTo>
                    <a:pt x="9311" y="10918"/>
                    <a:pt x="9228" y="10989"/>
                    <a:pt x="9228" y="11073"/>
                  </a:cubicBezTo>
                  <a:cubicBezTo>
                    <a:pt x="9228" y="11168"/>
                    <a:pt x="9311" y="11240"/>
                    <a:pt x="9395" y="11240"/>
                  </a:cubicBezTo>
                  <a:lnTo>
                    <a:pt x="10681" y="11240"/>
                  </a:lnTo>
                  <a:cubicBezTo>
                    <a:pt x="10990" y="11240"/>
                    <a:pt x="11240" y="10989"/>
                    <a:pt x="11240" y="10680"/>
                  </a:cubicBezTo>
                  <a:cubicBezTo>
                    <a:pt x="11192" y="10501"/>
                    <a:pt x="11133" y="10358"/>
                    <a:pt x="11038" y="10239"/>
                  </a:cubicBezTo>
                  <a:lnTo>
                    <a:pt x="965" y="167"/>
                  </a:lnTo>
                  <a:cubicBezTo>
                    <a:pt x="870" y="60"/>
                    <a:pt x="715" y="0"/>
                    <a:pt x="57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2226;p65">
              <a:extLst>
                <a:ext uri="{FF2B5EF4-FFF2-40B4-BE49-F238E27FC236}">
                  <a16:creationId xmlns:a16="http://schemas.microsoft.com/office/drawing/2014/main" id="{7C6CB1D5-4715-0A08-9C6D-1B2181D00105}"/>
                </a:ext>
              </a:extLst>
            </p:cNvPr>
            <p:cNvSpPr/>
            <p:nvPr/>
          </p:nvSpPr>
          <p:spPr>
            <a:xfrm>
              <a:off x="1366679" y="3029191"/>
              <a:ext cx="57981" cy="70289"/>
            </a:xfrm>
            <a:custGeom>
              <a:avLst/>
              <a:gdLst/>
              <a:ahLst/>
              <a:cxnLst/>
              <a:rect l="l" t="t" r="r" b="b"/>
              <a:pathLst>
                <a:path w="1823" h="2210" extrusionOk="0">
                  <a:moveTo>
                    <a:pt x="164" y="1"/>
                  </a:moveTo>
                  <a:cubicBezTo>
                    <a:pt x="140" y="1"/>
                    <a:pt x="116" y="6"/>
                    <a:pt x="96" y="18"/>
                  </a:cubicBezTo>
                  <a:cubicBezTo>
                    <a:pt x="36" y="42"/>
                    <a:pt x="0" y="102"/>
                    <a:pt x="0" y="161"/>
                  </a:cubicBezTo>
                  <a:lnTo>
                    <a:pt x="0" y="2043"/>
                  </a:lnTo>
                  <a:cubicBezTo>
                    <a:pt x="0" y="2126"/>
                    <a:pt x="72" y="2209"/>
                    <a:pt x="155" y="2209"/>
                  </a:cubicBezTo>
                  <a:cubicBezTo>
                    <a:pt x="250" y="2209"/>
                    <a:pt x="322" y="2126"/>
                    <a:pt x="322" y="2043"/>
                  </a:cubicBezTo>
                  <a:lnTo>
                    <a:pt x="322" y="566"/>
                  </a:lnTo>
                  <a:lnTo>
                    <a:pt x="1513" y="1757"/>
                  </a:lnTo>
                  <a:cubicBezTo>
                    <a:pt x="1542" y="1787"/>
                    <a:pt x="1584" y="1801"/>
                    <a:pt x="1627" y="1801"/>
                  </a:cubicBezTo>
                  <a:cubicBezTo>
                    <a:pt x="1670" y="1801"/>
                    <a:pt x="1715" y="1787"/>
                    <a:pt x="1751" y="1757"/>
                  </a:cubicBezTo>
                  <a:cubicBezTo>
                    <a:pt x="1822" y="1697"/>
                    <a:pt x="1810" y="1590"/>
                    <a:pt x="1751" y="1519"/>
                  </a:cubicBezTo>
                  <a:lnTo>
                    <a:pt x="274" y="42"/>
                  </a:lnTo>
                  <a:cubicBezTo>
                    <a:pt x="251" y="19"/>
                    <a:pt x="208" y="1"/>
                    <a:pt x="16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2227;p65">
              <a:extLst>
                <a:ext uri="{FF2B5EF4-FFF2-40B4-BE49-F238E27FC236}">
                  <a16:creationId xmlns:a16="http://schemas.microsoft.com/office/drawing/2014/main" id="{676CBA80-2935-ABF6-9F03-0F08F47B4736}"/>
                </a:ext>
              </a:extLst>
            </p:cNvPr>
            <p:cNvSpPr/>
            <p:nvPr/>
          </p:nvSpPr>
          <p:spPr>
            <a:xfrm>
              <a:off x="1428031" y="3091211"/>
              <a:ext cx="100377" cy="99518"/>
            </a:xfrm>
            <a:custGeom>
              <a:avLst/>
              <a:gdLst/>
              <a:ahLst/>
              <a:cxnLst/>
              <a:rect l="l" t="t" r="r" b="b"/>
              <a:pathLst>
                <a:path w="3156" h="3129" extrusionOk="0">
                  <a:moveTo>
                    <a:pt x="183" y="0"/>
                  </a:moveTo>
                  <a:cubicBezTo>
                    <a:pt x="140" y="0"/>
                    <a:pt x="95" y="15"/>
                    <a:pt x="60" y="45"/>
                  </a:cubicBezTo>
                  <a:cubicBezTo>
                    <a:pt x="0" y="104"/>
                    <a:pt x="0" y="212"/>
                    <a:pt x="60" y="283"/>
                  </a:cubicBezTo>
                  <a:lnTo>
                    <a:pt x="2572" y="2795"/>
                  </a:lnTo>
                  <a:lnTo>
                    <a:pt x="655" y="2795"/>
                  </a:lnTo>
                  <a:cubicBezTo>
                    <a:pt x="560" y="2795"/>
                    <a:pt x="488" y="2879"/>
                    <a:pt x="488" y="2962"/>
                  </a:cubicBezTo>
                  <a:cubicBezTo>
                    <a:pt x="488" y="3057"/>
                    <a:pt x="560" y="3129"/>
                    <a:pt x="655" y="3129"/>
                  </a:cubicBezTo>
                  <a:lnTo>
                    <a:pt x="2977" y="3129"/>
                  </a:lnTo>
                  <a:cubicBezTo>
                    <a:pt x="3048" y="3129"/>
                    <a:pt x="3108" y="3081"/>
                    <a:pt x="3132" y="3021"/>
                  </a:cubicBezTo>
                  <a:cubicBezTo>
                    <a:pt x="3155" y="2962"/>
                    <a:pt x="3143" y="2902"/>
                    <a:pt x="3096" y="2843"/>
                  </a:cubicBezTo>
                  <a:lnTo>
                    <a:pt x="298" y="45"/>
                  </a:lnTo>
                  <a:cubicBezTo>
                    <a:pt x="268" y="15"/>
                    <a:pt x="226" y="0"/>
                    <a:pt x="1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2228;p65">
              <a:extLst>
                <a:ext uri="{FF2B5EF4-FFF2-40B4-BE49-F238E27FC236}">
                  <a16:creationId xmlns:a16="http://schemas.microsoft.com/office/drawing/2014/main" id="{71C2D329-7B37-9FC9-364F-1D6A4548238E}"/>
                </a:ext>
              </a:extLst>
            </p:cNvPr>
            <p:cNvSpPr/>
            <p:nvPr/>
          </p:nvSpPr>
          <p:spPr>
            <a:xfrm>
              <a:off x="1366297" y="3110040"/>
              <a:ext cx="66663" cy="80689"/>
            </a:xfrm>
            <a:custGeom>
              <a:avLst/>
              <a:gdLst/>
              <a:ahLst/>
              <a:cxnLst/>
              <a:rect l="l" t="t" r="r" b="b"/>
              <a:pathLst>
                <a:path w="2096" h="2537" extrusionOk="0">
                  <a:moveTo>
                    <a:pt x="167" y="1"/>
                  </a:moveTo>
                  <a:cubicBezTo>
                    <a:pt x="84" y="1"/>
                    <a:pt x="1" y="72"/>
                    <a:pt x="1" y="167"/>
                  </a:cubicBezTo>
                  <a:lnTo>
                    <a:pt x="1" y="2370"/>
                  </a:lnTo>
                  <a:cubicBezTo>
                    <a:pt x="1" y="2418"/>
                    <a:pt x="24" y="2453"/>
                    <a:pt x="48" y="2489"/>
                  </a:cubicBezTo>
                  <a:cubicBezTo>
                    <a:pt x="84" y="2513"/>
                    <a:pt x="120" y="2537"/>
                    <a:pt x="167" y="2537"/>
                  </a:cubicBezTo>
                  <a:lnTo>
                    <a:pt x="1929" y="2537"/>
                  </a:lnTo>
                  <a:cubicBezTo>
                    <a:pt x="2013" y="2537"/>
                    <a:pt x="2096" y="2453"/>
                    <a:pt x="2096" y="2370"/>
                  </a:cubicBezTo>
                  <a:cubicBezTo>
                    <a:pt x="2096" y="2287"/>
                    <a:pt x="2013" y="2203"/>
                    <a:pt x="1929" y="2203"/>
                  </a:cubicBezTo>
                  <a:lnTo>
                    <a:pt x="334" y="2203"/>
                  </a:lnTo>
                  <a:lnTo>
                    <a:pt x="334" y="167"/>
                  </a:lnTo>
                  <a:cubicBezTo>
                    <a:pt x="334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0" name="Google Shape;12510;p65">
            <a:extLst>
              <a:ext uri="{FF2B5EF4-FFF2-40B4-BE49-F238E27FC236}">
                <a16:creationId xmlns:a16="http://schemas.microsoft.com/office/drawing/2014/main" id="{89156C49-01B1-88B4-8416-C7F5156A493C}"/>
              </a:ext>
            </a:extLst>
          </p:cNvPr>
          <p:cNvGrpSpPr/>
          <p:nvPr/>
        </p:nvGrpSpPr>
        <p:grpSpPr>
          <a:xfrm>
            <a:off x="7802967" y="285030"/>
            <a:ext cx="660622" cy="742237"/>
            <a:chOff x="1768821" y="3361108"/>
            <a:chExt cx="278739" cy="339074"/>
          </a:xfrm>
        </p:grpSpPr>
        <p:sp>
          <p:nvSpPr>
            <p:cNvPr id="41" name="Google Shape;12511;p65">
              <a:extLst>
                <a:ext uri="{FF2B5EF4-FFF2-40B4-BE49-F238E27FC236}">
                  <a16:creationId xmlns:a16="http://schemas.microsoft.com/office/drawing/2014/main" id="{FF395DC6-F8A7-8C32-71B9-D04EE4AB3099}"/>
                </a:ext>
              </a:extLst>
            </p:cNvPr>
            <p:cNvSpPr/>
            <p:nvPr/>
          </p:nvSpPr>
          <p:spPr>
            <a:xfrm>
              <a:off x="1784374" y="3549744"/>
              <a:ext cx="32218" cy="21564"/>
            </a:xfrm>
            <a:custGeom>
              <a:avLst/>
              <a:gdLst/>
              <a:ahLst/>
              <a:cxnLst/>
              <a:rect l="l" t="t" r="r" b="b"/>
              <a:pathLst>
                <a:path w="1013" h="678" extrusionOk="0">
                  <a:moveTo>
                    <a:pt x="830" y="1"/>
                  </a:moveTo>
                  <a:cubicBezTo>
                    <a:pt x="804" y="1"/>
                    <a:pt x="776" y="8"/>
                    <a:pt x="750" y="23"/>
                  </a:cubicBezTo>
                  <a:lnTo>
                    <a:pt x="143" y="380"/>
                  </a:lnTo>
                  <a:cubicBezTo>
                    <a:pt x="0" y="451"/>
                    <a:pt x="48" y="677"/>
                    <a:pt x="214" y="677"/>
                  </a:cubicBezTo>
                  <a:cubicBezTo>
                    <a:pt x="238" y="677"/>
                    <a:pt x="274" y="677"/>
                    <a:pt x="286" y="665"/>
                  </a:cubicBezTo>
                  <a:lnTo>
                    <a:pt x="893" y="308"/>
                  </a:lnTo>
                  <a:cubicBezTo>
                    <a:pt x="1000" y="261"/>
                    <a:pt x="1012" y="154"/>
                    <a:pt x="976" y="82"/>
                  </a:cubicBezTo>
                  <a:cubicBezTo>
                    <a:pt x="944" y="33"/>
                    <a:pt x="889" y="1"/>
                    <a:pt x="830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2512;p65">
              <a:extLst>
                <a:ext uri="{FF2B5EF4-FFF2-40B4-BE49-F238E27FC236}">
                  <a16:creationId xmlns:a16="http://schemas.microsoft.com/office/drawing/2014/main" id="{7F60785C-5EF1-5C50-1501-3F2BDEEF5B4C}"/>
                </a:ext>
              </a:extLst>
            </p:cNvPr>
            <p:cNvSpPr/>
            <p:nvPr/>
          </p:nvSpPr>
          <p:spPr>
            <a:xfrm>
              <a:off x="1998326" y="3551652"/>
              <a:ext cx="32218" cy="21532"/>
            </a:xfrm>
            <a:custGeom>
              <a:avLst/>
              <a:gdLst/>
              <a:ahLst/>
              <a:cxnLst/>
              <a:rect l="l" t="t" r="r" b="b"/>
              <a:pathLst>
                <a:path w="1013" h="677" extrusionOk="0">
                  <a:moveTo>
                    <a:pt x="199" y="0"/>
                  </a:moveTo>
                  <a:cubicBezTo>
                    <a:pt x="141" y="0"/>
                    <a:pt x="80" y="33"/>
                    <a:pt x="48" y="82"/>
                  </a:cubicBezTo>
                  <a:cubicBezTo>
                    <a:pt x="0" y="153"/>
                    <a:pt x="36" y="260"/>
                    <a:pt x="107" y="308"/>
                  </a:cubicBezTo>
                  <a:cubicBezTo>
                    <a:pt x="726" y="665"/>
                    <a:pt x="714" y="677"/>
                    <a:pt x="810" y="677"/>
                  </a:cubicBezTo>
                  <a:cubicBezTo>
                    <a:pt x="953" y="677"/>
                    <a:pt x="1012" y="451"/>
                    <a:pt x="881" y="379"/>
                  </a:cubicBezTo>
                  <a:lnTo>
                    <a:pt x="274" y="22"/>
                  </a:lnTo>
                  <a:cubicBezTo>
                    <a:pt x="251" y="7"/>
                    <a:pt x="226" y="0"/>
                    <a:pt x="1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2513;p65">
              <a:extLst>
                <a:ext uri="{FF2B5EF4-FFF2-40B4-BE49-F238E27FC236}">
                  <a16:creationId xmlns:a16="http://schemas.microsoft.com/office/drawing/2014/main" id="{EACBB533-251D-0832-A380-B9DA70B4CFBF}"/>
                </a:ext>
              </a:extLst>
            </p:cNvPr>
            <p:cNvSpPr/>
            <p:nvPr/>
          </p:nvSpPr>
          <p:spPr>
            <a:xfrm>
              <a:off x="1826007" y="3466383"/>
              <a:ext cx="142041" cy="233799"/>
            </a:xfrm>
            <a:custGeom>
              <a:avLst/>
              <a:gdLst/>
              <a:ahLst/>
              <a:cxnLst/>
              <a:rect l="l" t="t" r="r" b="b"/>
              <a:pathLst>
                <a:path w="4466" h="7351" extrusionOk="0">
                  <a:moveTo>
                    <a:pt x="1715" y="346"/>
                  </a:moveTo>
                  <a:cubicBezTo>
                    <a:pt x="1882" y="346"/>
                    <a:pt x="2013" y="489"/>
                    <a:pt x="2013" y="643"/>
                  </a:cubicBezTo>
                  <a:lnTo>
                    <a:pt x="2013" y="941"/>
                  </a:lnTo>
                  <a:lnTo>
                    <a:pt x="1668" y="941"/>
                  </a:lnTo>
                  <a:cubicBezTo>
                    <a:pt x="1501" y="941"/>
                    <a:pt x="1370" y="810"/>
                    <a:pt x="1370" y="643"/>
                  </a:cubicBezTo>
                  <a:cubicBezTo>
                    <a:pt x="1370" y="489"/>
                    <a:pt x="1501" y="346"/>
                    <a:pt x="1668" y="346"/>
                  </a:cubicBezTo>
                  <a:close/>
                  <a:moveTo>
                    <a:pt x="3573" y="346"/>
                  </a:moveTo>
                  <a:cubicBezTo>
                    <a:pt x="3739" y="346"/>
                    <a:pt x="3870" y="489"/>
                    <a:pt x="3870" y="643"/>
                  </a:cubicBezTo>
                  <a:cubicBezTo>
                    <a:pt x="3870" y="810"/>
                    <a:pt x="3739" y="941"/>
                    <a:pt x="3573" y="941"/>
                  </a:cubicBezTo>
                  <a:lnTo>
                    <a:pt x="3239" y="941"/>
                  </a:lnTo>
                  <a:lnTo>
                    <a:pt x="3239" y="643"/>
                  </a:lnTo>
                  <a:cubicBezTo>
                    <a:pt x="3239" y="489"/>
                    <a:pt x="3370" y="346"/>
                    <a:pt x="3537" y="346"/>
                  </a:cubicBezTo>
                  <a:close/>
                  <a:moveTo>
                    <a:pt x="3727" y="4370"/>
                  </a:moveTo>
                  <a:lnTo>
                    <a:pt x="3727" y="5049"/>
                  </a:lnTo>
                  <a:lnTo>
                    <a:pt x="1513" y="5049"/>
                  </a:lnTo>
                  <a:lnTo>
                    <a:pt x="1513" y="4370"/>
                  </a:lnTo>
                  <a:close/>
                  <a:moveTo>
                    <a:pt x="3739" y="5370"/>
                  </a:moveTo>
                  <a:lnTo>
                    <a:pt x="3739" y="5799"/>
                  </a:lnTo>
                  <a:lnTo>
                    <a:pt x="3727" y="5799"/>
                  </a:lnTo>
                  <a:cubicBezTo>
                    <a:pt x="3727" y="5930"/>
                    <a:pt x="3620" y="6037"/>
                    <a:pt x="3489" y="6037"/>
                  </a:cubicBezTo>
                  <a:lnTo>
                    <a:pt x="1763" y="6037"/>
                  </a:lnTo>
                  <a:cubicBezTo>
                    <a:pt x="1620" y="6037"/>
                    <a:pt x="1525" y="5930"/>
                    <a:pt x="1525" y="5799"/>
                  </a:cubicBezTo>
                  <a:lnTo>
                    <a:pt x="1525" y="5370"/>
                  </a:lnTo>
                  <a:close/>
                  <a:moveTo>
                    <a:pt x="1656" y="0"/>
                  </a:moveTo>
                  <a:cubicBezTo>
                    <a:pt x="1310" y="0"/>
                    <a:pt x="1037" y="286"/>
                    <a:pt x="1037" y="631"/>
                  </a:cubicBezTo>
                  <a:cubicBezTo>
                    <a:pt x="1037" y="977"/>
                    <a:pt x="1310" y="1262"/>
                    <a:pt x="1656" y="1262"/>
                  </a:cubicBezTo>
                  <a:lnTo>
                    <a:pt x="2001" y="1262"/>
                  </a:lnTo>
                  <a:lnTo>
                    <a:pt x="2001" y="2548"/>
                  </a:lnTo>
                  <a:cubicBezTo>
                    <a:pt x="2001" y="2644"/>
                    <a:pt x="2072" y="2715"/>
                    <a:pt x="2168" y="2715"/>
                  </a:cubicBezTo>
                  <a:cubicBezTo>
                    <a:pt x="2251" y="2715"/>
                    <a:pt x="2322" y="2644"/>
                    <a:pt x="2322" y="2548"/>
                  </a:cubicBezTo>
                  <a:lnTo>
                    <a:pt x="2322" y="1262"/>
                  </a:lnTo>
                  <a:lnTo>
                    <a:pt x="2906" y="1262"/>
                  </a:lnTo>
                  <a:lnTo>
                    <a:pt x="2906" y="4037"/>
                  </a:lnTo>
                  <a:lnTo>
                    <a:pt x="2322" y="4037"/>
                  </a:lnTo>
                  <a:lnTo>
                    <a:pt x="2322" y="3191"/>
                  </a:lnTo>
                  <a:cubicBezTo>
                    <a:pt x="2322" y="3108"/>
                    <a:pt x="2251" y="3025"/>
                    <a:pt x="2168" y="3025"/>
                  </a:cubicBezTo>
                  <a:cubicBezTo>
                    <a:pt x="2072" y="3025"/>
                    <a:pt x="2001" y="3108"/>
                    <a:pt x="2001" y="3191"/>
                  </a:cubicBezTo>
                  <a:lnTo>
                    <a:pt x="2001" y="4060"/>
                  </a:lnTo>
                  <a:lnTo>
                    <a:pt x="1513" y="4060"/>
                  </a:lnTo>
                  <a:cubicBezTo>
                    <a:pt x="1489" y="3596"/>
                    <a:pt x="1298" y="3167"/>
                    <a:pt x="941" y="2846"/>
                  </a:cubicBezTo>
                  <a:cubicBezTo>
                    <a:pt x="679" y="2608"/>
                    <a:pt x="465" y="2310"/>
                    <a:pt x="334" y="1989"/>
                  </a:cubicBezTo>
                  <a:cubicBezTo>
                    <a:pt x="305" y="1930"/>
                    <a:pt x="235" y="1887"/>
                    <a:pt x="165" y="1887"/>
                  </a:cubicBezTo>
                  <a:cubicBezTo>
                    <a:pt x="150" y="1887"/>
                    <a:pt x="135" y="1889"/>
                    <a:pt x="120" y="1893"/>
                  </a:cubicBezTo>
                  <a:cubicBezTo>
                    <a:pt x="48" y="1929"/>
                    <a:pt x="1" y="2036"/>
                    <a:pt x="36" y="2108"/>
                  </a:cubicBezTo>
                  <a:cubicBezTo>
                    <a:pt x="179" y="2477"/>
                    <a:pt x="417" y="2810"/>
                    <a:pt x="715" y="3084"/>
                  </a:cubicBezTo>
                  <a:cubicBezTo>
                    <a:pt x="1001" y="3358"/>
                    <a:pt x="1179" y="3727"/>
                    <a:pt x="1179" y="4120"/>
                  </a:cubicBezTo>
                  <a:lnTo>
                    <a:pt x="1179" y="5823"/>
                  </a:lnTo>
                  <a:cubicBezTo>
                    <a:pt x="1179" y="6096"/>
                    <a:pt x="1358" y="6311"/>
                    <a:pt x="1608" y="6382"/>
                  </a:cubicBezTo>
                  <a:cubicBezTo>
                    <a:pt x="1608" y="6513"/>
                    <a:pt x="1644" y="6644"/>
                    <a:pt x="1703" y="6775"/>
                  </a:cubicBezTo>
                  <a:cubicBezTo>
                    <a:pt x="1738" y="6837"/>
                    <a:pt x="1793" y="6872"/>
                    <a:pt x="1848" y="6872"/>
                  </a:cubicBezTo>
                  <a:cubicBezTo>
                    <a:pt x="1868" y="6872"/>
                    <a:pt x="1887" y="6868"/>
                    <a:pt x="1906" y="6858"/>
                  </a:cubicBezTo>
                  <a:cubicBezTo>
                    <a:pt x="1989" y="6811"/>
                    <a:pt x="2025" y="6715"/>
                    <a:pt x="1989" y="6644"/>
                  </a:cubicBezTo>
                  <a:cubicBezTo>
                    <a:pt x="1953" y="6573"/>
                    <a:pt x="1930" y="6477"/>
                    <a:pt x="1930" y="6394"/>
                  </a:cubicBezTo>
                  <a:lnTo>
                    <a:pt x="3263" y="6394"/>
                  </a:lnTo>
                  <a:cubicBezTo>
                    <a:pt x="3243" y="6759"/>
                    <a:pt x="2922" y="7025"/>
                    <a:pt x="2575" y="7025"/>
                  </a:cubicBezTo>
                  <a:cubicBezTo>
                    <a:pt x="2503" y="7025"/>
                    <a:pt x="2430" y="7014"/>
                    <a:pt x="2358" y="6989"/>
                  </a:cubicBezTo>
                  <a:cubicBezTo>
                    <a:pt x="2336" y="6981"/>
                    <a:pt x="2314" y="6977"/>
                    <a:pt x="2294" y="6977"/>
                  </a:cubicBezTo>
                  <a:cubicBezTo>
                    <a:pt x="2227" y="6977"/>
                    <a:pt x="2171" y="7018"/>
                    <a:pt x="2144" y="7073"/>
                  </a:cubicBezTo>
                  <a:cubicBezTo>
                    <a:pt x="2120" y="7168"/>
                    <a:pt x="2168" y="7251"/>
                    <a:pt x="2239" y="7287"/>
                  </a:cubicBezTo>
                  <a:cubicBezTo>
                    <a:pt x="2356" y="7330"/>
                    <a:pt x="2473" y="7350"/>
                    <a:pt x="2588" y="7350"/>
                  </a:cubicBezTo>
                  <a:cubicBezTo>
                    <a:pt x="3106" y="7350"/>
                    <a:pt x="3563" y="6940"/>
                    <a:pt x="3573" y="6394"/>
                  </a:cubicBezTo>
                  <a:cubicBezTo>
                    <a:pt x="3835" y="6334"/>
                    <a:pt x="4013" y="6108"/>
                    <a:pt x="4013" y="5846"/>
                  </a:cubicBezTo>
                  <a:lnTo>
                    <a:pt x="4013" y="4156"/>
                  </a:lnTo>
                  <a:cubicBezTo>
                    <a:pt x="4013" y="3798"/>
                    <a:pt x="4144" y="3465"/>
                    <a:pt x="4370" y="3203"/>
                  </a:cubicBezTo>
                  <a:cubicBezTo>
                    <a:pt x="4466" y="3108"/>
                    <a:pt x="4454" y="3001"/>
                    <a:pt x="4394" y="2941"/>
                  </a:cubicBezTo>
                  <a:cubicBezTo>
                    <a:pt x="4366" y="2913"/>
                    <a:pt x="4326" y="2898"/>
                    <a:pt x="4287" y="2898"/>
                  </a:cubicBezTo>
                  <a:cubicBezTo>
                    <a:pt x="4243" y="2898"/>
                    <a:pt x="4199" y="2916"/>
                    <a:pt x="4168" y="2953"/>
                  </a:cubicBezTo>
                  <a:cubicBezTo>
                    <a:pt x="3906" y="3251"/>
                    <a:pt x="3739" y="3644"/>
                    <a:pt x="3727" y="4060"/>
                  </a:cubicBezTo>
                  <a:lnTo>
                    <a:pt x="3239" y="4060"/>
                  </a:lnTo>
                  <a:lnTo>
                    <a:pt x="3239" y="1262"/>
                  </a:lnTo>
                  <a:lnTo>
                    <a:pt x="3573" y="1262"/>
                  </a:lnTo>
                  <a:cubicBezTo>
                    <a:pt x="3918" y="1262"/>
                    <a:pt x="4204" y="977"/>
                    <a:pt x="4204" y="631"/>
                  </a:cubicBezTo>
                  <a:cubicBezTo>
                    <a:pt x="4204" y="286"/>
                    <a:pt x="3918" y="0"/>
                    <a:pt x="3573" y="0"/>
                  </a:cubicBezTo>
                  <a:lnTo>
                    <a:pt x="3537" y="0"/>
                  </a:lnTo>
                  <a:cubicBezTo>
                    <a:pt x="3192" y="0"/>
                    <a:pt x="2906" y="286"/>
                    <a:pt x="2906" y="631"/>
                  </a:cubicBezTo>
                  <a:lnTo>
                    <a:pt x="2906" y="929"/>
                  </a:lnTo>
                  <a:lnTo>
                    <a:pt x="2322" y="929"/>
                  </a:lnTo>
                  <a:lnTo>
                    <a:pt x="2322" y="631"/>
                  </a:lnTo>
                  <a:cubicBezTo>
                    <a:pt x="2322" y="286"/>
                    <a:pt x="2049" y="0"/>
                    <a:pt x="170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2514;p65">
              <a:extLst>
                <a:ext uri="{FF2B5EF4-FFF2-40B4-BE49-F238E27FC236}">
                  <a16:creationId xmlns:a16="http://schemas.microsoft.com/office/drawing/2014/main" id="{D09C1836-0771-2794-1874-F316DAD2268E}"/>
                </a:ext>
              </a:extLst>
            </p:cNvPr>
            <p:cNvSpPr/>
            <p:nvPr/>
          </p:nvSpPr>
          <p:spPr>
            <a:xfrm>
              <a:off x="1820345" y="3409706"/>
              <a:ext cx="177631" cy="144236"/>
            </a:xfrm>
            <a:custGeom>
              <a:avLst/>
              <a:gdLst/>
              <a:ahLst/>
              <a:cxnLst/>
              <a:rect l="l" t="t" r="r" b="b"/>
              <a:pathLst>
                <a:path w="5585" h="4535" extrusionOk="0">
                  <a:moveTo>
                    <a:pt x="2818" y="1"/>
                  </a:moveTo>
                  <a:cubicBezTo>
                    <a:pt x="1382" y="1"/>
                    <a:pt x="0" y="1113"/>
                    <a:pt x="0" y="2782"/>
                  </a:cubicBezTo>
                  <a:cubicBezTo>
                    <a:pt x="0" y="2937"/>
                    <a:pt x="24" y="3080"/>
                    <a:pt x="36" y="3223"/>
                  </a:cubicBezTo>
                  <a:cubicBezTo>
                    <a:pt x="47" y="3299"/>
                    <a:pt x="107" y="3355"/>
                    <a:pt x="190" y="3355"/>
                  </a:cubicBezTo>
                  <a:cubicBezTo>
                    <a:pt x="198" y="3355"/>
                    <a:pt x="206" y="3355"/>
                    <a:pt x="214" y="3354"/>
                  </a:cubicBezTo>
                  <a:cubicBezTo>
                    <a:pt x="298" y="3342"/>
                    <a:pt x="357" y="3259"/>
                    <a:pt x="345" y="3175"/>
                  </a:cubicBezTo>
                  <a:cubicBezTo>
                    <a:pt x="333" y="3044"/>
                    <a:pt x="310" y="2925"/>
                    <a:pt x="310" y="2782"/>
                  </a:cubicBezTo>
                  <a:cubicBezTo>
                    <a:pt x="310" y="1416"/>
                    <a:pt x="1429" y="318"/>
                    <a:pt x="2779" y="318"/>
                  </a:cubicBezTo>
                  <a:cubicBezTo>
                    <a:pt x="2793" y="318"/>
                    <a:pt x="2807" y="318"/>
                    <a:pt x="2822" y="318"/>
                  </a:cubicBezTo>
                  <a:cubicBezTo>
                    <a:pt x="4143" y="330"/>
                    <a:pt x="5227" y="1437"/>
                    <a:pt x="5239" y="2759"/>
                  </a:cubicBezTo>
                  <a:lnTo>
                    <a:pt x="5239" y="2782"/>
                  </a:lnTo>
                  <a:cubicBezTo>
                    <a:pt x="5239" y="3318"/>
                    <a:pt x="5060" y="3842"/>
                    <a:pt x="4751" y="4271"/>
                  </a:cubicBezTo>
                  <a:cubicBezTo>
                    <a:pt x="4691" y="4354"/>
                    <a:pt x="4703" y="4437"/>
                    <a:pt x="4775" y="4497"/>
                  </a:cubicBezTo>
                  <a:cubicBezTo>
                    <a:pt x="4809" y="4522"/>
                    <a:pt x="4844" y="4534"/>
                    <a:pt x="4877" y="4534"/>
                  </a:cubicBezTo>
                  <a:cubicBezTo>
                    <a:pt x="4923" y="4534"/>
                    <a:pt x="4966" y="4510"/>
                    <a:pt x="5001" y="4461"/>
                  </a:cubicBezTo>
                  <a:cubicBezTo>
                    <a:pt x="5370" y="3973"/>
                    <a:pt x="5572" y="3390"/>
                    <a:pt x="5572" y="2782"/>
                  </a:cubicBezTo>
                  <a:cubicBezTo>
                    <a:pt x="5584" y="2782"/>
                    <a:pt x="5584" y="2771"/>
                    <a:pt x="5584" y="2759"/>
                  </a:cubicBezTo>
                  <a:cubicBezTo>
                    <a:pt x="5572" y="2032"/>
                    <a:pt x="5286" y="1342"/>
                    <a:pt x="4763" y="818"/>
                  </a:cubicBezTo>
                  <a:cubicBezTo>
                    <a:pt x="4198" y="253"/>
                    <a:pt x="3502" y="1"/>
                    <a:pt x="281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2515;p65">
              <a:extLst>
                <a:ext uri="{FF2B5EF4-FFF2-40B4-BE49-F238E27FC236}">
                  <a16:creationId xmlns:a16="http://schemas.microsoft.com/office/drawing/2014/main" id="{8A2F02E5-0D14-5483-E656-04BFD673B39B}"/>
                </a:ext>
              </a:extLst>
            </p:cNvPr>
            <p:cNvSpPr/>
            <p:nvPr/>
          </p:nvSpPr>
          <p:spPr>
            <a:xfrm>
              <a:off x="1904406" y="3361108"/>
              <a:ext cx="10241" cy="32982"/>
            </a:xfrm>
            <a:custGeom>
              <a:avLst/>
              <a:gdLst/>
              <a:ahLst/>
              <a:cxnLst/>
              <a:rect l="l" t="t" r="r" b="b"/>
              <a:pathLst>
                <a:path w="322" h="1037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70"/>
                  </a:lnTo>
                  <a:cubicBezTo>
                    <a:pt x="0" y="965"/>
                    <a:pt x="72" y="1036"/>
                    <a:pt x="155" y="1036"/>
                  </a:cubicBezTo>
                  <a:cubicBezTo>
                    <a:pt x="250" y="1036"/>
                    <a:pt x="322" y="965"/>
                    <a:pt x="322" y="870"/>
                  </a:cubicBezTo>
                  <a:lnTo>
                    <a:pt x="322" y="167"/>
                  </a:lnTo>
                  <a:cubicBezTo>
                    <a:pt x="310" y="60"/>
                    <a:pt x="250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2516;p65">
              <a:extLst>
                <a:ext uri="{FF2B5EF4-FFF2-40B4-BE49-F238E27FC236}">
                  <a16:creationId xmlns:a16="http://schemas.microsoft.com/office/drawing/2014/main" id="{87AB5885-E834-9C65-1DBA-61AFC438B2E0}"/>
                </a:ext>
              </a:extLst>
            </p:cNvPr>
            <p:cNvSpPr/>
            <p:nvPr/>
          </p:nvSpPr>
          <p:spPr>
            <a:xfrm>
              <a:off x="1836248" y="3378219"/>
              <a:ext cx="23504" cy="29865"/>
            </a:xfrm>
            <a:custGeom>
              <a:avLst/>
              <a:gdLst/>
              <a:ahLst/>
              <a:cxnLst/>
              <a:rect l="l" t="t" r="r" b="b"/>
              <a:pathLst>
                <a:path w="739" h="939" extrusionOk="0">
                  <a:moveTo>
                    <a:pt x="181" y="0"/>
                  </a:moveTo>
                  <a:cubicBezTo>
                    <a:pt x="154" y="0"/>
                    <a:pt x="125" y="7"/>
                    <a:pt x="95" y="22"/>
                  </a:cubicBezTo>
                  <a:cubicBezTo>
                    <a:pt x="24" y="70"/>
                    <a:pt x="0" y="165"/>
                    <a:pt x="36" y="248"/>
                  </a:cubicBezTo>
                  <a:lnTo>
                    <a:pt x="393" y="855"/>
                  </a:lnTo>
                  <a:cubicBezTo>
                    <a:pt x="429" y="903"/>
                    <a:pt x="488" y="939"/>
                    <a:pt x="536" y="939"/>
                  </a:cubicBezTo>
                  <a:cubicBezTo>
                    <a:pt x="667" y="939"/>
                    <a:pt x="738" y="796"/>
                    <a:pt x="679" y="701"/>
                  </a:cubicBezTo>
                  <a:lnTo>
                    <a:pt x="322" y="82"/>
                  </a:lnTo>
                  <a:cubicBezTo>
                    <a:pt x="289" y="33"/>
                    <a:pt x="239" y="0"/>
                    <a:pt x="18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2517;p65">
              <a:extLst>
                <a:ext uri="{FF2B5EF4-FFF2-40B4-BE49-F238E27FC236}">
                  <a16:creationId xmlns:a16="http://schemas.microsoft.com/office/drawing/2014/main" id="{14F76A48-5D74-CEB2-7331-C4243E99C6E2}"/>
                </a:ext>
              </a:extLst>
            </p:cNvPr>
            <p:cNvSpPr/>
            <p:nvPr/>
          </p:nvSpPr>
          <p:spPr>
            <a:xfrm>
              <a:off x="1787014" y="3427072"/>
              <a:ext cx="31073" cy="21691"/>
            </a:xfrm>
            <a:custGeom>
              <a:avLst/>
              <a:gdLst/>
              <a:ahLst/>
              <a:cxnLst/>
              <a:rect l="l" t="t" r="r" b="b"/>
              <a:pathLst>
                <a:path w="977" h="682" extrusionOk="0">
                  <a:moveTo>
                    <a:pt x="187" y="0"/>
                  </a:moveTo>
                  <a:cubicBezTo>
                    <a:pt x="129" y="0"/>
                    <a:pt x="69" y="32"/>
                    <a:pt x="36" y="81"/>
                  </a:cubicBezTo>
                  <a:cubicBezTo>
                    <a:pt x="0" y="153"/>
                    <a:pt x="24" y="260"/>
                    <a:pt x="96" y="308"/>
                  </a:cubicBezTo>
                  <a:lnTo>
                    <a:pt x="715" y="665"/>
                  </a:lnTo>
                  <a:cubicBezTo>
                    <a:pt x="737" y="676"/>
                    <a:pt x="762" y="681"/>
                    <a:pt x="788" y="681"/>
                  </a:cubicBezTo>
                  <a:cubicBezTo>
                    <a:pt x="846" y="681"/>
                    <a:pt x="904" y="655"/>
                    <a:pt x="929" y="605"/>
                  </a:cubicBezTo>
                  <a:cubicBezTo>
                    <a:pt x="977" y="510"/>
                    <a:pt x="953" y="427"/>
                    <a:pt x="870" y="379"/>
                  </a:cubicBezTo>
                  <a:lnTo>
                    <a:pt x="262" y="22"/>
                  </a:lnTo>
                  <a:cubicBezTo>
                    <a:pt x="240" y="7"/>
                    <a:pt x="214" y="0"/>
                    <a:pt x="18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2518;p65">
              <a:extLst>
                <a:ext uri="{FF2B5EF4-FFF2-40B4-BE49-F238E27FC236}">
                  <a16:creationId xmlns:a16="http://schemas.microsoft.com/office/drawing/2014/main" id="{37979EC9-3294-0F26-2946-E464EC5122F7}"/>
                </a:ext>
              </a:extLst>
            </p:cNvPr>
            <p:cNvSpPr/>
            <p:nvPr/>
          </p:nvSpPr>
          <p:spPr>
            <a:xfrm>
              <a:off x="1768821" y="3494021"/>
              <a:ext cx="33363" cy="10623"/>
            </a:xfrm>
            <a:custGeom>
              <a:avLst/>
              <a:gdLst/>
              <a:ahLst/>
              <a:cxnLst/>
              <a:rect l="l" t="t" r="r" b="b"/>
              <a:pathLst>
                <a:path w="1049" h="334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34"/>
                    <a:pt x="168" y="334"/>
                  </a:cubicBezTo>
                  <a:lnTo>
                    <a:pt x="882" y="334"/>
                  </a:lnTo>
                  <a:cubicBezTo>
                    <a:pt x="965" y="334"/>
                    <a:pt x="1049" y="251"/>
                    <a:pt x="1049" y="167"/>
                  </a:cubicBezTo>
                  <a:cubicBezTo>
                    <a:pt x="1049" y="72"/>
                    <a:pt x="965" y="1"/>
                    <a:pt x="88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2519;p65">
              <a:extLst>
                <a:ext uri="{FF2B5EF4-FFF2-40B4-BE49-F238E27FC236}">
                  <a16:creationId xmlns:a16="http://schemas.microsoft.com/office/drawing/2014/main" id="{B57326A5-F20E-ED30-68CC-E38240203A99}"/>
                </a:ext>
              </a:extLst>
            </p:cNvPr>
            <p:cNvSpPr/>
            <p:nvPr/>
          </p:nvSpPr>
          <p:spPr>
            <a:xfrm>
              <a:off x="2014610" y="3495930"/>
              <a:ext cx="32950" cy="10623"/>
            </a:xfrm>
            <a:custGeom>
              <a:avLst/>
              <a:gdLst/>
              <a:ahLst/>
              <a:cxnLst/>
              <a:rect l="l" t="t" r="r" b="b"/>
              <a:pathLst>
                <a:path w="1036" h="334" extrusionOk="0">
                  <a:moveTo>
                    <a:pt x="167" y="0"/>
                  </a:moveTo>
                  <a:cubicBezTo>
                    <a:pt x="71" y="0"/>
                    <a:pt x="0" y="71"/>
                    <a:pt x="0" y="167"/>
                  </a:cubicBezTo>
                  <a:cubicBezTo>
                    <a:pt x="0" y="250"/>
                    <a:pt x="71" y="333"/>
                    <a:pt x="167" y="333"/>
                  </a:cubicBezTo>
                  <a:lnTo>
                    <a:pt x="881" y="333"/>
                  </a:lnTo>
                  <a:cubicBezTo>
                    <a:pt x="964" y="333"/>
                    <a:pt x="1036" y="250"/>
                    <a:pt x="1036" y="167"/>
                  </a:cubicBezTo>
                  <a:cubicBezTo>
                    <a:pt x="1024" y="71"/>
                    <a:pt x="953" y="0"/>
                    <a:pt x="88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2520;p65">
              <a:extLst>
                <a:ext uri="{FF2B5EF4-FFF2-40B4-BE49-F238E27FC236}">
                  <a16:creationId xmlns:a16="http://schemas.microsoft.com/office/drawing/2014/main" id="{F40C8631-017B-1E96-0889-CFD12C9E402A}"/>
                </a:ext>
              </a:extLst>
            </p:cNvPr>
            <p:cNvSpPr/>
            <p:nvPr/>
          </p:nvSpPr>
          <p:spPr>
            <a:xfrm>
              <a:off x="1999439" y="3428948"/>
              <a:ext cx="31105" cy="21882"/>
            </a:xfrm>
            <a:custGeom>
              <a:avLst/>
              <a:gdLst/>
              <a:ahLst/>
              <a:cxnLst/>
              <a:rect l="l" t="t" r="r" b="b"/>
              <a:pathLst>
                <a:path w="978" h="688" extrusionOk="0">
                  <a:moveTo>
                    <a:pt x="795" y="1"/>
                  </a:moveTo>
                  <a:cubicBezTo>
                    <a:pt x="769" y="1"/>
                    <a:pt x="741" y="8"/>
                    <a:pt x="715" y="22"/>
                  </a:cubicBezTo>
                  <a:lnTo>
                    <a:pt x="108" y="380"/>
                  </a:lnTo>
                  <a:cubicBezTo>
                    <a:pt x="25" y="427"/>
                    <a:pt x="1" y="511"/>
                    <a:pt x="48" y="606"/>
                  </a:cubicBezTo>
                  <a:cubicBezTo>
                    <a:pt x="73" y="655"/>
                    <a:pt x="125" y="687"/>
                    <a:pt x="183" y="687"/>
                  </a:cubicBezTo>
                  <a:cubicBezTo>
                    <a:pt x="209" y="687"/>
                    <a:pt x="237" y="680"/>
                    <a:pt x="263" y="665"/>
                  </a:cubicBezTo>
                  <a:lnTo>
                    <a:pt x="882" y="308"/>
                  </a:lnTo>
                  <a:cubicBezTo>
                    <a:pt x="953" y="249"/>
                    <a:pt x="977" y="153"/>
                    <a:pt x="941" y="82"/>
                  </a:cubicBezTo>
                  <a:cubicBezTo>
                    <a:pt x="909" y="33"/>
                    <a:pt x="854" y="1"/>
                    <a:pt x="795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2521;p65">
              <a:extLst>
                <a:ext uri="{FF2B5EF4-FFF2-40B4-BE49-F238E27FC236}">
                  <a16:creationId xmlns:a16="http://schemas.microsoft.com/office/drawing/2014/main" id="{57C9EA84-7848-695F-304D-726171A649B7}"/>
                </a:ext>
              </a:extLst>
            </p:cNvPr>
            <p:cNvSpPr/>
            <p:nvPr/>
          </p:nvSpPr>
          <p:spPr>
            <a:xfrm>
              <a:off x="1958156" y="3379269"/>
              <a:ext cx="23917" cy="29579"/>
            </a:xfrm>
            <a:custGeom>
              <a:avLst/>
              <a:gdLst/>
              <a:ahLst/>
              <a:cxnLst/>
              <a:rect l="l" t="t" r="r" b="b"/>
              <a:pathLst>
                <a:path w="752" h="930" extrusionOk="0">
                  <a:moveTo>
                    <a:pt x="562" y="0"/>
                  </a:moveTo>
                  <a:cubicBezTo>
                    <a:pt x="506" y="0"/>
                    <a:pt x="449" y="30"/>
                    <a:pt x="418" y="84"/>
                  </a:cubicBezTo>
                  <a:lnTo>
                    <a:pt x="61" y="691"/>
                  </a:lnTo>
                  <a:cubicBezTo>
                    <a:pt x="1" y="799"/>
                    <a:pt x="72" y="930"/>
                    <a:pt x="191" y="930"/>
                  </a:cubicBezTo>
                  <a:cubicBezTo>
                    <a:pt x="251" y="930"/>
                    <a:pt x="299" y="894"/>
                    <a:pt x="334" y="858"/>
                  </a:cubicBezTo>
                  <a:lnTo>
                    <a:pt x="692" y="239"/>
                  </a:lnTo>
                  <a:cubicBezTo>
                    <a:pt x="751" y="168"/>
                    <a:pt x="715" y="72"/>
                    <a:pt x="644" y="25"/>
                  </a:cubicBezTo>
                  <a:cubicBezTo>
                    <a:pt x="619" y="8"/>
                    <a:pt x="591" y="0"/>
                    <a:pt x="56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2" name="Google Shape;12296;p65">
            <a:extLst>
              <a:ext uri="{FF2B5EF4-FFF2-40B4-BE49-F238E27FC236}">
                <a16:creationId xmlns:a16="http://schemas.microsoft.com/office/drawing/2014/main" id="{33B7A15C-A266-24DB-0045-5327DF8B7599}"/>
              </a:ext>
            </a:extLst>
          </p:cNvPr>
          <p:cNvGrpSpPr/>
          <p:nvPr/>
        </p:nvGrpSpPr>
        <p:grpSpPr>
          <a:xfrm>
            <a:off x="7809204" y="1588097"/>
            <a:ext cx="581697" cy="591697"/>
            <a:chOff x="1396957" y="4287365"/>
            <a:chExt cx="301862" cy="332871"/>
          </a:xfrm>
        </p:grpSpPr>
        <p:sp>
          <p:nvSpPr>
            <p:cNvPr id="53" name="Google Shape;12297;p65">
              <a:extLst>
                <a:ext uri="{FF2B5EF4-FFF2-40B4-BE49-F238E27FC236}">
                  <a16:creationId xmlns:a16="http://schemas.microsoft.com/office/drawing/2014/main" id="{F9FBE9AD-2550-4DE9-C107-EC4383DA524F}"/>
                </a:ext>
              </a:extLst>
            </p:cNvPr>
            <p:cNvSpPr/>
            <p:nvPr/>
          </p:nvSpPr>
          <p:spPr>
            <a:xfrm>
              <a:off x="1396957" y="4287365"/>
              <a:ext cx="301861" cy="332871"/>
            </a:xfrm>
            <a:custGeom>
              <a:avLst/>
              <a:gdLst/>
              <a:ahLst/>
              <a:cxnLst/>
              <a:rect l="l" t="t" r="r" b="b"/>
              <a:pathLst>
                <a:path w="9491" h="10466" extrusionOk="0">
                  <a:moveTo>
                    <a:pt x="751" y="2417"/>
                  </a:moveTo>
                  <a:lnTo>
                    <a:pt x="930" y="2619"/>
                  </a:lnTo>
                  <a:lnTo>
                    <a:pt x="513" y="2989"/>
                  </a:lnTo>
                  <a:lnTo>
                    <a:pt x="334" y="2786"/>
                  </a:lnTo>
                  <a:lnTo>
                    <a:pt x="751" y="2417"/>
                  </a:lnTo>
                  <a:close/>
                  <a:moveTo>
                    <a:pt x="1132" y="2834"/>
                  </a:moveTo>
                  <a:lnTo>
                    <a:pt x="3394" y="5346"/>
                  </a:lnTo>
                  <a:lnTo>
                    <a:pt x="3299" y="5429"/>
                  </a:lnTo>
                  <a:lnTo>
                    <a:pt x="1037" y="2917"/>
                  </a:lnTo>
                  <a:lnTo>
                    <a:pt x="1132" y="2834"/>
                  </a:lnTo>
                  <a:close/>
                  <a:moveTo>
                    <a:pt x="811" y="3131"/>
                  </a:moveTo>
                  <a:lnTo>
                    <a:pt x="3073" y="5644"/>
                  </a:lnTo>
                  <a:lnTo>
                    <a:pt x="2989" y="5727"/>
                  </a:lnTo>
                  <a:lnTo>
                    <a:pt x="727" y="3215"/>
                  </a:lnTo>
                  <a:lnTo>
                    <a:pt x="811" y="3131"/>
                  </a:lnTo>
                  <a:close/>
                  <a:moveTo>
                    <a:pt x="3478" y="5691"/>
                  </a:moveTo>
                  <a:lnTo>
                    <a:pt x="3597" y="5989"/>
                  </a:lnTo>
                  <a:lnTo>
                    <a:pt x="3299" y="5846"/>
                  </a:lnTo>
                  <a:lnTo>
                    <a:pt x="3478" y="5691"/>
                  </a:lnTo>
                  <a:close/>
                  <a:moveTo>
                    <a:pt x="3216" y="0"/>
                  </a:moveTo>
                  <a:cubicBezTo>
                    <a:pt x="3013" y="0"/>
                    <a:pt x="2858" y="167"/>
                    <a:pt x="2858" y="357"/>
                  </a:cubicBezTo>
                  <a:lnTo>
                    <a:pt x="2858" y="4286"/>
                  </a:lnTo>
                  <a:lnTo>
                    <a:pt x="977" y="2203"/>
                  </a:lnTo>
                  <a:cubicBezTo>
                    <a:pt x="918" y="2143"/>
                    <a:pt x="846" y="2119"/>
                    <a:pt x="775" y="2096"/>
                  </a:cubicBezTo>
                  <a:cubicBezTo>
                    <a:pt x="691" y="2096"/>
                    <a:pt x="608" y="2131"/>
                    <a:pt x="549" y="2167"/>
                  </a:cubicBezTo>
                  <a:lnTo>
                    <a:pt x="132" y="2548"/>
                  </a:lnTo>
                  <a:cubicBezTo>
                    <a:pt x="13" y="2667"/>
                    <a:pt x="1" y="2858"/>
                    <a:pt x="96" y="2977"/>
                  </a:cubicBezTo>
                  <a:lnTo>
                    <a:pt x="2751" y="5917"/>
                  </a:lnTo>
                  <a:cubicBezTo>
                    <a:pt x="2775" y="5953"/>
                    <a:pt x="2811" y="5977"/>
                    <a:pt x="2858" y="6001"/>
                  </a:cubicBezTo>
                  <a:lnTo>
                    <a:pt x="2858" y="8358"/>
                  </a:lnTo>
                  <a:lnTo>
                    <a:pt x="2263" y="8358"/>
                  </a:lnTo>
                  <a:cubicBezTo>
                    <a:pt x="2168" y="8358"/>
                    <a:pt x="2108" y="8442"/>
                    <a:pt x="2108" y="8513"/>
                  </a:cubicBezTo>
                  <a:cubicBezTo>
                    <a:pt x="2108" y="8596"/>
                    <a:pt x="2180" y="8656"/>
                    <a:pt x="2263" y="8656"/>
                  </a:cubicBezTo>
                  <a:lnTo>
                    <a:pt x="6502" y="8656"/>
                  </a:lnTo>
                  <a:cubicBezTo>
                    <a:pt x="6526" y="8656"/>
                    <a:pt x="6549" y="8692"/>
                    <a:pt x="6549" y="8704"/>
                  </a:cubicBezTo>
                  <a:lnTo>
                    <a:pt x="6549" y="9013"/>
                  </a:lnTo>
                  <a:cubicBezTo>
                    <a:pt x="6549" y="9477"/>
                    <a:pt x="6752" y="9882"/>
                    <a:pt x="7097" y="10144"/>
                  </a:cubicBezTo>
                  <a:lnTo>
                    <a:pt x="1644" y="10144"/>
                  </a:lnTo>
                  <a:cubicBezTo>
                    <a:pt x="1025" y="10144"/>
                    <a:pt x="513" y="9644"/>
                    <a:pt x="513" y="9013"/>
                  </a:cubicBezTo>
                  <a:lnTo>
                    <a:pt x="513" y="8704"/>
                  </a:lnTo>
                  <a:cubicBezTo>
                    <a:pt x="513" y="8680"/>
                    <a:pt x="549" y="8656"/>
                    <a:pt x="561" y="8656"/>
                  </a:cubicBezTo>
                  <a:lnTo>
                    <a:pt x="1573" y="8656"/>
                  </a:lnTo>
                  <a:cubicBezTo>
                    <a:pt x="1668" y="8656"/>
                    <a:pt x="1727" y="8584"/>
                    <a:pt x="1727" y="8513"/>
                  </a:cubicBezTo>
                  <a:cubicBezTo>
                    <a:pt x="1727" y="8418"/>
                    <a:pt x="1644" y="8358"/>
                    <a:pt x="1573" y="8358"/>
                  </a:cubicBezTo>
                  <a:lnTo>
                    <a:pt x="561" y="8358"/>
                  </a:lnTo>
                  <a:cubicBezTo>
                    <a:pt x="370" y="8358"/>
                    <a:pt x="203" y="8525"/>
                    <a:pt x="203" y="8715"/>
                  </a:cubicBezTo>
                  <a:lnTo>
                    <a:pt x="203" y="9037"/>
                  </a:lnTo>
                  <a:cubicBezTo>
                    <a:pt x="203" y="9823"/>
                    <a:pt x="846" y="10466"/>
                    <a:pt x="1632" y="10466"/>
                  </a:cubicBezTo>
                  <a:lnTo>
                    <a:pt x="8050" y="10466"/>
                  </a:lnTo>
                  <a:cubicBezTo>
                    <a:pt x="8835" y="10466"/>
                    <a:pt x="9478" y="9823"/>
                    <a:pt x="9478" y="9037"/>
                  </a:cubicBezTo>
                  <a:lnTo>
                    <a:pt x="9478" y="4846"/>
                  </a:lnTo>
                  <a:cubicBezTo>
                    <a:pt x="9478" y="4763"/>
                    <a:pt x="9407" y="4703"/>
                    <a:pt x="9324" y="4703"/>
                  </a:cubicBezTo>
                  <a:cubicBezTo>
                    <a:pt x="9240" y="4703"/>
                    <a:pt x="9181" y="4774"/>
                    <a:pt x="9181" y="4846"/>
                  </a:cubicBezTo>
                  <a:lnTo>
                    <a:pt x="9181" y="9037"/>
                  </a:lnTo>
                  <a:cubicBezTo>
                    <a:pt x="9181" y="9656"/>
                    <a:pt x="8669" y="10168"/>
                    <a:pt x="8050" y="10168"/>
                  </a:cubicBezTo>
                  <a:lnTo>
                    <a:pt x="7978" y="10168"/>
                  </a:lnTo>
                  <a:cubicBezTo>
                    <a:pt x="7347" y="10168"/>
                    <a:pt x="6847" y="9656"/>
                    <a:pt x="6847" y="9037"/>
                  </a:cubicBezTo>
                  <a:lnTo>
                    <a:pt x="6847" y="8715"/>
                  </a:lnTo>
                  <a:cubicBezTo>
                    <a:pt x="6847" y="8525"/>
                    <a:pt x="6680" y="8358"/>
                    <a:pt x="6490" y="8358"/>
                  </a:cubicBezTo>
                  <a:lnTo>
                    <a:pt x="3156" y="8358"/>
                  </a:lnTo>
                  <a:lnTo>
                    <a:pt x="3156" y="6096"/>
                  </a:lnTo>
                  <a:lnTo>
                    <a:pt x="3585" y="6322"/>
                  </a:lnTo>
                  <a:cubicBezTo>
                    <a:pt x="3609" y="6334"/>
                    <a:pt x="3656" y="6358"/>
                    <a:pt x="3692" y="6358"/>
                  </a:cubicBezTo>
                  <a:cubicBezTo>
                    <a:pt x="3751" y="6358"/>
                    <a:pt x="3811" y="6334"/>
                    <a:pt x="3847" y="6298"/>
                  </a:cubicBezTo>
                  <a:cubicBezTo>
                    <a:pt x="3930" y="6215"/>
                    <a:pt x="3954" y="6120"/>
                    <a:pt x="3906" y="6025"/>
                  </a:cubicBezTo>
                  <a:lnTo>
                    <a:pt x="3668" y="5394"/>
                  </a:lnTo>
                  <a:lnTo>
                    <a:pt x="3668" y="5358"/>
                  </a:lnTo>
                  <a:cubicBezTo>
                    <a:pt x="3668" y="5286"/>
                    <a:pt x="3644" y="5191"/>
                    <a:pt x="3597" y="5132"/>
                  </a:cubicBezTo>
                  <a:lnTo>
                    <a:pt x="3132" y="4608"/>
                  </a:lnTo>
                  <a:lnTo>
                    <a:pt x="3132" y="345"/>
                  </a:lnTo>
                  <a:cubicBezTo>
                    <a:pt x="3132" y="310"/>
                    <a:pt x="3168" y="298"/>
                    <a:pt x="3180" y="298"/>
                  </a:cubicBezTo>
                  <a:lnTo>
                    <a:pt x="9109" y="298"/>
                  </a:lnTo>
                  <a:cubicBezTo>
                    <a:pt x="9133" y="298"/>
                    <a:pt x="9145" y="333"/>
                    <a:pt x="9145" y="345"/>
                  </a:cubicBezTo>
                  <a:lnTo>
                    <a:pt x="9145" y="2346"/>
                  </a:lnTo>
                  <a:cubicBezTo>
                    <a:pt x="9145" y="2441"/>
                    <a:pt x="9228" y="2500"/>
                    <a:pt x="9300" y="2500"/>
                  </a:cubicBezTo>
                  <a:cubicBezTo>
                    <a:pt x="9383" y="2500"/>
                    <a:pt x="9443" y="2429"/>
                    <a:pt x="9443" y="2346"/>
                  </a:cubicBezTo>
                  <a:lnTo>
                    <a:pt x="9443" y="345"/>
                  </a:lnTo>
                  <a:cubicBezTo>
                    <a:pt x="9490" y="167"/>
                    <a:pt x="9324" y="0"/>
                    <a:pt x="913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12298;p65">
              <a:extLst>
                <a:ext uri="{FF2B5EF4-FFF2-40B4-BE49-F238E27FC236}">
                  <a16:creationId xmlns:a16="http://schemas.microsoft.com/office/drawing/2014/main" id="{62FEB087-AEDB-D378-D618-10477E0DE4E9}"/>
                </a:ext>
              </a:extLst>
            </p:cNvPr>
            <p:cNvSpPr/>
            <p:nvPr/>
          </p:nvSpPr>
          <p:spPr>
            <a:xfrm>
              <a:off x="1689309" y="4378614"/>
              <a:ext cx="9510" cy="46976"/>
            </a:xfrm>
            <a:custGeom>
              <a:avLst/>
              <a:gdLst/>
              <a:ahLst/>
              <a:cxnLst/>
              <a:rect l="l" t="t" r="r" b="b"/>
              <a:pathLst>
                <a:path w="299" h="1477" extrusionOk="0">
                  <a:moveTo>
                    <a:pt x="155" y="0"/>
                  </a:moveTo>
                  <a:cubicBezTo>
                    <a:pt x="60" y="0"/>
                    <a:pt x="1" y="84"/>
                    <a:pt x="1" y="155"/>
                  </a:cubicBezTo>
                  <a:lnTo>
                    <a:pt x="1" y="1334"/>
                  </a:lnTo>
                  <a:cubicBezTo>
                    <a:pt x="1" y="1417"/>
                    <a:pt x="72" y="1477"/>
                    <a:pt x="155" y="1477"/>
                  </a:cubicBezTo>
                  <a:cubicBezTo>
                    <a:pt x="239" y="1477"/>
                    <a:pt x="298" y="1405"/>
                    <a:pt x="298" y="1334"/>
                  </a:cubicBezTo>
                  <a:lnTo>
                    <a:pt x="298" y="155"/>
                  </a:lnTo>
                  <a:cubicBezTo>
                    <a:pt x="298" y="84"/>
                    <a:pt x="239" y="0"/>
                    <a:pt x="15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12299;p65">
              <a:extLst>
                <a:ext uri="{FF2B5EF4-FFF2-40B4-BE49-F238E27FC236}">
                  <a16:creationId xmlns:a16="http://schemas.microsoft.com/office/drawing/2014/main" id="{0366DFAB-7E3F-00DF-D17E-A84A04C29CF5}"/>
                </a:ext>
              </a:extLst>
            </p:cNvPr>
            <p:cNvSpPr/>
            <p:nvPr/>
          </p:nvSpPr>
          <p:spPr>
            <a:xfrm>
              <a:off x="1520424" y="4385420"/>
              <a:ext cx="33363" cy="32982"/>
            </a:xfrm>
            <a:custGeom>
              <a:avLst/>
              <a:gdLst/>
              <a:ahLst/>
              <a:cxnLst/>
              <a:rect l="l" t="t" r="r" b="b"/>
              <a:pathLst>
                <a:path w="1049" h="1037" extrusionOk="0">
                  <a:moveTo>
                    <a:pt x="524" y="298"/>
                  </a:moveTo>
                  <a:cubicBezTo>
                    <a:pt x="643" y="298"/>
                    <a:pt x="739" y="406"/>
                    <a:pt x="739" y="525"/>
                  </a:cubicBezTo>
                  <a:cubicBezTo>
                    <a:pt x="739" y="644"/>
                    <a:pt x="643" y="739"/>
                    <a:pt x="524" y="739"/>
                  </a:cubicBezTo>
                  <a:cubicBezTo>
                    <a:pt x="405" y="739"/>
                    <a:pt x="298" y="644"/>
                    <a:pt x="298" y="525"/>
                  </a:cubicBezTo>
                  <a:cubicBezTo>
                    <a:pt x="298" y="406"/>
                    <a:pt x="405" y="298"/>
                    <a:pt x="524" y="298"/>
                  </a:cubicBezTo>
                  <a:close/>
                  <a:moveTo>
                    <a:pt x="524" y="1"/>
                  </a:moveTo>
                  <a:cubicBezTo>
                    <a:pt x="238" y="1"/>
                    <a:pt x="0" y="239"/>
                    <a:pt x="0" y="525"/>
                  </a:cubicBezTo>
                  <a:cubicBezTo>
                    <a:pt x="0" y="798"/>
                    <a:pt x="238" y="1037"/>
                    <a:pt x="524" y="1037"/>
                  </a:cubicBezTo>
                  <a:cubicBezTo>
                    <a:pt x="798" y="1037"/>
                    <a:pt x="1036" y="798"/>
                    <a:pt x="1036" y="525"/>
                  </a:cubicBezTo>
                  <a:cubicBezTo>
                    <a:pt x="1048" y="239"/>
                    <a:pt x="822" y="1"/>
                    <a:pt x="52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12300;p65">
              <a:extLst>
                <a:ext uri="{FF2B5EF4-FFF2-40B4-BE49-F238E27FC236}">
                  <a16:creationId xmlns:a16="http://schemas.microsoft.com/office/drawing/2014/main" id="{7165B357-2030-E886-0592-E2C4C908D53D}"/>
                </a:ext>
              </a:extLst>
            </p:cNvPr>
            <p:cNvSpPr/>
            <p:nvPr/>
          </p:nvSpPr>
          <p:spPr>
            <a:xfrm>
              <a:off x="1563202" y="4398683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0"/>
                  </a:moveTo>
                  <a:cubicBezTo>
                    <a:pt x="84" y="0"/>
                    <a:pt x="25" y="72"/>
                    <a:pt x="25" y="143"/>
                  </a:cubicBezTo>
                  <a:cubicBezTo>
                    <a:pt x="1" y="227"/>
                    <a:pt x="84" y="298"/>
                    <a:pt x="167" y="298"/>
                  </a:cubicBezTo>
                  <a:lnTo>
                    <a:pt x="929" y="298"/>
                  </a:lnTo>
                  <a:cubicBezTo>
                    <a:pt x="1025" y="298"/>
                    <a:pt x="1084" y="227"/>
                    <a:pt x="1084" y="143"/>
                  </a:cubicBezTo>
                  <a:cubicBezTo>
                    <a:pt x="1084" y="60"/>
                    <a:pt x="1001" y="0"/>
                    <a:pt x="92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12301;p65">
              <a:extLst>
                <a:ext uri="{FF2B5EF4-FFF2-40B4-BE49-F238E27FC236}">
                  <a16:creationId xmlns:a16="http://schemas.microsoft.com/office/drawing/2014/main" id="{5F0ABA5A-EAD7-8DDF-5A9F-24023D23E1F2}"/>
                </a:ext>
              </a:extLst>
            </p:cNvPr>
            <p:cNvSpPr/>
            <p:nvPr/>
          </p:nvSpPr>
          <p:spPr>
            <a:xfrm>
              <a:off x="1563965" y="4410037"/>
              <a:ext cx="92807" cy="9510"/>
            </a:xfrm>
            <a:custGeom>
              <a:avLst/>
              <a:gdLst/>
              <a:ahLst/>
              <a:cxnLst/>
              <a:rect l="l" t="t" r="r" b="b"/>
              <a:pathLst>
                <a:path w="2918" h="299" extrusionOk="0">
                  <a:moveTo>
                    <a:pt x="143" y="1"/>
                  </a:moveTo>
                  <a:cubicBezTo>
                    <a:pt x="60" y="1"/>
                    <a:pt x="1" y="72"/>
                    <a:pt x="1" y="144"/>
                  </a:cubicBezTo>
                  <a:cubicBezTo>
                    <a:pt x="1" y="239"/>
                    <a:pt x="72" y="298"/>
                    <a:pt x="143" y="298"/>
                  </a:cubicBezTo>
                  <a:lnTo>
                    <a:pt x="2763" y="298"/>
                  </a:lnTo>
                  <a:cubicBezTo>
                    <a:pt x="2858" y="298"/>
                    <a:pt x="2918" y="227"/>
                    <a:pt x="2918" y="144"/>
                  </a:cubicBezTo>
                  <a:cubicBezTo>
                    <a:pt x="2918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2302;p65">
              <a:extLst>
                <a:ext uri="{FF2B5EF4-FFF2-40B4-BE49-F238E27FC236}">
                  <a16:creationId xmlns:a16="http://schemas.microsoft.com/office/drawing/2014/main" id="{C65D58FA-FBBD-6E01-5EA3-E1FB2F416C3A}"/>
                </a:ext>
              </a:extLst>
            </p:cNvPr>
            <p:cNvSpPr/>
            <p:nvPr/>
          </p:nvSpPr>
          <p:spPr>
            <a:xfrm>
              <a:off x="1563202" y="4385039"/>
              <a:ext cx="10273" cy="9510"/>
            </a:xfrm>
            <a:custGeom>
              <a:avLst/>
              <a:gdLst/>
              <a:ahLst/>
              <a:cxnLst/>
              <a:rect l="l" t="t" r="r" b="b"/>
              <a:pathLst>
                <a:path w="323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44"/>
                  </a:cubicBezTo>
                  <a:cubicBezTo>
                    <a:pt x="1" y="215"/>
                    <a:pt x="84" y="299"/>
                    <a:pt x="167" y="299"/>
                  </a:cubicBezTo>
                  <a:cubicBezTo>
                    <a:pt x="263" y="299"/>
                    <a:pt x="322" y="215"/>
                    <a:pt x="322" y="144"/>
                  </a:cubicBezTo>
                  <a:cubicBezTo>
                    <a:pt x="322" y="60"/>
                    <a:pt x="251" y="1"/>
                    <a:pt x="16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2303;p65">
              <a:extLst>
                <a:ext uri="{FF2B5EF4-FFF2-40B4-BE49-F238E27FC236}">
                  <a16:creationId xmlns:a16="http://schemas.microsoft.com/office/drawing/2014/main" id="{60152407-8BCD-1E97-E498-300531C52C20}"/>
                </a:ext>
              </a:extLst>
            </p:cNvPr>
            <p:cNvSpPr/>
            <p:nvPr/>
          </p:nvSpPr>
          <p:spPr>
            <a:xfrm>
              <a:off x="1520424" y="4436944"/>
              <a:ext cx="33363" cy="33332"/>
            </a:xfrm>
            <a:custGeom>
              <a:avLst/>
              <a:gdLst/>
              <a:ahLst/>
              <a:cxnLst/>
              <a:rect l="l" t="t" r="r" b="b"/>
              <a:pathLst>
                <a:path w="1049" h="1048" extrusionOk="0">
                  <a:moveTo>
                    <a:pt x="524" y="298"/>
                  </a:moveTo>
                  <a:cubicBezTo>
                    <a:pt x="643" y="298"/>
                    <a:pt x="739" y="405"/>
                    <a:pt x="739" y="524"/>
                  </a:cubicBezTo>
                  <a:cubicBezTo>
                    <a:pt x="739" y="655"/>
                    <a:pt x="643" y="750"/>
                    <a:pt x="524" y="750"/>
                  </a:cubicBezTo>
                  <a:cubicBezTo>
                    <a:pt x="405" y="750"/>
                    <a:pt x="298" y="643"/>
                    <a:pt x="298" y="524"/>
                  </a:cubicBezTo>
                  <a:cubicBezTo>
                    <a:pt x="298" y="405"/>
                    <a:pt x="405" y="298"/>
                    <a:pt x="524" y="298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810"/>
                    <a:pt x="238" y="1048"/>
                    <a:pt x="524" y="1048"/>
                  </a:cubicBezTo>
                  <a:cubicBezTo>
                    <a:pt x="798" y="1048"/>
                    <a:pt x="1036" y="810"/>
                    <a:pt x="1036" y="524"/>
                  </a:cubicBezTo>
                  <a:cubicBezTo>
                    <a:pt x="1048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2304;p65">
              <a:extLst>
                <a:ext uri="{FF2B5EF4-FFF2-40B4-BE49-F238E27FC236}">
                  <a16:creationId xmlns:a16="http://schemas.microsoft.com/office/drawing/2014/main" id="{D322B081-41BC-96C5-051C-7269C899381F}"/>
                </a:ext>
              </a:extLst>
            </p:cNvPr>
            <p:cNvSpPr/>
            <p:nvPr/>
          </p:nvSpPr>
          <p:spPr>
            <a:xfrm>
              <a:off x="1563202" y="4450175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56"/>
                  </a:cubicBezTo>
                  <a:cubicBezTo>
                    <a:pt x="1" y="239"/>
                    <a:pt x="84" y="298"/>
                    <a:pt x="167" y="298"/>
                  </a:cubicBezTo>
                  <a:lnTo>
                    <a:pt x="929" y="298"/>
                  </a:lnTo>
                  <a:cubicBezTo>
                    <a:pt x="1025" y="298"/>
                    <a:pt x="1084" y="227"/>
                    <a:pt x="1084" y="156"/>
                  </a:cubicBezTo>
                  <a:cubicBezTo>
                    <a:pt x="1084" y="60"/>
                    <a:pt x="100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2305;p65">
              <a:extLst>
                <a:ext uri="{FF2B5EF4-FFF2-40B4-BE49-F238E27FC236}">
                  <a16:creationId xmlns:a16="http://schemas.microsoft.com/office/drawing/2014/main" id="{919FCDF5-AB94-A6B7-4CD0-BA0A53218A81}"/>
                </a:ext>
              </a:extLst>
            </p:cNvPr>
            <p:cNvSpPr/>
            <p:nvPr/>
          </p:nvSpPr>
          <p:spPr>
            <a:xfrm>
              <a:off x="1563965" y="4461530"/>
              <a:ext cx="92807" cy="9510"/>
            </a:xfrm>
            <a:custGeom>
              <a:avLst/>
              <a:gdLst/>
              <a:ahLst/>
              <a:cxnLst/>
              <a:rect l="l" t="t" r="r" b="b"/>
              <a:pathLst>
                <a:path w="2918" h="299" extrusionOk="0">
                  <a:moveTo>
                    <a:pt x="143" y="1"/>
                  </a:moveTo>
                  <a:cubicBezTo>
                    <a:pt x="60" y="1"/>
                    <a:pt x="1" y="72"/>
                    <a:pt x="1" y="156"/>
                  </a:cubicBezTo>
                  <a:cubicBezTo>
                    <a:pt x="1" y="239"/>
                    <a:pt x="72" y="299"/>
                    <a:pt x="143" y="299"/>
                  </a:cubicBezTo>
                  <a:lnTo>
                    <a:pt x="2763" y="299"/>
                  </a:lnTo>
                  <a:cubicBezTo>
                    <a:pt x="2858" y="299"/>
                    <a:pt x="2918" y="227"/>
                    <a:pt x="2918" y="156"/>
                  </a:cubicBezTo>
                  <a:cubicBezTo>
                    <a:pt x="2918" y="72"/>
                    <a:pt x="2858" y="1"/>
                    <a:pt x="27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2306;p65">
              <a:extLst>
                <a:ext uri="{FF2B5EF4-FFF2-40B4-BE49-F238E27FC236}">
                  <a16:creationId xmlns:a16="http://schemas.microsoft.com/office/drawing/2014/main" id="{1DC61390-0969-1DC4-93A7-568E775B98D9}"/>
                </a:ext>
              </a:extLst>
            </p:cNvPr>
            <p:cNvSpPr/>
            <p:nvPr/>
          </p:nvSpPr>
          <p:spPr>
            <a:xfrm>
              <a:off x="1563202" y="4436563"/>
              <a:ext cx="10273" cy="9478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67" y="0"/>
                  </a:moveTo>
                  <a:cubicBezTo>
                    <a:pt x="84" y="0"/>
                    <a:pt x="25" y="72"/>
                    <a:pt x="25" y="143"/>
                  </a:cubicBezTo>
                  <a:cubicBezTo>
                    <a:pt x="1" y="226"/>
                    <a:pt x="84" y="298"/>
                    <a:pt x="167" y="298"/>
                  </a:cubicBezTo>
                  <a:cubicBezTo>
                    <a:pt x="263" y="298"/>
                    <a:pt x="322" y="226"/>
                    <a:pt x="322" y="143"/>
                  </a:cubicBezTo>
                  <a:cubicBezTo>
                    <a:pt x="322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12307;p65">
              <a:extLst>
                <a:ext uri="{FF2B5EF4-FFF2-40B4-BE49-F238E27FC236}">
                  <a16:creationId xmlns:a16="http://schemas.microsoft.com/office/drawing/2014/main" id="{1A9E4C21-8BBB-04DC-1197-9ABD39E4554E}"/>
                </a:ext>
              </a:extLst>
            </p:cNvPr>
            <p:cNvSpPr/>
            <p:nvPr/>
          </p:nvSpPr>
          <p:spPr>
            <a:xfrm>
              <a:off x="1520424" y="4488437"/>
              <a:ext cx="33363" cy="33332"/>
            </a:xfrm>
            <a:custGeom>
              <a:avLst/>
              <a:gdLst/>
              <a:ahLst/>
              <a:cxnLst/>
              <a:rect l="l" t="t" r="r" b="b"/>
              <a:pathLst>
                <a:path w="1049" h="1048" extrusionOk="0">
                  <a:moveTo>
                    <a:pt x="524" y="298"/>
                  </a:moveTo>
                  <a:cubicBezTo>
                    <a:pt x="643" y="298"/>
                    <a:pt x="739" y="405"/>
                    <a:pt x="739" y="524"/>
                  </a:cubicBezTo>
                  <a:cubicBezTo>
                    <a:pt x="739" y="643"/>
                    <a:pt x="643" y="750"/>
                    <a:pt x="524" y="750"/>
                  </a:cubicBezTo>
                  <a:cubicBezTo>
                    <a:pt x="405" y="750"/>
                    <a:pt x="298" y="643"/>
                    <a:pt x="298" y="524"/>
                  </a:cubicBezTo>
                  <a:cubicBezTo>
                    <a:pt x="298" y="405"/>
                    <a:pt x="405" y="298"/>
                    <a:pt x="524" y="298"/>
                  </a:cubicBezTo>
                  <a:close/>
                  <a:moveTo>
                    <a:pt x="524" y="0"/>
                  </a:moveTo>
                  <a:cubicBezTo>
                    <a:pt x="238" y="0"/>
                    <a:pt x="0" y="238"/>
                    <a:pt x="0" y="524"/>
                  </a:cubicBezTo>
                  <a:cubicBezTo>
                    <a:pt x="0" y="810"/>
                    <a:pt x="238" y="1048"/>
                    <a:pt x="524" y="1048"/>
                  </a:cubicBezTo>
                  <a:cubicBezTo>
                    <a:pt x="798" y="1048"/>
                    <a:pt x="1036" y="810"/>
                    <a:pt x="1036" y="524"/>
                  </a:cubicBezTo>
                  <a:cubicBezTo>
                    <a:pt x="1048" y="238"/>
                    <a:pt x="822" y="0"/>
                    <a:pt x="524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0" name="Google Shape;12308;p65">
              <a:extLst>
                <a:ext uri="{FF2B5EF4-FFF2-40B4-BE49-F238E27FC236}">
                  <a16:creationId xmlns:a16="http://schemas.microsoft.com/office/drawing/2014/main" id="{F4EE17EE-61A3-5AE1-F58E-53E36D802FDF}"/>
                </a:ext>
              </a:extLst>
            </p:cNvPr>
            <p:cNvSpPr/>
            <p:nvPr/>
          </p:nvSpPr>
          <p:spPr>
            <a:xfrm>
              <a:off x="1563202" y="4501667"/>
              <a:ext cx="34508" cy="9510"/>
            </a:xfrm>
            <a:custGeom>
              <a:avLst/>
              <a:gdLst/>
              <a:ahLst/>
              <a:cxnLst/>
              <a:rect l="l" t="t" r="r" b="b"/>
              <a:pathLst>
                <a:path w="1085" h="299" extrusionOk="0">
                  <a:moveTo>
                    <a:pt x="167" y="1"/>
                  </a:moveTo>
                  <a:cubicBezTo>
                    <a:pt x="84" y="1"/>
                    <a:pt x="25" y="84"/>
                    <a:pt x="25" y="156"/>
                  </a:cubicBezTo>
                  <a:cubicBezTo>
                    <a:pt x="1" y="239"/>
                    <a:pt x="84" y="299"/>
                    <a:pt x="167" y="299"/>
                  </a:cubicBezTo>
                  <a:lnTo>
                    <a:pt x="929" y="299"/>
                  </a:lnTo>
                  <a:cubicBezTo>
                    <a:pt x="1025" y="299"/>
                    <a:pt x="1084" y="227"/>
                    <a:pt x="1084" y="156"/>
                  </a:cubicBezTo>
                  <a:cubicBezTo>
                    <a:pt x="1084" y="61"/>
                    <a:pt x="1001" y="1"/>
                    <a:pt x="92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1" name="Google Shape;12309;p65">
              <a:extLst>
                <a:ext uri="{FF2B5EF4-FFF2-40B4-BE49-F238E27FC236}">
                  <a16:creationId xmlns:a16="http://schemas.microsoft.com/office/drawing/2014/main" id="{7F3F3E34-B67D-B701-F3DF-4D84DA234BD7}"/>
                </a:ext>
              </a:extLst>
            </p:cNvPr>
            <p:cNvSpPr/>
            <p:nvPr/>
          </p:nvSpPr>
          <p:spPr>
            <a:xfrm>
              <a:off x="1563202" y="4513785"/>
              <a:ext cx="93570" cy="9510"/>
            </a:xfrm>
            <a:custGeom>
              <a:avLst/>
              <a:gdLst/>
              <a:ahLst/>
              <a:cxnLst/>
              <a:rect l="l" t="t" r="r" b="b"/>
              <a:pathLst>
                <a:path w="2942" h="299" extrusionOk="0">
                  <a:moveTo>
                    <a:pt x="167" y="1"/>
                  </a:moveTo>
                  <a:cubicBezTo>
                    <a:pt x="84" y="1"/>
                    <a:pt x="25" y="72"/>
                    <a:pt x="25" y="144"/>
                  </a:cubicBezTo>
                  <a:cubicBezTo>
                    <a:pt x="1" y="215"/>
                    <a:pt x="84" y="299"/>
                    <a:pt x="167" y="299"/>
                  </a:cubicBezTo>
                  <a:lnTo>
                    <a:pt x="2787" y="299"/>
                  </a:lnTo>
                  <a:cubicBezTo>
                    <a:pt x="2882" y="299"/>
                    <a:pt x="2942" y="215"/>
                    <a:pt x="2942" y="144"/>
                  </a:cubicBezTo>
                  <a:cubicBezTo>
                    <a:pt x="2942" y="61"/>
                    <a:pt x="2870" y="1"/>
                    <a:pt x="278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2" name="Google Shape;12310;p65">
              <a:extLst>
                <a:ext uri="{FF2B5EF4-FFF2-40B4-BE49-F238E27FC236}">
                  <a16:creationId xmlns:a16="http://schemas.microsoft.com/office/drawing/2014/main" id="{2C7766F4-0FF9-C0A2-C6C8-7E20BDC20AA0}"/>
                </a:ext>
              </a:extLst>
            </p:cNvPr>
            <p:cNvSpPr/>
            <p:nvPr/>
          </p:nvSpPr>
          <p:spPr>
            <a:xfrm>
              <a:off x="1563202" y="4488055"/>
              <a:ext cx="10273" cy="9478"/>
            </a:xfrm>
            <a:custGeom>
              <a:avLst/>
              <a:gdLst/>
              <a:ahLst/>
              <a:cxnLst/>
              <a:rect l="l" t="t" r="r" b="b"/>
              <a:pathLst>
                <a:path w="323" h="298" extrusionOk="0">
                  <a:moveTo>
                    <a:pt x="167" y="0"/>
                  </a:moveTo>
                  <a:cubicBezTo>
                    <a:pt x="84" y="0"/>
                    <a:pt x="25" y="72"/>
                    <a:pt x="25" y="155"/>
                  </a:cubicBezTo>
                  <a:cubicBezTo>
                    <a:pt x="1" y="227"/>
                    <a:pt x="84" y="298"/>
                    <a:pt x="167" y="298"/>
                  </a:cubicBezTo>
                  <a:cubicBezTo>
                    <a:pt x="263" y="298"/>
                    <a:pt x="322" y="227"/>
                    <a:pt x="322" y="155"/>
                  </a:cubicBezTo>
                  <a:cubicBezTo>
                    <a:pt x="322" y="60"/>
                    <a:pt x="251" y="0"/>
                    <a:pt x="167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3" name="Google Shape;12311;p65">
              <a:extLst>
                <a:ext uri="{FF2B5EF4-FFF2-40B4-BE49-F238E27FC236}">
                  <a16:creationId xmlns:a16="http://schemas.microsoft.com/office/drawing/2014/main" id="{1D44AF42-C524-ED40-0512-BFF6E93ABA08}"/>
                </a:ext>
              </a:extLst>
            </p:cNvPr>
            <p:cNvSpPr/>
            <p:nvPr/>
          </p:nvSpPr>
          <p:spPr>
            <a:xfrm>
              <a:off x="1522682" y="4318025"/>
              <a:ext cx="141659" cy="37912"/>
            </a:xfrm>
            <a:custGeom>
              <a:avLst/>
              <a:gdLst/>
              <a:ahLst/>
              <a:cxnLst/>
              <a:rect l="l" t="t" r="r" b="b"/>
              <a:pathLst>
                <a:path w="4454" h="1192" extrusionOk="0">
                  <a:moveTo>
                    <a:pt x="4144" y="322"/>
                  </a:moveTo>
                  <a:lnTo>
                    <a:pt x="4144" y="893"/>
                  </a:lnTo>
                  <a:lnTo>
                    <a:pt x="298" y="893"/>
                  </a:lnTo>
                  <a:lnTo>
                    <a:pt x="298" y="322"/>
                  </a:lnTo>
                  <a:close/>
                  <a:moveTo>
                    <a:pt x="156" y="0"/>
                  </a:moveTo>
                  <a:cubicBezTo>
                    <a:pt x="60" y="0"/>
                    <a:pt x="1" y="84"/>
                    <a:pt x="1" y="155"/>
                  </a:cubicBezTo>
                  <a:lnTo>
                    <a:pt x="1" y="1048"/>
                  </a:lnTo>
                  <a:cubicBezTo>
                    <a:pt x="1" y="1132"/>
                    <a:pt x="72" y="1191"/>
                    <a:pt x="156" y="1191"/>
                  </a:cubicBezTo>
                  <a:lnTo>
                    <a:pt x="4299" y="1191"/>
                  </a:lnTo>
                  <a:cubicBezTo>
                    <a:pt x="4382" y="1191"/>
                    <a:pt x="4454" y="1132"/>
                    <a:pt x="4454" y="1048"/>
                  </a:cubicBezTo>
                  <a:lnTo>
                    <a:pt x="4454" y="155"/>
                  </a:lnTo>
                  <a:cubicBezTo>
                    <a:pt x="4454" y="60"/>
                    <a:pt x="4382" y="0"/>
                    <a:pt x="4299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04" name="Google Shape;12364;p65">
            <a:extLst>
              <a:ext uri="{FF2B5EF4-FFF2-40B4-BE49-F238E27FC236}">
                <a16:creationId xmlns:a16="http://schemas.microsoft.com/office/drawing/2014/main" id="{F1BE61CF-AE38-1CC5-D832-554797FCE7F0}"/>
              </a:ext>
            </a:extLst>
          </p:cNvPr>
          <p:cNvGrpSpPr/>
          <p:nvPr/>
        </p:nvGrpSpPr>
        <p:grpSpPr>
          <a:xfrm>
            <a:off x="7887981" y="2760315"/>
            <a:ext cx="581695" cy="591697"/>
            <a:chOff x="3532345" y="3362635"/>
            <a:chExt cx="339328" cy="336275"/>
          </a:xfrm>
        </p:grpSpPr>
        <p:sp>
          <p:nvSpPr>
            <p:cNvPr id="1605" name="Google Shape;12365;p65">
              <a:extLst>
                <a:ext uri="{FF2B5EF4-FFF2-40B4-BE49-F238E27FC236}">
                  <a16:creationId xmlns:a16="http://schemas.microsoft.com/office/drawing/2014/main" id="{1C0393D7-C56D-3919-2BE3-07D3FF4AE7AD}"/>
                </a:ext>
              </a:extLst>
            </p:cNvPr>
            <p:cNvSpPr/>
            <p:nvPr/>
          </p:nvSpPr>
          <p:spPr>
            <a:xfrm>
              <a:off x="3819385" y="349325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6" name="Google Shape;12366;p65">
              <a:extLst>
                <a:ext uri="{FF2B5EF4-FFF2-40B4-BE49-F238E27FC236}">
                  <a16:creationId xmlns:a16="http://schemas.microsoft.com/office/drawing/2014/main" id="{1815646A-64B7-8F42-BAEB-6B0AEB7938C5}"/>
                </a:ext>
              </a:extLst>
            </p:cNvPr>
            <p:cNvSpPr/>
            <p:nvPr/>
          </p:nvSpPr>
          <p:spPr>
            <a:xfrm>
              <a:off x="3819385" y="349325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7" name="Google Shape;12367;p65">
              <a:extLst>
                <a:ext uri="{FF2B5EF4-FFF2-40B4-BE49-F238E27FC236}">
                  <a16:creationId xmlns:a16="http://schemas.microsoft.com/office/drawing/2014/main" id="{BB6C1D50-C894-3FB9-2D56-86CFBB3C6077}"/>
                </a:ext>
              </a:extLst>
            </p:cNvPr>
            <p:cNvSpPr/>
            <p:nvPr/>
          </p:nvSpPr>
          <p:spPr>
            <a:xfrm>
              <a:off x="3532345" y="3362635"/>
              <a:ext cx="339328" cy="282142"/>
            </a:xfrm>
            <a:custGeom>
              <a:avLst/>
              <a:gdLst/>
              <a:ahLst/>
              <a:cxnLst/>
              <a:rect l="l" t="t" r="r" b="b"/>
              <a:pathLst>
                <a:path w="10669" h="8871" extrusionOk="0">
                  <a:moveTo>
                    <a:pt x="6299" y="262"/>
                  </a:moveTo>
                  <a:cubicBezTo>
                    <a:pt x="6465" y="262"/>
                    <a:pt x="6596" y="393"/>
                    <a:pt x="6596" y="560"/>
                  </a:cubicBezTo>
                  <a:lnTo>
                    <a:pt x="6596" y="2084"/>
                  </a:lnTo>
                  <a:cubicBezTo>
                    <a:pt x="6382" y="2119"/>
                    <a:pt x="6322" y="2155"/>
                    <a:pt x="6322" y="2155"/>
                  </a:cubicBezTo>
                  <a:cubicBezTo>
                    <a:pt x="6203" y="2179"/>
                    <a:pt x="6108" y="2227"/>
                    <a:pt x="6049" y="2238"/>
                  </a:cubicBezTo>
                  <a:cubicBezTo>
                    <a:pt x="5941" y="2119"/>
                    <a:pt x="6001" y="1988"/>
                    <a:pt x="5989" y="1846"/>
                  </a:cubicBezTo>
                  <a:lnTo>
                    <a:pt x="5989" y="560"/>
                  </a:lnTo>
                  <a:cubicBezTo>
                    <a:pt x="5989" y="393"/>
                    <a:pt x="6120" y="262"/>
                    <a:pt x="6287" y="262"/>
                  </a:cubicBezTo>
                  <a:close/>
                  <a:moveTo>
                    <a:pt x="3489" y="262"/>
                  </a:moveTo>
                  <a:cubicBezTo>
                    <a:pt x="3655" y="262"/>
                    <a:pt x="3786" y="393"/>
                    <a:pt x="3786" y="560"/>
                  </a:cubicBezTo>
                  <a:lnTo>
                    <a:pt x="3786" y="1846"/>
                  </a:lnTo>
                  <a:cubicBezTo>
                    <a:pt x="3786" y="2084"/>
                    <a:pt x="3786" y="2096"/>
                    <a:pt x="3775" y="2155"/>
                  </a:cubicBezTo>
                  <a:cubicBezTo>
                    <a:pt x="3727" y="2274"/>
                    <a:pt x="3620" y="2357"/>
                    <a:pt x="3477" y="2357"/>
                  </a:cubicBezTo>
                  <a:cubicBezTo>
                    <a:pt x="3477" y="2357"/>
                    <a:pt x="3470" y="2358"/>
                    <a:pt x="3457" y="2358"/>
                  </a:cubicBezTo>
                  <a:cubicBezTo>
                    <a:pt x="3399" y="2358"/>
                    <a:pt x="3228" y="2342"/>
                    <a:pt x="3179" y="2155"/>
                  </a:cubicBezTo>
                  <a:cubicBezTo>
                    <a:pt x="3167" y="2084"/>
                    <a:pt x="3191" y="2024"/>
                    <a:pt x="3179" y="1846"/>
                  </a:cubicBezTo>
                  <a:lnTo>
                    <a:pt x="3179" y="560"/>
                  </a:lnTo>
                  <a:cubicBezTo>
                    <a:pt x="3179" y="393"/>
                    <a:pt x="3310" y="262"/>
                    <a:pt x="3477" y="262"/>
                  </a:cubicBezTo>
                  <a:close/>
                  <a:moveTo>
                    <a:pt x="5370" y="262"/>
                  </a:moveTo>
                  <a:cubicBezTo>
                    <a:pt x="5525" y="262"/>
                    <a:pt x="5668" y="393"/>
                    <a:pt x="5668" y="560"/>
                  </a:cubicBezTo>
                  <a:lnTo>
                    <a:pt x="5668" y="1846"/>
                  </a:lnTo>
                  <a:cubicBezTo>
                    <a:pt x="5668" y="2060"/>
                    <a:pt x="5668" y="2096"/>
                    <a:pt x="5644" y="2155"/>
                  </a:cubicBezTo>
                  <a:cubicBezTo>
                    <a:pt x="5608" y="2274"/>
                    <a:pt x="5501" y="2357"/>
                    <a:pt x="5346" y="2357"/>
                  </a:cubicBezTo>
                  <a:cubicBezTo>
                    <a:pt x="5346" y="2357"/>
                    <a:pt x="5339" y="2358"/>
                    <a:pt x="5327" y="2358"/>
                  </a:cubicBezTo>
                  <a:cubicBezTo>
                    <a:pt x="5269" y="2358"/>
                    <a:pt x="5098" y="2342"/>
                    <a:pt x="5049" y="2155"/>
                  </a:cubicBezTo>
                  <a:lnTo>
                    <a:pt x="5049" y="1846"/>
                  </a:lnTo>
                  <a:lnTo>
                    <a:pt x="5049" y="560"/>
                  </a:lnTo>
                  <a:cubicBezTo>
                    <a:pt x="5049" y="393"/>
                    <a:pt x="5191" y="262"/>
                    <a:pt x="5346" y="262"/>
                  </a:cubicBezTo>
                  <a:close/>
                  <a:moveTo>
                    <a:pt x="4429" y="262"/>
                  </a:moveTo>
                  <a:cubicBezTo>
                    <a:pt x="4596" y="262"/>
                    <a:pt x="4727" y="393"/>
                    <a:pt x="4727" y="560"/>
                  </a:cubicBezTo>
                  <a:lnTo>
                    <a:pt x="4727" y="2060"/>
                  </a:lnTo>
                  <a:cubicBezTo>
                    <a:pt x="4727" y="2264"/>
                    <a:pt x="4567" y="2368"/>
                    <a:pt x="4408" y="2368"/>
                  </a:cubicBezTo>
                  <a:cubicBezTo>
                    <a:pt x="4251" y="2368"/>
                    <a:pt x="4096" y="2267"/>
                    <a:pt x="4096" y="2060"/>
                  </a:cubicBezTo>
                  <a:cubicBezTo>
                    <a:pt x="4120" y="1726"/>
                    <a:pt x="4120" y="869"/>
                    <a:pt x="4120" y="560"/>
                  </a:cubicBezTo>
                  <a:cubicBezTo>
                    <a:pt x="4120" y="393"/>
                    <a:pt x="4251" y="262"/>
                    <a:pt x="4417" y="262"/>
                  </a:cubicBezTo>
                  <a:close/>
                  <a:moveTo>
                    <a:pt x="2882" y="2155"/>
                  </a:moveTo>
                  <a:cubicBezTo>
                    <a:pt x="2927" y="2488"/>
                    <a:pt x="3212" y="2686"/>
                    <a:pt x="3503" y="2686"/>
                  </a:cubicBezTo>
                  <a:cubicBezTo>
                    <a:pt x="3670" y="2686"/>
                    <a:pt x="3839" y="2620"/>
                    <a:pt x="3965" y="2477"/>
                  </a:cubicBezTo>
                  <a:cubicBezTo>
                    <a:pt x="4090" y="2619"/>
                    <a:pt x="4260" y="2691"/>
                    <a:pt x="4431" y="2691"/>
                  </a:cubicBezTo>
                  <a:cubicBezTo>
                    <a:pt x="4602" y="2691"/>
                    <a:pt x="4775" y="2619"/>
                    <a:pt x="4906" y="2477"/>
                  </a:cubicBezTo>
                  <a:cubicBezTo>
                    <a:pt x="5001" y="2596"/>
                    <a:pt x="5168" y="2691"/>
                    <a:pt x="5346" y="2691"/>
                  </a:cubicBezTo>
                  <a:cubicBezTo>
                    <a:pt x="5275" y="2750"/>
                    <a:pt x="5203" y="2822"/>
                    <a:pt x="5120" y="2893"/>
                  </a:cubicBezTo>
                  <a:lnTo>
                    <a:pt x="2227" y="2893"/>
                  </a:lnTo>
                  <a:lnTo>
                    <a:pt x="2227" y="2155"/>
                  </a:lnTo>
                  <a:close/>
                  <a:moveTo>
                    <a:pt x="8370" y="2155"/>
                  </a:moveTo>
                  <a:lnTo>
                    <a:pt x="8370" y="2893"/>
                  </a:lnTo>
                  <a:lnTo>
                    <a:pt x="7870" y="2893"/>
                  </a:lnTo>
                  <a:lnTo>
                    <a:pt x="7870" y="2155"/>
                  </a:lnTo>
                  <a:close/>
                  <a:moveTo>
                    <a:pt x="9906" y="2798"/>
                  </a:moveTo>
                  <a:lnTo>
                    <a:pt x="10228" y="2977"/>
                  </a:lnTo>
                  <a:cubicBezTo>
                    <a:pt x="10287" y="2989"/>
                    <a:pt x="10287" y="3072"/>
                    <a:pt x="10228" y="3108"/>
                  </a:cubicBezTo>
                  <a:lnTo>
                    <a:pt x="9906" y="3286"/>
                  </a:lnTo>
                  <a:cubicBezTo>
                    <a:pt x="9835" y="3131"/>
                    <a:pt x="9835" y="2941"/>
                    <a:pt x="9906" y="2798"/>
                  </a:cubicBezTo>
                  <a:close/>
                  <a:moveTo>
                    <a:pt x="1917" y="2167"/>
                  </a:moveTo>
                  <a:lnTo>
                    <a:pt x="1917" y="3905"/>
                  </a:lnTo>
                  <a:lnTo>
                    <a:pt x="1298" y="3905"/>
                  </a:lnTo>
                  <a:lnTo>
                    <a:pt x="1298" y="2167"/>
                  </a:lnTo>
                  <a:close/>
                  <a:moveTo>
                    <a:pt x="4870" y="3227"/>
                  </a:moveTo>
                  <a:cubicBezTo>
                    <a:pt x="4834" y="3274"/>
                    <a:pt x="4751" y="3393"/>
                    <a:pt x="4715" y="3512"/>
                  </a:cubicBezTo>
                  <a:cubicBezTo>
                    <a:pt x="4656" y="3631"/>
                    <a:pt x="4596" y="3774"/>
                    <a:pt x="4596" y="3774"/>
                  </a:cubicBezTo>
                  <a:lnTo>
                    <a:pt x="4548" y="3905"/>
                  </a:lnTo>
                  <a:lnTo>
                    <a:pt x="2227" y="3905"/>
                  </a:lnTo>
                  <a:lnTo>
                    <a:pt x="2227" y="3227"/>
                  </a:lnTo>
                  <a:close/>
                  <a:moveTo>
                    <a:pt x="8370" y="3227"/>
                  </a:moveTo>
                  <a:lnTo>
                    <a:pt x="8370" y="3905"/>
                  </a:lnTo>
                  <a:lnTo>
                    <a:pt x="7775" y="3905"/>
                  </a:lnTo>
                  <a:cubicBezTo>
                    <a:pt x="7882" y="3548"/>
                    <a:pt x="7870" y="3286"/>
                    <a:pt x="7870" y="3227"/>
                  </a:cubicBezTo>
                  <a:close/>
                  <a:moveTo>
                    <a:pt x="7109" y="843"/>
                  </a:moveTo>
                  <a:cubicBezTo>
                    <a:pt x="7144" y="843"/>
                    <a:pt x="7181" y="849"/>
                    <a:pt x="7215" y="857"/>
                  </a:cubicBezTo>
                  <a:cubicBezTo>
                    <a:pt x="7358" y="905"/>
                    <a:pt x="7477" y="1024"/>
                    <a:pt x="7525" y="1167"/>
                  </a:cubicBezTo>
                  <a:cubicBezTo>
                    <a:pt x="7549" y="1286"/>
                    <a:pt x="7537" y="1393"/>
                    <a:pt x="7537" y="1524"/>
                  </a:cubicBezTo>
                  <a:cubicBezTo>
                    <a:pt x="7537" y="3370"/>
                    <a:pt x="7585" y="3489"/>
                    <a:pt x="7454" y="3870"/>
                  </a:cubicBezTo>
                  <a:cubicBezTo>
                    <a:pt x="7394" y="4024"/>
                    <a:pt x="7311" y="4179"/>
                    <a:pt x="7215" y="4322"/>
                  </a:cubicBezTo>
                  <a:lnTo>
                    <a:pt x="4751" y="4322"/>
                  </a:lnTo>
                  <a:cubicBezTo>
                    <a:pt x="4846" y="3786"/>
                    <a:pt x="5156" y="3250"/>
                    <a:pt x="5537" y="2941"/>
                  </a:cubicBezTo>
                  <a:cubicBezTo>
                    <a:pt x="5763" y="2750"/>
                    <a:pt x="6108" y="2560"/>
                    <a:pt x="6465" y="2453"/>
                  </a:cubicBezTo>
                  <a:cubicBezTo>
                    <a:pt x="6763" y="2381"/>
                    <a:pt x="6799" y="2405"/>
                    <a:pt x="6870" y="2346"/>
                  </a:cubicBezTo>
                  <a:cubicBezTo>
                    <a:pt x="6894" y="2322"/>
                    <a:pt x="6894" y="2298"/>
                    <a:pt x="6918" y="2286"/>
                  </a:cubicBezTo>
                  <a:cubicBezTo>
                    <a:pt x="6930" y="2238"/>
                    <a:pt x="6930" y="2203"/>
                    <a:pt x="6930" y="2167"/>
                  </a:cubicBezTo>
                  <a:lnTo>
                    <a:pt x="6930" y="988"/>
                  </a:lnTo>
                  <a:cubicBezTo>
                    <a:pt x="6930" y="964"/>
                    <a:pt x="6942" y="929"/>
                    <a:pt x="6954" y="905"/>
                  </a:cubicBezTo>
                  <a:cubicBezTo>
                    <a:pt x="6991" y="860"/>
                    <a:pt x="7048" y="843"/>
                    <a:pt x="7109" y="843"/>
                  </a:cubicBezTo>
                  <a:close/>
                  <a:moveTo>
                    <a:pt x="4453" y="4227"/>
                  </a:moveTo>
                  <a:cubicBezTo>
                    <a:pt x="4453" y="4251"/>
                    <a:pt x="4441" y="4286"/>
                    <a:pt x="4441" y="4322"/>
                  </a:cubicBezTo>
                  <a:lnTo>
                    <a:pt x="3548" y="4322"/>
                  </a:lnTo>
                  <a:cubicBezTo>
                    <a:pt x="3489" y="4322"/>
                    <a:pt x="3441" y="4322"/>
                    <a:pt x="3405" y="4346"/>
                  </a:cubicBezTo>
                  <a:cubicBezTo>
                    <a:pt x="3370" y="4298"/>
                    <a:pt x="3358" y="4262"/>
                    <a:pt x="3322" y="4227"/>
                  </a:cubicBezTo>
                  <a:close/>
                  <a:moveTo>
                    <a:pt x="3489" y="0"/>
                  </a:moveTo>
                  <a:cubicBezTo>
                    <a:pt x="3144" y="0"/>
                    <a:pt x="2858" y="274"/>
                    <a:pt x="2858" y="619"/>
                  </a:cubicBezTo>
                  <a:lnTo>
                    <a:pt x="2858" y="1905"/>
                  </a:lnTo>
                  <a:lnTo>
                    <a:pt x="1167" y="1905"/>
                  </a:lnTo>
                  <a:cubicBezTo>
                    <a:pt x="750" y="1905"/>
                    <a:pt x="357" y="2107"/>
                    <a:pt x="155" y="2465"/>
                  </a:cubicBezTo>
                  <a:cubicBezTo>
                    <a:pt x="107" y="2536"/>
                    <a:pt x="143" y="2643"/>
                    <a:pt x="215" y="2691"/>
                  </a:cubicBezTo>
                  <a:cubicBezTo>
                    <a:pt x="237" y="2706"/>
                    <a:pt x="263" y="2713"/>
                    <a:pt x="289" y="2713"/>
                  </a:cubicBezTo>
                  <a:cubicBezTo>
                    <a:pt x="347" y="2713"/>
                    <a:pt x="408" y="2680"/>
                    <a:pt x="441" y="2631"/>
                  </a:cubicBezTo>
                  <a:cubicBezTo>
                    <a:pt x="572" y="2417"/>
                    <a:pt x="762" y="2274"/>
                    <a:pt x="1000" y="2227"/>
                  </a:cubicBezTo>
                  <a:lnTo>
                    <a:pt x="1000" y="3941"/>
                  </a:lnTo>
                  <a:cubicBezTo>
                    <a:pt x="631" y="3846"/>
                    <a:pt x="334" y="3536"/>
                    <a:pt x="322" y="3155"/>
                  </a:cubicBezTo>
                  <a:cubicBezTo>
                    <a:pt x="322" y="3060"/>
                    <a:pt x="238" y="3000"/>
                    <a:pt x="155" y="3000"/>
                  </a:cubicBezTo>
                  <a:cubicBezTo>
                    <a:pt x="60" y="3000"/>
                    <a:pt x="0" y="3072"/>
                    <a:pt x="0" y="3167"/>
                  </a:cubicBezTo>
                  <a:cubicBezTo>
                    <a:pt x="48" y="3762"/>
                    <a:pt x="536" y="4239"/>
                    <a:pt x="1131" y="4286"/>
                  </a:cubicBezTo>
                  <a:lnTo>
                    <a:pt x="3001" y="4286"/>
                  </a:lnTo>
                  <a:cubicBezTo>
                    <a:pt x="3024" y="4370"/>
                    <a:pt x="3072" y="4465"/>
                    <a:pt x="3120" y="4536"/>
                  </a:cubicBezTo>
                  <a:cubicBezTo>
                    <a:pt x="2941" y="4667"/>
                    <a:pt x="2834" y="4882"/>
                    <a:pt x="2834" y="5120"/>
                  </a:cubicBezTo>
                  <a:lnTo>
                    <a:pt x="2834" y="5632"/>
                  </a:lnTo>
                  <a:cubicBezTo>
                    <a:pt x="2834" y="6025"/>
                    <a:pt x="3144" y="6346"/>
                    <a:pt x="3536" y="6370"/>
                  </a:cubicBezTo>
                  <a:lnTo>
                    <a:pt x="3536" y="8704"/>
                  </a:lnTo>
                  <a:cubicBezTo>
                    <a:pt x="3536" y="8787"/>
                    <a:pt x="3608" y="8870"/>
                    <a:pt x="3691" y="8870"/>
                  </a:cubicBezTo>
                  <a:cubicBezTo>
                    <a:pt x="3786" y="8870"/>
                    <a:pt x="3858" y="8787"/>
                    <a:pt x="3858" y="8704"/>
                  </a:cubicBezTo>
                  <a:lnTo>
                    <a:pt x="3858" y="6310"/>
                  </a:lnTo>
                  <a:lnTo>
                    <a:pt x="5001" y="6310"/>
                  </a:lnTo>
                  <a:cubicBezTo>
                    <a:pt x="5096" y="6310"/>
                    <a:pt x="5168" y="6227"/>
                    <a:pt x="5168" y="6144"/>
                  </a:cubicBezTo>
                  <a:cubicBezTo>
                    <a:pt x="5168" y="6048"/>
                    <a:pt x="5096" y="5977"/>
                    <a:pt x="5001" y="5977"/>
                  </a:cubicBezTo>
                  <a:lnTo>
                    <a:pt x="3548" y="5977"/>
                  </a:lnTo>
                  <a:cubicBezTo>
                    <a:pt x="3334" y="5965"/>
                    <a:pt x="3155" y="5786"/>
                    <a:pt x="3155" y="5572"/>
                  </a:cubicBezTo>
                  <a:lnTo>
                    <a:pt x="3155" y="5048"/>
                  </a:lnTo>
                  <a:cubicBezTo>
                    <a:pt x="3155" y="4917"/>
                    <a:pt x="3215" y="4798"/>
                    <a:pt x="3322" y="4727"/>
                  </a:cubicBezTo>
                  <a:cubicBezTo>
                    <a:pt x="3394" y="4667"/>
                    <a:pt x="3489" y="4632"/>
                    <a:pt x="3572" y="4632"/>
                  </a:cubicBezTo>
                  <a:lnTo>
                    <a:pt x="7215" y="4632"/>
                  </a:lnTo>
                  <a:cubicBezTo>
                    <a:pt x="7275" y="4632"/>
                    <a:pt x="7311" y="4655"/>
                    <a:pt x="7358" y="4667"/>
                  </a:cubicBezTo>
                  <a:lnTo>
                    <a:pt x="7370" y="4667"/>
                  </a:lnTo>
                  <a:cubicBezTo>
                    <a:pt x="7525" y="4727"/>
                    <a:pt x="7608" y="4870"/>
                    <a:pt x="7608" y="5036"/>
                  </a:cubicBezTo>
                  <a:lnTo>
                    <a:pt x="7608" y="5560"/>
                  </a:lnTo>
                  <a:cubicBezTo>
                    <a:pt x="7608" y="5786"/>
                    <a:pt x="7430" y="5977"/>
                    <a:pt x="7192" y="5977"/>
                  </a:cubicBezTo>
                  <a:lnTo>
                    <a:pt x="5620" y="5977"/>
                  </a:lnTo>
                  <a:cubicBezTo>
                    <a:pt x="5525" y="5977"/>
                    <a:pt x="5453" y="6048"/>
                    <a:pt x="5453" y="6144"/>
                  </a:cubicBezTo>
                  <a:cubicBezTo>
                    <a:pt x="5453" y="6227"/>
                    <a:pt x="5525" y="6298"/>
                    <a:pt x="5620" y="6298"/>
                  </a:cubicBezTo>
                  <a:lnTo>
                    <a:pt x="6751" y="6298"/>
                  </a:lnTo>
                  <a:lnTo>
                    <a:pt x="6751" y="6751"/>
                  </a:lnTo>
                  <a:cubicBezTo>
                    <a:pt x="6751" y="6834"/>
                    <a:pt x="6823" y="6918"/>
                    <a:pt x="6918" y="6918"/>
                  </a:cubicBezTo>
                  <a:cubicBezTo>
                    <a:pt x="7001" y="6918"/>
                    <a:pt x="7073" y="6834"/>
                    <a:pt x="7073" y="6751"/>
                  </a:cubicBezTo>
                  <a:lnTo>
                    <a:pt x="7073" y="6298"/>
                  </a:lnTo>
                  <a:lnTo>
                    <a:pt x="7215" y="6298"/>
                  </a:lnTo>
                  <a:cubicBezTo>
                    <a:pt x="7608" y="6298"/>
                    <a:pt x="7942" y="5977"/>
                    <a:pt x="7942" y="5572"/>
                  </a:cubicBezTo>
                  <a:lnTo>
                    <a:pt x="7942" y="5048"/>
                  </a:lnTo>
                  <a:cubicBezTo>
                    <a:pt x="7942" y="4786"/>
                    <a:pt x="7787" y="4560"/>
                    <a:pt x="7585" y="4429"/>
                  </a:cubicBezTo>
                  <a:lnTo>
                    <a:pt x="7585" y="4393"/>
                  </a:lnTo>
                  <a:cubicBezTo>
                    <a:pt x="7608" y="4334"/>
                    <a:pt x="7644" y="4298"/>
                    <a:pt x="7668" y="4239"/>
                  </a:cubicBezTo>
                  <a:lnTo>
                    <a:pt x="8561" y="4239"/>
                  </a:lnTo>
                  <a:cubicBezTo>
                    <a:pt x="8728" y="4239"/>
                    <a:pt x="8894" y="4191"/>
                    <a:pt x="9037" y="4120"/>
                  </a:cubicBezTo>
                  <a:cubicBezTo>
                    <a:pt x="9073" y="4096"/>
                    <a:pt x="9263" y="4001"/>
                    <a:pt x="10394" y="3405"/>
                  </a:cubicBezTo>
                  <a:cubicBezTo>
                    <a:pt x="10621" y="3250"/>
                    <a:pt x="10668" y="2929"/>
                    <a:pt x="10466" y="2750"/>
                  </a:cubicBezTo>
                  <a:cubicBezTo>
                    <a:pt x="10394" y="2691"/>
                    <a:pt x="10383" y="2691"/>
                    <a:pt x="9918" y="2453"/>
                  </a:cubicBezTo>
                  <a:lnTo>
                    <a:pt x="9632" y="2298"/>
                  </a:lnTo>
                  <a:cubicBezTo>
                    <a:pt x="9610" y="2287"/>
                    <a:pt x="9585" y="2282"/>
                    <a:pt x="9559" y="2282"/>
                  </a:cubicBezTo>
                  <a:cubicBezTo>
                    <a:pt x="9503" y="2282"/>
                    <a:pt x="9446" y="2308"/>
                    <a:pt x="9430" y="2357"/>
                  </a:cubicBezTo>
                  <a:cubicBezTo>
                    <a:pt x="9382" y="2441"/>
                    <a:pt x="9418" y="2536"/>
                    <a:pt x="9490" y="2572"/>
                  </a:cubicBezTo>
                  <a:lnTo>
                    <a:pt x="9621" y="2643"/>
                  </a:lnTo>
                  <a:cubicBezTo>
                    <a:pt x="9490" y="2881"/>
                    <a:pt x="9490" y="3179"/>
                    <a:pt x="9621" y="3429"/>
                  </a:cubicBezTo>
                  <a:lnTo>
                    <a:pt x="8882" y="3834"/>
                  </a:lnTo>
                  <a:cubicBezTo>
                    <a:pt x="8823" y="3870"/>
                    <a:pt x="8763" y="3893"/>
                    <a:pt x="8680" y="3905"/>
                  </a:cubicBezTo>
                  <a:lnTo>
                    <a:pt x="8680" y="2203"/>
                  </a:lnTo>
                  <a:cubicBezTo>
                    <a:pt x="8823" y="2227"/>
                    <a:pt x="8894" y="2274"/>
                    <a:pt x="8942" y="2298"/>
                  </a:cubicBezTo>
                  <a:cubicBezTo>
                    <a:pt x="8966" y="2314"/>
                    <a:pt x="8995" y="2322"/>
                    <a:pt x="9023" y="2322"/>
                  </a:cubicBezTo>
                  <a:cubicBezTo>
                    <a:pt x="9077" y="2322"/>
                    <a:pt x="9129" y="2293"/>
                    <a:pt x="9144" y="2238"/>
                  </a:cubicBezTo>
                  <a:cubicBezTo>
                    <a:pt x="9192" y="2167"/>
                    <a:pt x="9156" y="2060"/>
                    <a:pt x="9085" y="2036"/>
                  </a:cubicBezTo>
                  <a:lnTo>
                    <a:pt x="9025" y="2000"/>
                  </a:lnTo>
                  <a:cubicBezTo>
                    <a:pt x="8882" y="1929"/>
                    <a:pt x="8716" y="1881"/>
                    <a:pt x="8549" y="1881"/>
                  </a:cubicBezTo>
                  <a:lnTo>
                    <a:pt x="7882" y="1881"/>
                  </a:lnTo>
                  <a:lnTo>
                    <a:pt x="7882" y="1345"/>
                  </a:lnTo>
                  <a:cubicBezTo>
                    <a:pt x="7882" y="1048"/>
                    <a:pt x="7704" y="750"/>
                    <a:pt x="7370" y="619"/>
                  </a:cubicBezTo>
                  <a:cubicBezTo>
                    <a:pt x="7297" y="590"/>
                    <a:pt x="7200" y="569"/>
                    <a:pt x="7107" y="569"/>
                  </a:cubicBezTo>
                  <a:cubicBezTo>
                    <a:pt x="7049" y="569"/>
                    <a:pt x="6992" y="577"/>
                    <a:pt x="6942" y="595"/>
                  </a:cubicBezTo>
                  <a:cubicBezTo>
                    <a:pt x="6930" y="262"/>
                    <a:pt x="6656" y="0"/>
                    <a:pt x="6322" y="0"/>
                  </a:cubicBezTo>
                  <a:lnTo>
                    <a:pt x="6299" y="0"/>
                  </a:lnTo>
                  <a:cubicBezTo>
                    <a:pt x="6120" y="0"/>
                    <a:pt x="5965" y="71"/>
                    <a:pt x="5846" y="202"/>
                  </a:cubicBezTo>
                  <a:cubicBezTo>
                    <a:pt x="5727" y="71"/>
                    <a:pt x="5560" y="0"/>
                    <a:pt x="5382" y="0"/>
                  </a:cubicBezTo>
                  <a:lnTo>
                    <a:pt x="5370" y="0"/>
                  </a:lnTo>
                  <a:cubicBezTo>
                    <a:pt x="5191" y="0"/>
                    <a:pt x="5025" y="71"/>
                    <a:pt x="4906" y="202"/>
                  </a:cubicBezTo>
                  <a:cubicBezTo>
                    <a:pt x="4787" y="71"/>
                    <a:pt x="4620" y="0"/>
                    <a:pt x="4441" y="0"/>
                  </a:cubicBezTo>
                  <a:lnTo>
                    <a:pt x="4429" y="0"/>
                  </a:lnTo>
                  <a:cubicBezTo>
                    <a:pt x="4251" y="0"/>
                    <a:pt x="4084" y="71"/>
                    <a:pt x="3965" y="202"/>
                  </a:cubicBezTo>
                  <a:cubicBezTo>
                    <a:pt x="3846" y="71"/>
                    <a:pt x="3679" y="0"/>
                    <a:pt x="350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8" name="Google Shape;12368;p65">
              <a:extLst>
                <a:ext uri="{FF2B5EF4-FFF2-40B4-BE49-F238E27FC236}">
                  <a16:creationId xmlns:a16="http://schemas.microsoft.com/office/drawing/2014/main" id="{985677B0-8E9A-209C-86CB-9B16525A6F83}"/>
                </a:ext>
              </a:extLst>
            </p:cNvPr>
            <p:cNvSpPr/>
            <p:nvPr/>
          </p:nvSpPr>
          <p:spPr>
            <a:xfrm>
              <a:off x="3819385" y="3493258"/>
              <a:ext cx="32" cy="32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9" name="Google Shape;12369;p65">
              <a:extLst>
                <a:ext uri="{FF2B5EF4-FFF2-40B4-BE49-F238E27FC236}">
                  <a16:creationId xmlns:a16="http://schemas.microsoft.com/office/drawing/2014/main" id="{210BD3D3-7453-A6B3-0D82-010E07CA8A11}"/>
                </a:ext>
              </a:extLst>
            </p:cNvPr>
            <p:cNvSpPr/>
            <p:nvPr/>
          </p:nvSpPr>
          <p:spPr>
            <a:xfrm>
              <a:off x="3644044" y="3592490"/>
              <a:ext cx="112494" cy="106420"/>
            </a:xfrm>
            <a:custGeom>
              <a:avLst/>
              <a:gdLst/>
              <a:ahLst/>
              <a:cxnLst/>
              <a:rect l="l" t="t" r="r" b="b"/>
              <a:pathLst>
                <a:path w="3537" h="3346" extrusionOk="0">
                  <a:moveTo>
                    <a:pt x="3382" y="0"/>
                  </a:moveTo>
                  <a:cubicBezTo>
                    <a:pt x="3299" y="0"/>
                    <a:pt x="3227" y="72"/>
                    <a:pt x="3227" y="167"/>
                  </a:cubicBezTo>
                  <a:lnTo>
                    <a:pt x="3227" y="2798"/>
                  </a:lnTo>
                  <a:cubicBezTo>
                    <a:pt x="3227" y="2929"/>
                    <a:pt x="3120" y="3036"/>
                    <a:pt x="2989" y="3036"/>
                  </a:cubicBezTo>
                  <a:lnTo>
                    <a:pt x="572" y="3036"/>
                  </a:lnTo>
                  <a:cubicBezTo>
                    <a:pt x="441" y="3036"/>
                    <a:pt x="334" y="2929"/>
                    <a:pt x="334" y="2798"/>
                  </a:cubicBezTo>
                  <a:lnTo>
                    <a:pt x="334" y="2060"/>
                  </a:lnTo>
                  <a:cubicBezTo>
                    <a:pt x="334" y="1965"/>
                    <a:pt x="263" y="1893"/>
                    <a:pt x="167" y="1893"/>
                  </a:cubicBezTo>
                  <a:cubicBezTo>
                    <a:pt x="84" y="1893"/>
                    <a:pt x="1" y="1965"/>
                    <a:pt x="1" y="2060"/>
                  </a:cubicBezTo>
                  <a:lnTo>
                    <a:pt x="1" y="2798"/>
                  </a:lnTo>
                  <a:cubicBezTo>
                    <a:pt x="1" y="3108"/>
                    <a:pt x="263" y="3346"/>
                    <a:pt x="560" y="3346"/>
                  </a:cubicBezTo>
                  <a:lnTo>
                    <a:pt x="2989" y="3346"/>
                  </a:lnTo>
                  <a:cubicBezTo>
                    <a:pt x="3299" y="3346"/>
                    <a:pt x="3537" y="3096"/>
                    <a:pt x="3537" y="2798"/>
                  </a:cubicBezTo>
                  <a:lnTo>
                    <a:pt x="3537" y="167"/>
                  </a:lnTo>
                  <a:cubicBezTo>
                    <a:pt x="3537" y="60"/>
                    <a:pt x="3465" y="0"/>
                    <a:pt x="3382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10" name="Google Shape;12350;p65">
            <a:extLst>
              <a:ext uri="{FF2B5EF4-FFF2-40B4-BE49-F238E27FC236}">
                <a16:creationId xmlns:a16="http://schemas.microsoft.com/office/drawing/2014/main" id="{76F0DDAA-8AF0-4A86-6B9E-9271A60B2206}"/>
              </a:ext>
            </a:extLst>
          </p:cNvPr>
          <p:cNvGrpSpPr/>
          <p:nvPr/>
        </p:nvGrpSpPr>
        <p:grpSpPr>
          <a:xfrm>
            <a:off x="7972595" y="3923078"/>
            <a:ext cx="490994" cy="518289"/>
            <a:chOff x="3441065" y="4302505"/>
            <a:chExt cx="337069" cy="302592"/>
          </a:xfrm>
        </p:grpSpPr>
        <p:sp>
          <p:nvSpPr>
            <p:cNvPr id="1611" name="Google Shape;12351;p65">
              <a:extLst>
                <a:ext uri="{FF2B5EF4-FFF2-40B4-BE49-F238E27FC236}">
                  <a16:creationId xmlns:a16="http://schemas.microsoft.com/office/drawing/2014/main" id="{5F8BB09E-1E7D-C500-55EA-050F024A2BA7}"/>
                </a:ext>
              </a:extLst>
            </p:cNvPr>
            <p:cNvSpPr/>
            <p:nvPr/>
          </p:nvSpPr>
          <p:spPr>
            <a:xfrm>
              <a:off x="3441065" y="4366941"/>
              <a:ext cx="337069" cy="173655"/>
            </a:xfrm>
            <a:custGeom>
              <a:avLst/>
              <a:gdLst/>
              <a:ahLst/>
              <a:cxnLst/>
              <a:rect l="l" t="t" r="r" b="b"/>
              <a:pathLst>
                <a:path w="10598" h="5460" extrusionOk="0">
                  <a:moveTo>
                    <a:pt x="5062" y="1"/>
                  </a:moveTo>
                  <a:cubicBezTo>
                    <a:pt x="3977" y="1"/>
                    <a:pt x="2891" y="303"/>
                    <a:pt x="1834" y="951"/>
                  </a:cubicBezTo>
                  <a:cubicBezTo>
                    <a:pt x="1001" y="1463"/>
                    <a:pt x="418" y="2058"/>
                    <a:pt x="156" y="2368"/>
                  </a:cubicBezTo>
                  <a:cubicBezTo>
                    <a:pt x="1" y="2546"/>
                    <a:pt x="1" y="2808"/>
                    <a:pt x="168" y="2987"/>
                  </a:cubicBezTo>
                  <a:cubicBezTo>
                    <a:pt x="1001" y="3844"/>
                    <a:pt x="1870" y="4475"/>
                    <a:pt x="2739" y="4892"/>
                  </a:cubicBezTo>
                  <a:cubicBezTo>
                    <a:pt x="2763" y="4916"/>
                    <a:pt x="2787" y="4916"/>
                    <a:pt x="2823" y="4916"/>
                  </a:cubicBezTo>
                  <a:cubicBezTo>
                    <a:pt x="2977" y="4916"/>
                    <a:pt x="3037" y="4689"/>
                    <a:pt x="2894" y="4618"/>
                  </a:cubicBezTo>
                  <a:cubicBezTo>
                    <a:pt x="2049" y="4213"/>
                    <a:pt x="1215" y="3582"/>
                    <a:pt x="406" y="2773"/>
                  </a:cubicBezTo>
                  <a:cubicBezTo>
                    <a:pt x="346" y="2713"/>
                    <a:pt x="346" y="2630"/>
                    <a:pt x="406" y="2570"/>
                  </a:cubicBezTo>
                  <a:cubicBezTo>
                    <a:pt x="799" y="2130"/>
                    <a:pt x="2061" y="868"/>
                    <a:pt x="3918" y="451"/>
                  </a:cubicBezTo>
                  <a:lnTo>
                    <a:pt x="3918" y="451"/>
                  </a:lnTo>
                  <a:cubicBezTo>
                    <a:pt x="3561" y="665"/>
                    <a:pt x="3263" y="963"/>
                    <a:pt x="3025" y="1320"/>
                  </a:cubicBezTo>
                  <a:cubicBezTo>
                    <a:pt x="2977" y="1403"/>
                    <a:pt x="3001" y="1487"/>
                    <a:pt x="3073" y="1534"/>
                  </a:cubicBezTo>
                  <a:cubicBezTo>
                    <a:pt x="3098" y="1551"/>
                    <a:pt x="3126" y="1559"/>
                    <a:pt x="3154" y="1559"/>
                  </a:cubicBezTo>
                  <a:cubicBezTo>
                    <a:pt x="3204" y="1559"/>
                    <a:pt x="3252" y="1533"/>
                    <a:pt x="3275" y="1487"/>
                  </a:cubicBezTo>
                  <a:cubicBezTo>
                    <a:pt x="3728" y="772"/>
                    <a:pt x="4490" y="367"/>
                    <a:pt x="5299" y="367"/>
                  </a:cubicBezTo>
                  <a:cubicBezTo>
                    <a:pt x="6609" y="367"/>
                    <a:pt x="7680" y="1439"/>
                    <a:pt x="7680" y="2749"/>
                  </a:cubicBezTo>
                  <a:cubicBezTo>
                    <a:pt x="7680" y="3820"/>
                    <a:pt x="6954" y="4773"/>
                    <a:pt x="5930" y="5047"/>
                  </a:cubicBezTo>
                  <a:cubicBezTo>
                    <a:pt x="5720" y="5103"/>
                    <a:pt x="5510" y="5130"/>
                    <a:pt x="5305" y="5130"/>
                  </a:cubicBezTo>
                  <a:cubicBezTo>
                    <a:pt x="4250" y="5130"/>
                    <a:pt x="3302" y="4424"/>
                    <a:pt x="3013" y="3368"/>
                  </a:cubicBezTo>
                  <a:cubicBezTo>
                    <a:pt x="2954" y="3154"/>
                    <a:pt x="2918" y="2951"/>
                    <a:pt x="2918" y="2737"/>
                  </a:cubicBezTo>
                  <a:cubicBezTo>
                    <a:pt x="2918" y="2487"/>
                    <a:pt x="2966" y="2249"/>
                    <a:pt x="3037" y="2011"/>
                  </a:cubicBezTo>
                  <a:cubicBezTo>
                    <a:pt x="3073" y="1915"/>
                    <a:pt x="3025" y="1844"/>
                    <a:pt x="2942" y="1820"/>
                  </a:cubicBezTo>
                  <a:cubicBezTo>
                    <a:pt x="2920" y="1812"/>
                    <a:pt x="2899" y="1808"/>
                    <a:pt x="2880" y="1808"/>
                  </a:cubicBezTo>
                  <a:cubicBezTo>
                    <a:pt x="2816" y="1808"/>
                    <a:pt x="2767" y="1851"/>
                    <a:pt x="2739" y="1915"/>
                  </a:cubicBezTo>
                  <a:cubicBezTo>
                    <a:pt x="2656" y="2189"/>
                    <a:pt x="2608" y="2475"/>
                    <a:pt x="2608" y="2737"/>
                  </a:cubicBezTo>
                  <a:cubicBezTo>
                    <a:pt x="2608" y="2975"/>
                    <a:pt x="2644" y="3213"/>
                    <a:pt x="2704" y="3439"/>
                  </a:cubicBezTo>
                  <a:cubicBezTo>
                    <a:pt x="2858" y="4058"/>
                    <a:pt x="3251" y="4582"/>
                    <a:pt x="3739" y="4928"/>
                  </a:cubicBezTo>
                  <a:cubicBezTo>
                    <a:pt x="3632" y="4892"/>
                    <a:pt x="3549" y="4868"/>
                    <a:pt x="3442" y="4820"/>
                  </a:cubicBezTo>
                  <a:cubicBezTo>
                    <a:pt x="3427" y="4816"/>
                    <a:pt x="3412" y="4813"/>
                    <a:pt x="3396" y="4813"/>
                  </a:cubicBezTo>
                  <a:cubicBezTo>
                    <a:pt x="3334" y="4813"/>
                    <a:pt x="3270" y="4849"/>
                    <a:pt x="3251" y="4916"/>
                  </a:cubicBezTo>
                  <a:cubicBezTo>
                    <a:pt x="3216" y="4987"/>
                    <a:pt x="3263" y="5070"/>
                    <a:pt x="3335" y="5106"/>
                  </a:cubicBezTo>
                  <a:cubicBezTo>
                    <a:pt x="3996" y="5346"/>
                    <a:pt x="4652" y="5460"/>
                    <a:pt x="5299" y="5460"/>
                  </a:cubicBezTo>
                  <a:cubicBezTo>
                    <a:pt x="6446" y="5460"/>
                    <a:pt x="7563" y="5103"/>
                    <a:pt x="8621" y="4463"/>
                  </a:cubicBezTo>
                  <a:cubicBezTo>
                    <a:pt x="9502" y="3927"/>
                    <a:pt x="10145" y="3308"/>
                    <a:pt x="10443" y="2975"/>
                  </a:cubicBezTo>
                  <a:cubicBezTo>
                    <a:pt x="10597" y="2808"/>
                    <a:pt x="10586" y="2511"/>
                    <a:pt x="10395" y="2356"/>
                  </a:cubicBezTo>
                  <a:cubicBezTo>
                    <a:pt x="10062" y="2058"/>
                    <a:pt x="9728" y="1784"/>
                    <a:pt x="9383" y="1546"/>
                  </a:cubicBezTo>
                  <a:cubicBezTo>
                    <a:pt x="9357" y="1529"/>
                    <a:pt x="9327" y="1521"/>
                    <a:pt x="9298" y="1521"/>
                  </a:cubicBezTo>
                  <a:cubicBezTo>
                    <a:pt x="9246" y="1521"/>
                    <a:pt x="9194" y="1544"/>
                    <a:pt x="9157" y="1582"/>
                  </a:cubicBezTo>
                  <a:cubicBezTo>
                    <a:pt x="9109" y="1653"/>
                    <a:pt x="9133" y="1737"/>
                    <a:pt x="9192" y="1796"/>
                  </a:cubicBezTo>
                  <a:cubicBezTo>
                    <a:pt x="9514" y="2034"/>
                    <a:pt x="9847" y="2296"/>
                    <a:pt x="10169" y="2594"/>
                  </a:cubicBezTo>
                  <a:cubicBezTo>
                    <a:pt x="10228" y="2653"/>
                    <a:pt x="10228" y="2737"/>
                    <a:pt x="10181" y="2796"/>
                  </a:cubicBezTo>
                  <a:cubicBezTo>
                    <a:pt x="9788" y="3225"/>
                    <a:pt x="8550" y="4439"/>
                    <a:pt x="6835" y="4939"/>
                  </a:cubicBezTo>
                  <a:cubicBezTo>
                    <a:pt x="8311" y="3904"/>
                    <a:pt x="8359" y="1737"/>
                    <a:pt x="6954" y="629"/>
                  </a:cubicBezTo>
                  <a:lnTo>
                    <a:pt x="6954" y="629"/>
                  </a:lnTo>
                  <a:cubicBezTo>
                    <a:pt x="7538" y="820"/>
                    <a:pt x="8121" y="1106"/>
                    <a:pt x="8692" y="1463"/>
                  </a:cubicBezTo>
                  <a:cubicBezTo>
                    <a:pt x="8722" y="1476"/>
                    <a:pt x="8752" y="1482"/>
                    <a:pt x="8780" y="1482"/>
                  </a:cubicBezTo>
                  <a:cubicBezTo>
                    <a:pt x="8831" y="1482"/>
                    <a:pt x="8876" y="1461"/>
                    <a:pt x="8907" y="1415"/>
                  </a:cubicBezTo>
                  <a:cubicBezTo>
                    <a:pt x="8954" y="1344"/>
                    <a:pt x="8931" y="1249"/>
                    <a:pt x="8859" y="1201"/>
                  </a:cubicBezTo>
                  <a:cubicBezTo>
                    <a:pt x="7632" y="426"/>
                    <a:pt x="6348" y="1"/>
                    <a:pt x="5062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2" name="Google Shape;12352;p65">
              <a:extLst>
                <a:ext uri="{FF2B5EF4-FFF2-40B4-BE49-F238E27FC236}">
                  <a16:creationId xmlns:a16="http://schemas.microsoft.com/office/drawing/2014/main" id="{3B99AE67-896F-B89F-FE2E-3BEBC1DF29AE}"/>
                </a:ext>
              </a:extLst>
            </p:cNvPr>
            <p:cNvSpPr/>
            <p:nvPr/>
          </p:nvSpPr>
          <p:spPr>
            <a:xfrm>
              <a:off x="3572864" y="4423300"/>
              <a:ext cx="76141" cy="61479"/>
            </a:xfrm>
            <a:custGeom>
              <a:avLst/>
              <a:gdLst/>
              <a:ahLst/>
              <a:cxnLst/>
              <a:rect l="l" t="t" r="r" b="b"/>
              <a:pathLst>
                <a:path w="2394" h="1933" extrusionOk="0">
                  <a:moveTo>
                    <a:pt x="1143" y="0"/>
                  </a:moveTo>
                  <a:cubicBezTo>
                    <a:pt x="465" y="0"/>
                    <a:pt x="0" y="679"/>
                    <a:pt x="238" y="1322"/>
                  </a:cubicBezTo>
                  <a:cubicBezTo>
                    <a:pt x="258" y="1381"/>
                    <a:pt x="326" y="1423"/>
                    <a:pt x="396" y="1423"/>
                  </a:cubicBezTo>
                  <a:cubicBezTo>
                    <a:pt x="411" y="1423"/>
                    <a:pt x="426" y="1421"/>
                    <a:pt x="441" y="1417"/>
                  </a:cubicBezTo>
                  <a:cubicBezTo>
                    <a:pt x="524" y="1382"/>
                    <a:pt x="560" y="1298"/>
                    <a:pt x="536" y="1203"/>
                  </a:cubicBezTo>
                  <a:cubicBezTo>
                    <a:pt x="354" y="738"/>
                    <a:pt x="729" y="308"/>
                    <a:pt x="1156" y="308"/>
                  </a:cubicBezTo>
                  <a:cubicBezTo>
                    <a:pt x="1287" y="308"/>
                    <a:pt x="1422" y="349"/>
                    <a:pt x="1548" y="441"/>
                  </a:cubicBezTo>
                  <a:cubicBezTo>
                    <a:pt x="2036" y="822"/>
                    <a:pt x="1774" y="1620"/>
                    <a:pt x="1143" y="1620"/>
                  </a:cubicBezTo>
                  <a:cubicBezTo>
                    <a:pt x="1048" y="1620"/>
                    <a:pt x="953" y="1608"/>
                    <a:pt x="881" y="1560"/>
                  </a:cubicBezTo>
                  <a:cubicBezTo>
                    <a:pt x="860" y="1554"/>
                    <a:pt x="840" y="1551"/>
                    <a:pt x="819" y="1551"/>
                  </a:cubicBezTo>
                  <a:cubicBezTo>
                    <a:pt x="759" y="1551"/>
                    <a:pt x="703" y="1578"/>
                    <a:pt x="667" y="1632"/>
                  </a:cubicBezTo>
                  <a:cubicBezTo>
                    <a:pt x="643" y="1715"/>
                    <a:pt x="667" y="1798"/>
                    <a:pt x="738" y="1846"/>
                  </a:cubicBezTo>
                  <a:cubicBezTo>
                    <a:pt x="869" y="1904"/>
                    <a:pt x="1009" y="1933"/>
                    <a:pt x="1148" y="1933"/>
                  </a:cubicBezTo>
                  <a:cubicBezTo>
                    <a:pt x="1438" y="1933"/>
                    <a:pt x="1724" y="1806"/>
                    <a:pt x="1917" y="1548"/>
                  </a:cubicBezTo>
                  <a:cubicBezTo>
                    <a:pt x="2393" y="917"/>
                    <a:pt x="1965" y="0"/>
                    <a:pt x="11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3" name="Google Shape;12353;p65">
              <a:extLst>
                <a:ext uri="{FF2B5EF4-FFF2-40B4-BE49-F238E27FC236}">
                  <a16:creationId xmlns:a16="http://schemas.microsoft.com/office/drawing/2014/main" id="{9E8B28A3-9257-3EF2-A7D5-ACE0D94B80BF}"/>
                </a:ext>
              </a:extLst>
            </p:cNvPr>
            <p:cNvSpPr/>
            <p:nvPr/>
          </p:nvSpPr>
          <p:spPr>
            <a:xfrm>
              <a:off x="3619045" y="4394485"/>
              <a:ext cx="46626" cy="39088"/>
            </a:xfrm>
            <a:custGeom>
              <a:avLst/>
              <a:gdLst/>
              <a:ahLst/>
              <a:cxnLst/>
              <a:rect l="l" t="t" r="r" b="b"/>
              <a:pathLst>
                <a:path w="1466" h="1229" extrusionOk="0">
                  <a:moveTo>
                    <a:pt x="782" y="310"/>
                  </a:moveTo>
                  <a:cubicBezTo>
                    <a:pt x="917" y="310"/>
                    <a:pt x="1054" y="400"/>
                    <a:pt x="1096" y="549"/>
                  </a:cubicBezTo>
                  <a:cubicBezTo>
                    <a:pt x="1120" y="716"/>
                    <a:pt x="1013" y="871"/>
                    <a:pt x="858" y="906"/>
                  </a:cubicBezTo>
                  <a:cubicBezTo>
                    <a:pt x="834" y="912"/>
                    <a:pt x="810" y="914"/>
                    <a:pt x="788" y="914"/>
                  </a:cubicBezTo>
                  <a:cubicBezTo>
                    <a:pt x="553" y="914"/>
                    <a:pt x="406" y="648"/>
                    <a:pt x="537" y="442"/>
                  </a:cubicBezTo>
                  <a:cubicBezTo>
                    <a:pt x="599" y="351"/>
                    <a:pt x="690" y="310"/>
                    <a:pt x="782" y="310"/>
                  </a:cubicBezTo>
                  <a:close/>
                  <a:moveTo>
                    <a:pt x="791" y="1"/>
                  </a:moveTo>
                  <a:cubicBezTo>
                    <a:pt x="598" y="1"/>
                    <a:pt x="403" y="88"/>
                    <a:pt x="275" y="275"/>
                  </a:cubicBezTo>
                  <a:cubicBezTo>
                    <a:pt x="1" y="692"/>
                    <a:pt x="321" y="1229"/>
                    <a:pt x="792" y="1229"/>
                  </a:cubicBezTo>
                  <a:cubicBezTo>
                    <a:pt x="833" y="1229"/>
                    <a:pt x="875" y="1225"/>
                    <a:pt x="918" y="1216"/>
                  </a:cubicBezTo>
                  <a:cubicBezTo>
                    <a:pt x="1251" y="1145"/>
                    <a:pt x="1465" y="811"/>
                    <a:pt x="1394" y="490"/>
                  </a:cubicBezTo>
                  <a:cubicBezTo>
                    <a:pt x="1331" y="176"/>
                    <a:pt x="1064" y="1"/>
                    <a:pt x="791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4" name="Google Shape;12354;p65">
              <a:extLst>
                <a:ext uri="{FF2B5EF4-FFF2-40B4-BE49-F238E27FC236}">
                  <a16:creationId xmlns:a16="http://schemas.microsoft.com/office/drawing/2014/main" id="{ACBD9FAF-B9F2-BFED-C4C5-6F1ACE67AED7}"/>
                </a:ext>
              </a:extLst>
            </p:cNvPr>
            <p:cNvSpPr/>
            <p:nvPr/>
          </p:nvSpPr>
          <p:spPr>
            <a:xfrm>
              <a:off x="3604669" y="4302505"/>
              <a:ext cx="9860" cy="42046"/>
            </a:xfrm>
            <a:custGeom>
              <a:avLst/>
              <a:gdLst/>
              <a:ahLst/>
              <a:cxnLst/>
              <a:rect l="l" t="t" r="r" b="b"/>
              <a:pathLst>
                <a:path w="310" h="1322" extrusionOk="0">
                  <a:moveTo>
                    <a:pt x="143" y="0"/>
                  </a:moveTo>
                  <a:cubicBezTo>
                    <a:pt x="60" y="0"/>
                    <a:pt x="0" y="72"/>
                    <a:pt x="0" y="155"/>
                  </a:cubicBezTo>
                  <a:lnTo>
                    <a:pt x="0" y="1179"/>
                  </a:lnTo>
                  <a:cubicBezTo>
                    <a:pt x="0" y="1262"/>
                    <a:pt x="72" y="1322"/>
                    <a:pt x="143" y="1322"/>
                  </a:cubicBezTo>
                  <a:cubicBezTo>
                    <a:pt x="238" y="1322"/>
                    <a:pt x="298" y="1250"/>
                    <a:pt x="298" y="1179"/>
                  </a:cubicBezTo>
                  <a:lnTo>
                    <a:pt x="298" y="155"/>
                  </a:lnTo>
                  <a:cubicBezTo>
                    <a:pt x="310" y="72"/>
                    <a:pt x="238" y="0"/>
                    <a:pt x="14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5" name="Google Shape;12355;p65">
              <a:extLst>
                <a:ext uri="{FF2B5EF4-FFF2-40B4-BE49-F238E27FC236}">
                  <a16:creationId xmlns:a16="http://schemas.microsoft.com/office/drawing/2014/main" id="{DA8BCB94-E81F-5395-06CB-349FDA8BB592}"/>
                </a:ext>
              </a:extLst>
            </p:cNvPr>
            <p:cNvSpPr/>
            <p:nvPr/>
          </p:nvSpPr>
          <p:spPr>
            <a:xfrm>
              <a:off x="3528178" y="4315926"/>
              <a:ext cx="22359" cy="40742"/>
            </a:xfrm>
            <a:custGeom>
              <a:avLst/>
              <a:gdLst/>
              <a:ahLst/>
              <a:cxnLst/>
              <a:rect l="l" t="t" r="r" b="b"/>
              <a:pathLst>
                <a:path w="703" h="1281" extrusionOk="0">
                  <a:moveTo>
                    <a:pt x="163" y="1"/>
                  </a:moveTo>
                  <a:cubicBezTo>
                    <a:pt x="149" y="1"/>
                    <a:pt x="134" y="3"/>
                    <a:pt x="119" y="7"/>
                  </a:cubicBezTo>
                  <a:cubicBezTo>
                    <a:pt x="48" y="43"/>
                    <a:pt x="0" y="126"/>
                    <a:pt x="36" y="209"/>
                  </a:cubicBezTo>
                  <a:lnTo>
                    <a:pt x="393" y="1174"/>
                  </a:lnTo>
                  <a:cubicBezTo>
                    <a:pt x="417" y="1233"/>
                    <a:pt x="477" y="1281"/>
                    <a:pt x="536" y="1281"/>
                  </a:cubicBezTo>
                  <a:cubicBezTo>
                    <a:pt x="631" y="1281"/>
                    <a:pt x="703" y="1174"/>
                    <a:pt x="679" y="1067"/>
                  </a:cubicBezTo>
                  <a:lnTo>
                    <a:pt x="322" y="102"/>
                  </a:lnTo>
                  <a:cubicBezTo>
                    <a:pt x="292" y="43"/>
                    <a:pt x="231" y="1"/>
                    <a:pt x="163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6" name="Google Shape;12356;p65">
              <a:extLst>
                <a:ext uri="{FF2B5EF4-FFF2-40B4-BE49-F238E27FC236}">
                  <a16:creationId xmlns:a16="http://schemas.microsoft.com/office/drawing/2014/main" id="{5F1024A0-56EC-4904-5FAC-FE57AECB8D09}"/>
                </a:ext>
              </a:extLst>
            </p:cNvPr>
            <p:cNvSpPr/>
            <p:nvPr/>
          </p:nvSpPr>
          <p:spPr>
            <a:xfrm>
              <a:off x="3457730" y="4348590"/>
              <a:ext cx="32600" cy="35367"/>
            </a:xfrm>
            <a:custGeom>
              <a:avLst/>
              <a:gdLst/>
              <a:ahLst/>
              <a:cxnLst/>
              <a:rect l="l" t="t" r="r" b="b"/>
              <a:pathLst>
                <a:path w="1025" h="1112" extrusionOk="0">
                  <a:moveTo>
                    <a:pt x="183" y="0"/>
                  </a:moveTo>
                  <a:cubicBezTo>
                    <a:pt x="147" y="0"/>
                    <a:pt x="110" y="13"/>
                    <a:pt x="72" y="40"/>
                  </a:cubicBezTo>
                  <a:cubicBezTo>
                    <a:pt x="13" y="99"/>
                    <a:pt x="1" y="194"/>
                    <a:pt x="60" y="266"/>
                  </a:cubicBezTo>
                  <a:lnTo>
                    <a:pt x="715" y="1052"/>
                  </a:lnTo>
                  <a:cubicBezTo>
                    <a:pt x="751" y="1087"/>
                    <a:pt x="787" y="1111"/>
                    <a:pt x="834" y="1111"/>
                  </a:cubicBezTo>
                  <a:cubicBezTo>
                    <a:pt x="953" y="1099"/>
                    <a:pt x="1025" y="944"/>
                    <a:pt x="953" y="849"/>
                  </a:cubicBezTo>
                  <a:lnTo>
                    <a:pt x="298" y="51"/>
                  </a:lnTo>
                  <a:cubicBezTo>
                    <a:pt x="266" y="19"/>
                    <a:pt x="226" y="0"/>
                    <a:pt x="18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7" name="Google Shape;12357;p65">
              <a:extLst>
                <a:ext uri="{FF2B5EF4-FFF2-40B4-BE49-F238E27FC236}">
                  <a16:creationId xmlns:a16="http://schemas.microsoft.com/office/drawing/2014/main" id="{CF5215F5-F88D-4086-67D6-DC69C66C8F72}"/>
                </a:ext>
              </a:extLst>
            </p:cNvPr>
            <p:cNvSpPr/>
            <p:nvPr/>
          </p:nvSpPr>
          <p:spPr>
            <a:xfrm>
              <a:off x="3727723" y="4351611"/>
              <a:ext cx="32218" cy="34954"/>
            </a:xfrm>
            <a:custGeom>
              <a:avLst/>
              <a:gdLst/>
              <a:ahLst/>
              <a:cxnLst/>
              <a:rect l="l" t="t" r="r" b="b"/>
              <a:pathLst>
                <a:path w="1013" h="1099" extrusionOk="0">
                  <a:moveTo>
                    <a:pt x="834" y="1"/>
                  </a:moveTo>
                  <a:cubicBezTo>
                    <a:pt x="791" y="1"/>
                    <a:pt x="748" y="19"/>
                    <a:pt x="715" y="52"/>
                  </a:cubicBezTo>
                  <a:lnTo>
                    <a:pt x="60" y="838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9" y="1040"/>
                  </a:cubicBezTo>
                  <a:lnTo>
                    <a:pt x="953" y="254"/>
                  </a:lnTo>
                  <a:cubicBezTo>
                    <a:pt x="1013" y="183"/>
                    <a:pt x="1013" y="76"/>
                    <a:pt x="930" y="40"/>
                  </a:cubicBezTo>
                  <a:cubicBezTo>
                    <a:pt x="903" y="13"/>
                    <a:pt x="869" y="1"/>
                    <a:pt x="83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8" name="Google Shape;12358;p65">
              <a:extLst>
                <a:ext uri="{FF2B5EF4-FFF2-40B4-BE49-F238E27FC236}">
                  <a16:creationId xmlns:a16="http://schemas.microsoft.com/office/drawing/2014/main" id="{47713662-F460-EBC6-D529-51BCA55B521B}"/>
                </a:ext>
              </a:extLst>
            </p:cNvPr>
            <p:cNvSpPr/>
            <p:nvPr/>
          </p:nvSpPr>
          <p:spPr>
            <a:xfrm>
              <a:off x="3668279" y="4315926"/>
              <a:ext cx="22391" cy="40742"/>
            </a:xfrm>
            <a:custGeom>
              <a:avLst/>
              <a:gdLst/>
              <a:ahLst/>
              <a:cxnLst/>
              <a:rect l="l" t="t" r="r" b="b"/>
              <a:pathLst>
                <a:path w="704" h="1281" extrusionOk="0">
                  <a:moveTo>
                    <a:pt x="544" y="1"/>
                  </a:moveTo>
                  <a:cubicBezTo>
                    <a:pt x="481" y="1"/>
                    <a:pt x="413" y="43"/>
                    <a:pt x="394" y="102"/>
                  </a:cubicBezTo>
                  <a:lnTo>
                    <a:pt x="36" y="1067"/>
                  </a:lnTo>
                  <a:cubicBezTo>
                    <a:pt x="1" y="1174"/>
                    <a:pt x="84" y="1281"/>
                    <a:pt x="179" y="1281"/>
                  </a:cubicBezTo>
                  <a:cubicBezTo>
                    <a:pt x="239" y="1281"/>
                    <a:pt x="298" y="1233"/>
                    <a:pt x="334" y="1174"/>
                  </a:cubicBezTo>
                  <a:lnTo>
                    <a:pt x="691" y="209"/>
                  </a:lnTo>
                  <a:cubicBezTo>
                    <a:pt x="703" y="126"/>
                    <a:pt x="655" y="43"/>
                    <a:pt x="584" y="7"/>
                  </a:cubicBezTo>
                  <a:cubicBezTo>
                    <a:pt x="571" y="3"/>
                    <a:pt x="558" y="1"/>
                    <a:pt x="5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9" name="Google Shape;12359;p65">
              <a:extLst>
                <a:ext uri="{FF2B5EF4-FFF2-40B4-BE49-F238E27FC236}">
                  <a16:creationId xmlns:a16="http://schemas.microsoft.com/office/drawing/2014/main" id="{6B5ECFA7-A6CA-3FE3-85E8-7D520D237A27}"/>
                </a:ext>
              </a:extLst>
            </p:cNvPr>
            <p:cNvSpPr/>
            <p:nvPr/>
          </p:nvSpPr>
          <p:spPr>
            <a:xfrm>
              <a:off x="3603143" y="4563019"/>
              <a:ext cx="9891" cy="42078"/>
            </a:xfrm>
            <a:custGeom>
              <a:avLst/>
              <a:gdLst/>
              <a:ahLst/>
              <a:cxnLst/>
              <a:rect l="l" t="t" r="r" b="b"/>
              <a:pathLst>
                <a:path w="311" h="1323" extrusionOk="0">
                  <a:moveTo>
                    <a:pt x="144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68"/>
                  </a:lnTo>
                  <a:cubicBezTo>
                    <a:pt x="1" y="1263"/>
                    <a:pt x="72" y="1322"/>
                    <a:pt x="144" y="1322"/>
                  </a:cubicBezTo>
                  <a:cubicBezTo>
                    <a:pt x="239" y="1322"/>
                    <a:pt x="298" y="1251"/>
                    <a:pt x="298" y="1168"/>
                  </a:cubicBezTo>
                  <a:lnTo>
                    <a:pt x="298" y="144"/>
                  </a:lnTo>
                  <a:cubicBezTo>
                    <a:pt x="310" y="72"/>
                    <a:pt x="239" y="1"/>
                    <a:pt x="144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0" name="Google Shape;12360;p65">
              <a:extLst>
                <a:ext uri="{FF2B5EF4-FFF2-40B4-BE49-F238E27FC236}">
                  <a16:creationId xmlns:a16="http://schemas.microsoft.com/office/drawing/2014/main" id="{FD9CE457-0A8F-6A8B-3958-66A01B8DA994}"/>
                </a:ext>
              </a:extLst>
            </p:cNvPr>
            <p:cNvSpPr/>
            <p:nvPr/>
          </p:nvSpPr>
          <p:spPr>
            <a:xfrm>
              <a:off x="3667134" y="4552206"/>
              <a:ext cx="22009" cy="40233"/>
            </a:xfrm>
            <a:custGeom>
              <a:avLst/>
              <a:gdLst/>
              <a:ahLst/>
              <a:cxnLst/>
              <a:rect l="l" t="t" r="r" b="b"/>
              <a:pathLst>
                <a:path w="692" h="1265" extrusionOk="0">
                  <a:moveTo>
                    <a:pt x="165" y="0"/>
                  </a:moveTo>
                  <a:cubicBezTo>
                    <a:pt x="150" y="0"/>
                    <a:pt x="135" y="3"/>
                    <a:pt x="120" y="7"/>
                  </a:cubicBezTo>
                  <a:cubicBezTo>
                    <a:pt x="37" y="43"/>
                    <a:pt x="1" y="126"/>
                    <a:pt x="25" y="198"/>
                  </a:cubicBezTo>
                  <a:lnTo>
                    <a:pt x="382" y="1174"/>
                  </a:lnTo>
                  <a:cubicBezTo>
                    <a:pt x="410" y="1231"/>
                    <a:pt x="468" y="1265"/>
                    <a:pt x="527" y="1265"/>
                  </a:cubicBezTo>
                  <a:cubicBezTo>
                    <a:pt x="542" y="1265"/>
                    <a:pt x="557" y="1263"/>
                    <a:pt x="572" y="1258"/>
                  </a:cubicBezTo>
                  <a:cubicBezTo>
                    <a:pt x="656" y="1234"/>
                    <a:pt x="691" y="1139"/>
                    <a:pt x="668" y="1067"/>
                  </a:cubicBezTo>
                  <a:lnTo>
                    <a:pt x="310" y="103"/>
                  </a:lnTo>
                  <a:cubicBezTo>
                    <a:pt x="282" y="36"/>
                    <a:pt x="223" y="0"/>
                    <a:pt x="165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1" name="Google Shape;12361;p65">
              <a:extLst>
                <a:ext uri="{FF2B5EF4-FFF2-40B4-BE49-F238E27FC236}">
                  <a16:creationId xmlns:a16="http://schemas.microsoft.com/office/drawing/2014/main" id="{349B3F30-5EC0-04C4-5F2F-260B6D1E0CFF}"/>
                </a:ext>
              </a:extLst>
            </p:cNvPr>
            <p:cNvSpPr/>
            <p:nvPr/>
          </p:nvSpPr>
          <p:spPr>
            <a:xfrm>
              <a:off x="3727723" y="4524662"/>
              <a:ext cx="32982" cy="35367"/>
            </a:xfrm>
            <a:custGeom>
              <a:avLst/>
              <a:gdLst/>
              <a:ahLst/>
              <a:cxnLst/>
              <a:rect l="l" t="t" r="r" b="b"/>
              <a:pathLst>
                <a:path w="1037" h="1112" extrusionOk="0">
                  <a:moveTo>
                    <a:pt x="178" y="1"/>
                  </a:moveTo>
                  <a:cubicBezTo>
                    <a:pt x="142" y="1"/>
                    <a:pt x="104" y="13"/>
                    <a:pt x="72" y="40"/>
                  </a:cubicBezTo>
                  <a:cubicBezTo>
                    <a:pt x="13" y="100"/>
                    <a:pt x="1" y="195"/>
                    <a:pt x="60" y="266"/>
                  </a:cubicBezTo>
                  <a:lnTo>
                    <a:pt x="715" y="1052"/>
                  </a:lnTo>
                  <a:cubicBezTo>
                    <a:pt x="739" y="1088"/>
                    <a:pt x="787" y="1112"/>
                    <a:pt x="834" y="1112"/>
                  </a:cubicBezTo>
                  <a:cubicBezTo>
                    <a:pt x="965" y="1100"/>
                    <a:pt x="1037" y="945"/>
                    <a:pt x="953" y="850"/>
                  </a:cubicBezTo>
                  <a:lnTo>
                    <a:pt x="299" y="52"/>
                  </a:lnTo>
                  <a:cubicBezTo>
                    <a:pt x="266" y="19"/>
                    <a:pt x="222" y="1"/>
                    <a:pt x="178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2" name="Google Shape;12362;p65">
              <a:extLst>
                <a:ext uri="{FF2B5EF4-FFF2-40B4-BE49-F238E27FC236}">
                  <a16:creationId xmlns:a16="http://schemas.microsoft.com/office/drawing/2014/main" id="{5C02BD1C-ACBF-F2EE-6C12-5A39BEA395F3}"/>
                </a:ext>
              </a:extLst>
            </p:cNvPr>
            <p:cNvSpPr/>
            <p:nvPr/>
          </p:nvSpPr>
          <p:spPr>
            <a:xfrm>
              <a:off x="3457349" y="4522023"/>
              <a:ext cx="32218" cy="34954"/>
            </a:xfrm>
            <a:custGeom>
              <a:avLst/>
              <a:gdLst/>
              <a:ahLst/>
              <a:cxnLst/>
              <a:rect l="l" t="t" r="r" b="b"/>
              <a:pathLst>
                <a:path w="1013" h="1099" extrusionOk="0">
                  <a:moveTo>
                    <a:pt x="841" y="0"/>
                  </a:moveTo>
                  <a:cubicBezTo>
                    <a:pt x="795" y="0"/>
                    <a:pt x="748" y="19"/>
                    <a:pt x="715" y="52"/>
                  </a:cubicBezTo>
                  <a:lnTo>
                    <a:pt x="60" y="837"/>
                  </a:lnTo>
                  <a:cubicBezTo>
                    <a:pt x="1" y="897"/>
                    <a:pt x="13" y="1004"/>
                    <a:pt x="72" y="1064"/>
                  </a:cubicBezTo>
                  <a:cubicBezTo>
                    <a:pt x="96" y="1088"/>
                    <a:pt x="128" y="1098"/>
                    <a:pt x="161" y="1098"/>
                  </a:cubicBezTo>
                  <a:cubicBezTo>
                    <a:pt x="211" y="1098"/>
                    <a:pt x="263" y="1075"/>
                    <a:pt x="298" y="1040"/>
                  </a:cubicBezTo>
                  <a:lnTo>
                    <a:pt x="953" y="254"/>
                  </a:lnTo>
                  <a:cubicBezTo>
                    <a:pt x="1013" y="183"/>
                    <a:pt x="1013" y="99"/>
                    <a:pt x="941" y="40"/>
                  </a:cubicBezTo>
                  <a:cubicBezTo>
                    <a:pt x="915" y="13"/>
                    <a:pt x="878" y="0"/>
                    <a:pt x="84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3" name="Google Shape;12363;p65">
              <a:extLst>
                <a:ext uri="{FF2B5EF4-FFF2-40B4-BE49-F238E27FC236}">
                  <a16:creationId xmlns:a16="http://schemas.microsoft.com/office/drawing/2014/main" id="{1D7CB385-7FD6-3373-ECBA-9AF6A895C62A}"/>
                </a:ext>
              </a:extLst>
            </p:cNvPr>
            <p:cNvSpPr/>
            <p:nvPr/>
          </p:nvSpPr>
          <p:spPr>
            <a:xfrm>
              <a:off x="3526270" y="4551665"/>
              <a:ext cx="22772" cy="40392"/>
            </a:xfrm>
            <a:custGeom>
              <a:avLst/>
              <a:gdLst/>
              <a:ahLst/>
              <a:cxnLst/>
              <a:rect l="l" t="t" r="r" b="b"/>
              <a:pathLst>
                <a:path w="716" h="1270" extrusionOk="0">
                  <a:moveTo>
                    <a:pt x="531" y="0"/>
                  </a:moveTo>
                  <a:cubicBezTo>
                    <a:pt x="472" y="0"/>
                    <a:pt x="412" y="41"/>
                    <a:pt x="394" y="96"/>
                  </a:cubicBezTo>
                  <a:lnTo>
                    <a:pt x="36" y="1072"/>
                  </a:lnTo>
                  <a:cubicBezTo>
                    <a:pt x="1" y="1144"/>
                    <a:pt x="48" y="1227"/>
                    <a:pt x="120" y="1263"/>
                  </a:cubicBezTo>
                  <a:cubicBezTo>
                    <a:pt x="137" y="1268"/>
                    <a:pt x="154" y="1270"/>
                    <a:pt x="170" y="1270"/>
                  </a:cubicBezTo>
                  <a:cubicBezTo>
                    <a:pt x="235" y="1270"/>
                    <a:pt x="294" y="1234"/>
                    <a:pt x="322" y="1167"/>
                  </a:cubicBezTo>
                  <a:lnTo>
                    <a:pt x="679" y="203"/>
                  </a:lnTo>
                  <a:cubicBezTo>
                    <a:pt x="715" y="132"/>
                    <a:pt x="679" y="36"/>
                    <a:pt x="584" y="13"/>
                  </a:cubicBezTo>
                  <a:cubicBezTo>
                    <a:pt x="567" y="4"/>
                    <a:pt x="549" y="0"/>
                    <a:pt x="531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5" name="Google Shape;1695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18941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RESULTS AND </a:t>
            </a:r>
            <a:br>
              <a:rPr lang="en-IN" dirty="0"/>
            </a:br>
            <a:r>
              <a:rPr lang="en-IN" dirty="0"/>
              <a:t>OBSERVATIONS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8BC141-06AE-F09B-4183-28AFFEEECB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5965" y="1862124"/>
            <a:ext cx="5067547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Real-time performance with minimal delay and high reliability.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Detection Speed: 24–30 FPS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Attendance Marking: ~1–2 seconds per face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Accurate unknown face handling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Example:</a:t>
            </a:r>
          </a:p>
          <a:p>
            <a:pPr marL="457200" lvl="3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     Keshav Bansal present at 2025-04-26 10:21:30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aira" panose="020B0604020202020204" charset="0"/>
              </a:rPr>
              <a:t>      Unknown face detected but not marked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3" name="Google Shape;9017;p59">
            <a:extLst>
              <a:ext uri="{FF2B5EF4-FFF2-40B4-BE49-F238E27FC236}">
                <a16:creationId xmlns:a16="http://schemas.microsoft.com/office/drawing/2014/main" id="{C2F6DFC4-AA5D-8EB0-42F6-C50A0E32A78A}"/>
              </a:ext>
            </a:extLst>
          </p:cNvPr>
          <p:cNvGrpSpPr/>
          <p:nvPr/>
        </p:nvGrpSpPr>
        <p:grpSpPr>
          <a:xfrm>
            <a:off x="720000" y="-267349"/>
            <a:ext cx="712577" cy="712374"/>
            <a:chOff x="2559249" y="2069323"/>
            <a:chExt cx="685566" cy="685634"/>
          </a:xfrm>
        </p:grpSpPr>
        <p:sp>
          <p:nvSpPr>
            <p:cNvPr id="4" name="Google Shape;9018;p59">
              <a:extLst>
                <a:ext uri="{FF2B5EF4-FFF2-40B4-BE49-F238E27FC236}">
                  <a16:creationId xmlns:a16="http://schemas.microsoft.com/office/drawing/2014/main" id="{9573E6EE-9604-B113-3315-5CDE113CDDDD}"/>
                </a:ext>
              </a:extLst>
            </p:cNvPr>
            <p:cNvSpPr/>
            <p:nvPr/>
          </p:nvSpPr>
          <p:spPr>
            <a:xfrm>
              <a:off x="2637836" y="2532965"/>
              <a:ext cx="376180" cy="221993"/>
            </a:xfrm>
            <a:custGeom>
              <a:avLst/>
              <a:gdLst/>
              <a:ahLst/>
              <a:cxnLst/>
              <a:rect l="l" t="t" r="r" b="b"/>
              <a:pathLst>
                <a:path w="114864" h="67784" extrusionOk="0">
                  <a:moveTo>
                    <a:pt x="106357" y="13065"/>
                  </a:moveTo>
                  <a:cubicBezTo>
                    <a:pt x="104189" y="14178"/>
                    <a:pt x="101932" y="15164"/>
                    <a:pt x="99610" y="15997"/>
                  </a:cubicBezTo>
                  <a:cubicBezTo>
                    <a:pt x="99509" y="16034"/>
                    <a:pt x="99407" y="16071"/>
                    <a:pt x="99307" y="16108"/>
                  </a:cubicBezTo>
                  <a:lnTo>
                    <a:pt x="99307" y="16108"/>
                  </a:lnTo>
                  <a:cubicBezTo>
                    <a:pt x="101716" y="15259"/>
                    <a:pt x="104072" y="14244"/>
                    <a:pt x="106357" y="13065"/>
                  </a:cubicBezTo>
                  <a:close/>
                  <a:moveTo>
                    <a:pt x="28508" y="0"/>
                  </a:moveTo>
                  <a:cubicBezTo>
                    <a:pt x="24492" y="0"/>
                    <a:pt x="20462" y="1024"/>
                    <a:pt x="16807" y="3134"/>
                  </a:cubicBezTo>
                  <a:lnTo>
                    <a:pt x="16196" y="3489"/>
                  </a:lnTo>
                  <a:cubicBezTo>
                    <a:pt x="1800" y="11798"/>
                    <a:pt x="1" y="31827"/>
                    <a:pt x="12628" y="42646"/>
                  </a:cubicBezTo>
                  <a:cubicBezTo>
                    <a:pt x="28344" y="56100"/>
                    <a:pt x="48088" y="64977"/>
                    <a:pt x="69813" y="67214"/>
                  </a:cubicBezTo>
                  <a:cubicBezTo>
                    <a:pt x="70015" y="67229"/>
                    <a:pt x="70217" y="67254"/>
                    <a:pt x="70424" y="67273"/>
                  </a:cubicBezTo>
                  <a:cubicBezTo>
                    <a:pt x="70803" y="67313"/>
                    <a:pt x="71193" y="67347"/>
                    <a:pt x="71572" y="67377"/>
                  </a:cubicBezTo>
                  <a:cubicBezTo>
                    <a:pt x="72085" y="67421"/>
                    <a:pt x="72592" y="67465"/>
                    <a:pt x="73100" y="67500"/>
                  </a:cubicBezTo>
                  <a:lnTo>
                    <a:pt x="73445" y="67525"/>
                  </a:lnTo>
                  <a:cubicBezTo>
                    <a:pt x="75888" y="67697"/>
                    <a:pt x="78340" y="67783"/>
                    <a:pt x="80797" y="67783"/>
                  </a:cubicBezTo>
                  <a:cubicBezTo>
                    <a:pt x="92212" y="67783"/>
                    <a:pt x="103723" y="65913"/>
                    <a:pt x="114864" y="62044"/>
                  </a:cubicBezTo>
                  <a:lnTo>
                    <a:pt x="114864" y="62044"/>
                  </a:lnTo>
                  <a:cubicBezTo>
                    <a:pt x="112427" y="62820"/>
                    <a:pt x="109978" y="63185"/>
                    <a:pt x="107581" y="63185"/>
                  </a:cubicBezTo>
                  <a:cubicBezTo>
                    <a:pt x="94740" y="63185"/>
                    <a:pt x="83396" y="52710"/>
                    <a:pt x="83396" y="38875"/>
                  </a:cubicBezTo>
                  <a:cubicBezTo>
                    <a:pt x="83396" y="28688"/>
                    <a:pt x="89785" y="19663"/>
                    <a:pt x="99307" y="16108"/>
                  </a:cubicBezTo>
                  <a:lnTo>
                    <a:pt x="99307" y="16108"/>
                  </a:lnTo>
                  <a:cubicBezTo>
                    <a:pt x="93355" y="18205"/>
                    <a:pt x="87080" y="19284"/>
                    <a:pt x="80750" y="19284"/>
                  </a:cubicBezTo>
                  <a:cubicBezTo>
                    <a:pt x="79680" y="19284"/>
                    <a:pt x="78608" y="19253"/>
                    <a:pt x="77536" y="19191"/>
                  </a:cubicBezTo>
                  <a:cubicBezTo>
                    <a:pt x="77230" y="19171"/>
                    <a:pt x="76920" y="19146"/>
                    <a:pt x="76609" y="19127"/>
                  </a:cubicBezTo>
                  <a:cubicBezTo>
                    <a:pt x="76077" y="19092"/>
                    <a:pt x="75554" y="19048"/>
                    <a:pt x="75022" y="18999"/>
                  </a:cubicBezTo>
                  <a:cubicBezTo>
                    <a:pt x="74948" y="18994"/>
                    <a:pt x="74869" y="18979"/>
                    <a:pt x="74795" y="18974"/>
                  </a:cubicBezTo>
                  <a:cubicBezTo>
                    <a:pt x="73346" y="18821"/>
                    <a:pt x="71912" y="18609"/>
                    <a:pt x="70483" y="18353"/>
                  </a:cubicBezTo>
                  <a:cubicBezTo>
                    <a:pt x="70414" y="18338"/>
                    <a:pt x="70340" y="18333"/>
                    <a:pt x="70276" y="18323"/>
                  </a:cubicBezTo>
                  <a:cubicBezTo>
                    <a:pt x="60651" y="16515"/>
                    <a:pt x="51671" y="12222"/>
                    <a:pt x="44234" y="5859"/>
                  </a:cubicBezTo>
                  <a:cubicBezTo>
                    <a:pt x="39736" y="2011"/>
                    <a:pt x="34136" y="0"/>
                    <a:pt x="28508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9019;p59">
              <a:extLst>
                <a:ext uri="{FF2B5EF4-FFF2-40B4-BE49-F238E27FC236}">
                  <a16:creationId xmlns:a16="http://schemas.microsoft.com/office/drawing/2014/main" id="{C27C803B-2ABD-4C1B-AB13-4AF02EC6A88D}"/>
                </a:ext>
              </a:extLst>
            </p:cNvPr>
            <p:cNvSpPr/>
            <p:nvPr/>
          </p:nvSpPr>
          <p:spPr>
            <a:xfrm>
              <a:off x="2910955" y="2421038"/>
              <a:ext cx="327385" cy="318821"/>
            </a:xfrm>
            <a:custGeom>
              <a:avLst/>
              <a:gdLst/>
              <a:ahLst/>
              <a:cxnLst/>
              <a:rect l="l" t="t" r="r" b="b"/>
              <a:pathLst>
                <a:path w="99965" h="97350" extrusionOk="0">
                  <a:moveTo>
                    <a:pt x="53376" y="1"/>
                  </a:moveTo>
                  <a:lnTo>
                    <a:pt x="53376" y="6"/>
                  </a:lnTo>
                  <a:cubicBezTo>
                    <a:pt x="52883" y="9853"/>
                    <a:pt x="49823" y="19400"/>
                    <a:pt x="44500" y="27694"/>
                  </a:cubicBezTo>
                  <a:lnTo>
                    <a:pt x="44495" y="27689"/>
                  </a:lnTo>
                  <a:cubicBezTo>
                    <a:pt x="39162" y="35945"/>
                    <a:pt x="31740" y="42706"/>
                    <a:pt x="22962" y="47236"/>
                  </a:cubicBezTo>
                  <a:cubicBezTo>
                    <a:pt x="20794" y="48354"/>
                    <a:pt x="18537" y="49335"/>
                    <a:pt x="16215" y="50168"/>
                  </a:cubicBezTo>
                  <a:cubicBezTo>
                    <a:pt x="6526" y="53643"/>
                    <a:pt x="1" y="62751"/>
                    <a:pt x="1" y="73041"/>
                  </a:cubicBezTo>
                  <a:cubicBezTo>
                    <a:pt x="1" y="86877"/>
                    <a:pt x="11338" y="97350"/>
                    <a:pt x="24179" y="97350"/>
                  </a:cubicBezTo>
                  <a:cubicBezTo>
                    <a:pt x="26579" y="97350"/>
                    <a:pt x="29032" y="96984"/>
                    <a:pt x="31474" y="96205"/>
                  </a:cubicBezTo>
                  <a:cubicBezTo>
                    <a:pt x="31730" y="96126"/>
                    <a:pt x="31977" y="96043"/>
                    <a:pt x="32223" y="95954"/>
                  </a:cubicBezTo>
                  <a:cubicBezTo>
                    <a:pt x="49305" y="89907"/>
                    <a:pt x="64347" y="79542"/>
                    <a:pt x="76047" y="66176"/>
                  </a:cubicBezTo>
                  <a:cubicBezTo>
                    <a:pt x="76333" y="65870"/>
                    <a:pt x="76609" y="65575"/>
                    <a:pt x="76880" y="65254"/>
                  </a:cubicBezTo>
                  <a:cubicBezTo>
                    <a:pt x="88664" y="51450"/>
                    <a:pt x="96520" y="34919"/>
                    <a:pt x="99965" y="17468"/>
                  </a:cubicBezTo>
                  <a:lnTo>
                    <a:pt x="99965" y="17468"/>
                  </a:lnTo>
                  <a:cubicBezTo>
                    <a:pt x="97249" y="28811"/>
                    <a:pt x="87103" y="36062"/>
                    <a:pt x="76340" y="36062"/>
                  </a:cubicBezTo>
                  <a:cubicBezTo>
                    <a:pt x="72278" y="36062"/>
                    <a:pt x="68129" y="35030"/>
                    <a:pt x="64258" y="32795"/>
                  </a:cubicBezTo>
                  <a:cubicBezTo>
                    <a:pt x="55426" y="27694"/>
                    <a:pt x="50641" y="17596"/>
                    <a:pt x="52509" y="7571"/>
                  </a:cubicBezTo>
                  <a:cubicBezTo>
                    <a:pt x="52977" y="5067"/>
                    <a:pt x="53268" y="2534"/>
                    <a:pt x="5339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9020;p59">
              <a:extLst>
                <a:ext uri="{FF2B5EF4-FFF2-40B4-BE49-F238E27FC236}">
                  <a16:creationId xmlns:a16="http://schemas.microsoft.com/office/drawing/2014/main" id="{0C4A5A57-E3E6-760B-163B-615F7D74B31F}"/>
                </a:ext>
              </a:extLst>
            </p:cNvPr>
            <p:cNvSpPr/>
            <p:nvPr/>
          </p:nvSpPr>
          <p:spPr>
            <a:xfrm>
              <a:off x="3122726" y="2149918"/>
              <a:ext cx="10490" cy="10015"/>
            </a:xfrm>
            <a:custGeom>
              <a:avLst/>
              <a:gdLst/>
              <a:ahLst/>
              <a:cxnLst/>
              <a:rect l="l" t="t" r="r" b="b"/>
              <a:pathLst>
                <a:path w="3203" h="3058" extrusionOk="0">
                  <a:moveTo>
                    <a:pt x="21" y="0"/>
                  </a:moveTo>
                  <a:cubicBezTo>
                    <a:pt x="0" y="0"/>
                    <a:pt x="1234" y="1124"/>
                    <a:pt x="3203" y="3058"/>
                  </a:cubicBezTo>
                  <a:cubicBezTo>
                    <a:pt x="2429" y="2170"/>
                    <a:pt x="1576" y="1328"/>
                    <a:pt x="645" y="529"/>
                  </a:cubicBezTo>
                  <a:cubicBezTo>
                    <a:pt x="227" y="170"/>
                    <a:pt x="29" y="0"/>
                    <a:pt x="21" y="0"/>
                  </a:cubicBezTo>
                  <a:close/>
                </a:path>
              </a:pathLst>
            </a:custGeom>
            <a:solidFill>
              <a:srgbClr val="667E9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9021;p59">
              <a:extLst>
                <a:ext uri="{FF2B5EF4-FFF2-40B4-BE49-F238E27FC236}">
                  <a16:creationId xmlns:a16="http://schemas.microsoft.com/office/drawing/2014/main" id="{E20100F3-615C-D76A-31D8-BD671CE4C172}"/>
                </a:ext>
              </a:extLst>
            </p:cNvPr>
            <p:cNvSpPr/>
            <p:nvPr/>
          </p:nvSpPr>
          <p:spPr>
            <a:xfrm>
              <a:off x="3022956" y="2159929"/>
              <a:ext cx="221858" cy="379216"/>
            </a:xfrm>
            <a:custGeom>
              <a:avLst/>
              <a:gdLst/>
              <a:ahLst/>
              <a:cxnLst/>
              <a:rect l="l" t="t" r="r" b="b"/>
              <a:pathLst>
                <a:path w="67743" h="115791" extrusionOk="0">
                  <a:moveTo>
                    <a:pt x="33667" y="1"/>
                  </a:moveTo>
                  <a:cubicBezTo>
                    <a:pt x="43405" y="11169"/>
                    <a:pt x="40882" y="28926"/>
                    <a:pt x="27541" y="36624"/>
                  </a:cubicBezTo>
                  <a:lnTo>
                    <a:pt x="26934" y="36974"/>
                  </a:lnTo>
                  <a:cubicBezTo>
                    <a:pt x="23278" y="39085"/>
                    <a:pt x="19248" y="40109"/>
                    <a:pt x="15233" y="40109"/>
                  </a:cubicBezTo>
                  <a:cubicBezTo>
                    <a:pt x="9809" y="40109"/>
                    <a:pt x="4413" y="38242"/>
                    <a:pt x="0" y="34668"/>
                  </a:cubicBezTo>
                  <a:lnTo>
                    <a:pt x="0" y="34668"/>
                  </a:lnTo>
                  <a:cubicBezTo>
                    <a:pt x="4658" y="38719"/>
                    <a:pt x="8625" y="43529"/>
                    <a:pt x="11725" y="48916"/>
                  </a:cubicBezTo>
                  <a:cubicBezTo>
                    <a:pt x="12179" y="49709"/>
                    <a:pt x="12617" y="50513"/>
                    <a:pt x="13026" y="51316"/>
                  </a:cubicBezTo>
                  <a:cubicBezTo>
                    <a:pt x="13090" y="51439"/>
                    <a:pt x="13150" y="51568"/>
                    <a:pt x="13219" y="51691"/>
                  </a:cubicBezTo>
                  <a:cubicBezTo>
                    <a:pt x="13460" y="52169"/>
                    <a:pt x="13692" y="52642"/>
                    <a:pt x="13913" y="53125"/>
                  </a:cubicBezTo>
                  <a:cubicBezTo>
                    <a:pt x="14047" y="53396"/>
                    <a:pt x="14175" y="53672"/>
                    <a:pt x="14298" y="53948"/>
                  </a:cubicBezTo>
                  <a:cubicBezTo>
                    <a:pt x="14569" y="54544"/>
                    <a:pt x="14835" y="55151"/>
                    <a:pt x="15081" y="55752"/>
                  </a:cubicBezTo>
                  <a:cubicBezTo>
                    <a:pt x="15165" y="55964"/>
                    <a:pt x="15244" y="56171"/>
                    <a:pt x="15328" y="56383"/>
                  </a:cubicBezTo>
                  <a:cubicBezTo>
                    <a:pt x="15525" y="56880"/>
                    <a:pt x="15712" y="57378"/>
                    <a:pt x="15900" y="57886"/>
                  </a:cubicBezTo>
                  <a:cubicBezTo>
                    <a:pt x="18438" y="64904"/>
                    <a:pt x="19547" y="72326"/>
                    <a:pt x="19187" y="79729"/>
                  </a:cubicBezTo>
                  <a:cubicBezTo>
                    <a:pt x="19064" y="82262"/>
                    <a:pt x="18778" y="84795"/>
                    <a:pt x="18310" y="87304"/>
                  </a:cubicBezTo>
                  <a:cubicBezTo>
                    <a:pt x="16442" y="97324"/>
                    <a:pt x="21227" y="107422"/>
                    <a:pt x="30054" y="112523"/>
                  </a:cubicBezTo>
                  <a:cubicBezTo>
                    <a:pt x="33927" y="114758"/>
                    <a:pt x="38077" y="115790"/>
                    <a:pt x="42139" y="115790"/>
                  </a:cubicBezTo>
                  <a:cubicBezTo>
                    <a:pt x="52903" y="115790"/>
                    <a:pt x="63049" y="108539"/>
                    <a:pt x="65761" y="97196"/>
                  </a:cubicBezTo>
                  <a:cubicBezTo>
                    <a:pt x="66717" y="92366"/>
                    <a:pt x="67328" y="87462"/>
                    <a:pt x="67594" y="82533"/>
                  </a:cubicBezTo>
                  <a:cubicBezTo>
                    <a:pt x="67644" y="81602"/>
                    <a:pt x="67678" y="80665"/>
                    <a:pt x="67703" y="79739"/>
                  </a:cubicBezTo>
                  <a:cubicBezTo>
                    <a:pt x="67728" y="78832"/>
                    <a:pt x="67742" y="77920"/>
                    <a:pt x="67742" y="77013"/>
                  </a:cubicBezTo>
                  <a:cubicBezTo>
                    <a:pt x="67737" y="58916"/>
                    <a:pt x="63144" y="41893"/>
                    <a:pt x="55061" y="27043"/>
                  </a:cubicBezTo>
                  <a:lnTo>
                    <a:pt x="55047" y="27058"/>
                  </a:lnTo>
                  <a:cubicBezTo>
                    <a:pt x="54613" y="26255"/>
                    <a:pt x="54169" y="25461"/>
                    <a:pt x="53716" y="24673"/>
                  </a:cubicBezTo>
                  <a:cubicBezTo>
                    <a:pt x="47915" y="14623"/>
                    <a:pt x="38541" y="4811"/>
                    <a:pt x="33667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9022;p59">
              <a:extLst>
                <a:ext uri="{FF2B5EF4-FFF2-40B4-BE49-F238E27FC236}">
                  <a16:creationId xmlns:a16="http://schemas.microsoft.com/office/drawing/2014/main" id="{E5CA3344-B97D-A383-EBA4-C61DC2EFC682}"/>
                </a:ext>
              </a:extLst>
            </p:cNvPr>
            <p:cNvSpPr/>
            <p:nvPr/>
          </p:nvSpPr>
          <p:spPr>
            <a:xfrm>
              <a:off x="3001649" y="2257452"/>
              <a:ext cx="4395" cy="2908"/>
            </a:xfrm>
            <a:custGeom>
              <a:avLst/>
              <a:gdLst/>
              <a:ahLst/>
              <a:cxnLst/>
              <a:rect l="l" t="t" r="r" b="b"/>
              <a:pathLst>
                <a:path w="1342" h="888" extrusionOk="0">
                  <a:moveTo>
                    <a:pt x="1" y="1"/>
                  </a:moveTo>
                  <a:cubicBezTo>
                    <a:pt x="449" y="291"/>
                    <a:pt x="898" y="587"/>
                    <a:pt x="1341" y="888"/>
                  </a:cubicBezTo>
                  <a:cubicBezTo>
                    <a:pt x="898" y="587"/>
                    <a:pt x="449" y="291"/>
                    <a:pt x="1" y="1"/>
                  </a:cubicBezTo>
                  <a:close/>
                </a:path>
              </a:pathLst>
            </a:custGeom>
            <a:solidFill>
              <a:srgbClr val="667E9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9023;p59">
              <a:extLst>
                <a:ext uri="{FF2B5EF4-FFF2-40B4-BE49-F238E27FC236}">
                  <a16:creationId xmlns:a16="http://schemas.microsoft.com/office/drawing/2014/main" id="{3B22AFD1-2E30-3171-0D86-D2A6D5AEFEB5}"/>
                </a:ext>
              </a:extLst>
            </p:cNvPr>
            <p:cNvSpPr/>
            <p:nvPr/>
          </p:nvSpPr>
          <p:spPr>
            <a:xfrm>
              <a:off x="3006814" y="2260907"/>
              <a:ext cx="504" cy="373"/>
            </a:xfrm>
            <a:custGeom>
              <a:avLst/>
              <a:gdLst/>
              <a:ahLst/>
              <a:cxnLst/>
              <a:rect l="l" t="t" r="r" b="b"/>
              <a:pathLst>
                <a:path w="154" h="114" extrusionOk="0">
                  <a:moveTo>
                    <a:pt x="1" y="0"/>
                  </a:moveTo>
                  <a:lnTo>
                    <a:pt x="1" y="0"/>
                  </a:lnTo>
                  <a:cubicBezTo>
                    <a:pt x="50" y="40"/>
                    <a:pt x="104" y="74"/>
                    <a:pt x="154" y="114"/>
                  </a:cubicBezTo>
                  <a:cubicBezTo>
                    <a:pt x="104" y="74"/>
                    <a:pt x="55" y="40"/>
                    <a:pt x="1" y="0"/>
                  </a:cubicBezTo>
                  <a:close/>
                </a:path>
              </a:pathLst>
            </a:custGeom>
            <a:solidFill>
              <a:srgbClr val="667E9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9024;p59">
              <a:extLst>
                <a:ext uri="{FF2B5EF4-FFF2-40B4-BE49-F238E27FC236}">
                  <a16:creationId xmlns:a16="http://schemas.microsoft.com/office/drawing/2014/main" id="{7D415AC2-9004-EB66-5059-864649122B6B}"/>
                </a:ext>
              </a:extLst>
            </p:cNvPr>
            <p:cNvSpPr/>
            <p:nvPr/>
          </p:nvSpPr>
          <p:spPr>
            <a:xfrm>
              <a:off x="3007315" y="2261277"/>
              <a:ext cx="15645" cy="12190"/>
            </a:xfrm>
            <a:custGeom>
              <a:avLst/>
              <a:gdLst/>
              <a:ahLst/>
              <a:cxnLst/>
              <a:rect l="l" t="t" r="r" b="b"/>
              <a:pathLst>
                <a:path w="4777" h="3722" extrusionOk="0">
                  <a:moveTo>
                    <a:pt x="1" y="1"/>
                  </a:moveTo>
                  <a:lnTo>
                    <a:pt x="1" y="1"/>
                  </a:lnTo>
                  <a:cubicBezTo>
                    <a:pt x="1479" y="1026"/>
                    <a:pt x="2908" y="2135"/>
                    <a:pt x="4283" y="3313"/>
                  </a:cubicBezTo>
                  <a:cubicBezTo>
                    <a:pt x="4441" y="3456"/>
                    <a:pt x="4609" y="3589"/>
                    <a:pt x="4776" y="3722"/>
                  </a:cubicBezTo>
                  <a:cubicBezTo>
                    <a:pt x="3253" y="2396"/>
                    <a:pt x="1666" y="1149"/>
                    <a:pt x="1" y="1"/>
                  </a:cubicBezTo>
                  <a:close/>
                </a:path>
              </a:pathLst>
            </a:custGeom>
            <a:solidFill>
              <a:srgbClr val="CFD9E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9025;p59">
              <a:extLst>
                <a:ext uri="{FF2B5EF4-FFF2-40B4-BE49-F238E27FC236}">
                  <a16:creationId xmlns:a16="http://schemas.microsoft.com/office/drawing/2014/main" id="{78096F66-79D0-4323-32CE-8CB467E7A114}"/>
                </a:ext>
              </a:extLst>
            </p:cNvPr>
            <p:cNvSpPr/>
            <p:nvPr/>
          </p:nvSpPr>
          <p:spPr>
            <a:xfrm>
              <a:off x="3006025" y="2260357"/>
              <a:ext cx="793" cy="553"/>
            </a:xfrm>
            <a:custGeom>
              <a:avLst/>
              <a:gdLst/>
              <a:ahLst/>
              <a:cxnLst/>
              <a:rect l="l" t="t" r="r" b="b"/>
              <a:pathLst>
                <a:path w="242" h="169" extrusionOk="0">
                  <a:moveTo>
                    <a:pt x="0" y="1"/>
                  </a:moveTo>
                  <a:lnTo>
                    <a:pt x="201" y="140"/>
                  </a:lnTo>
                  <a:lnTo>
                    <a:pt x="201" y="140"/>
                  </a:lnTo>
                  <a:cubicBezTo>
                    <a:pt x="137" y="95"/>
                    <a:pt x="74" y="50"/>
                    <a:pt x="0" y="1"/>
                  </a:cubicBezTo>
                  <a:close/>
                  <a:moveTo>
                    <a:pt x="201" y="140"/>
                  </a:moveTo>
                  <a:cubicBezTo>
                    <a:pt x="215" y="150"/>
                    <a:pt x="228" y="159"/>
                    <a:pt x="242" y="168"/>
                  </a:cubicBezTo>
                  <a:lnTo>
                    <a:pt x="201" y="140"/>
                  </a:lnTo>
                  <a:close/>
                </a:path>
              </a:pathLst>
            </a:custGeom>
            <a:solidFill>
              <a:srgbClr val="CFD9E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9026;p59">
              <a:extLst>
                <a:ext uri="{FF2B5EF4-FFF2-40B4-BE49-F238E27FC236}">
                  <a16:creationId xmlns:a16="http://schemas.microsoft.com/office/drawing/2014/main" id="{5A51E11B-70D9-A586-F55B-1A99106600B2}"/>
                </a:ext>
              </a:extLst>
            </p:cNvPr>
            <p:cNvSpPr/>
            <p:nvPr/>
          </p:nvSpPr>
          <p:spPr>
            <a:xfrm>
              <a:off x="2790124" y="2069323"/>
              <a:ext cx="376068" cy="221963"/>
            </a:xfrm>
            <a:custGeom>
              <a:avLst/>
              <a:gdLst/>
              <a:ahLst/>
              <a:cxnLst/>
              <a:rect l="l" t="t" r="r" b="b"/>
              <a:pathLst>
                <a:path w="114830" h="67775" extrusionOk="0">
                  <a:moveTo>
                    <a:pt x="15387" y="51713"/>
                  </a:moveTo>
                  <a:cubicBezTo>
                    <a:pt x="13025" y="52552"/>
                    <a:pt x="10715" y="53552"/>
                    <a:pt x="8473" y="54709"/>
                  </a:cubicBezTo>
                  <a:lnTo>
                    <a:pt x="8473" y="54709"/>
                  </a:lnTo>
                  <a:cubicBezTo>
                    <a:pt x="10647" y="53591"/>
                    <a:pt x="12899" y="52605"/>
                    <a:pt x="15225" y="51772"/>
                  </a:cubicBezTo>
                  <a:cubicBezTo>
                    <a:pt x="15279" y="51753"/>
                    <a:pt x="15333" y="51733"/>
                    <a:pt x="15387" y="51713"/>
                  </a:cubicBezTo>
                  <a:close/>
                  <a:moveTo>
                    <a:pt x="34032" y="1"/>
                  </a:moveTo>
                  <a:cubicBezTo>
                    <a:pt x="22630" y="1"/>
                    <a:pt x="11132" y="1868"/>
                    <a:pt x="1" y="5720"/>
                  </a:cubicBezTo>
                  <a:cubicBezTo>
                    <a:pt x="2428" y="4951"/>
                    <a:pt x="4866" y="4589"/>
                    <a:pt x="7253" y="4589"/>
                  </a:cubicBezTo>
                  <a:cubicBezTo>
                    <a:pt x="20092" y="4589"/>
                    <a:pt x="31430" y="15063"/>
                    <a:pt x="31430" y="28899"/>
                  </a:cubicBezTo>
                  <a:cubicBezTo>
                    <a:pt x="31430" y="39137"/>
                    <a:pt x="24982" y="48196"/>
                    <a:pt x="15387" y="51713"/>
                  </a:cubicBezTo>
                  <a:lnTo>
                    <a:pt x="15387" y="51713"/>
                  </a:lnTo>
                  <a:cubicBezTo>
                    <a:pt x="21370" y="49588"/>
                    <a:pt x="27683" y="48494"/>
                    <a:pt x="34053" y="48494"/>
                  </a:cubicBezTo>
                  <a:cubicBezTo>
                    <a:pt x="35131" y="48494"/>
                    <a:pt x="36210" y="48525"/>
                    <a:pt x="37290" y="48588"/>
                  </a:cubicBezTo>
                  <a:cubicBezTo>
                    <a:pt x="37605" y="48608"/>
                    <a:pt x="37911" y="48632"/>
                    <a:pt x="38221" y="48647"/>
                  </a:cubicBezTo>
                  <a:cubicBezTo>
                    <a:pt x="38749" y="48687"/>
                    <a:pt x="39276" y="48731"/>
                    <a:pt x="39803" y="48780"/>
                  </a:cubicBezTo>
                  <a:cubicBezTo>
                    <a:pt x="39877" y="48785"/>
                    <a:pt x="39956" y="48795"/>
                    <a:pt x="40030" y="48805"/>
                  </a:cubicBezTo>
                  <a:cubicBezTo>
                    <a:pt x="41479" y="48958"/>
                    <a:pt x="42913" y="49165"/>
                    <a:pt x="44343" y="49426"/>
                  </a:cubicBezTo>
                  <a:cubicBezTo>
                    <a:pt x="44412" y="49436"/>
                    <a:pt x="44485" y="49446"/>
                    <a:pt x="44554" y="49456"/>
                  </a:cubicBezTo>
                  <a:cubicBezTo>
                    <a:pt x="51706" y="50801"/>
                    <a:pt x="58507" y="53517"/>
                    <a:pt x="64584" y="57440"/>
                  </a:cubicBezTo>
                  <a:cubicBezTo>
                    <a:pt x="65032" y="57730"/>
                    <a:pt x="65481" y="58026"/>
                    <a:pt x="65924" y="58332"/>
                  </a:cubicBezTo>
                  <a:lnTo>
                    <a:pt x="66166" y="58499"/>
                  </a:lnTo>
                  <a:cubicBezTo>
                    <a:pt x="66215" y="58539"/>
                    <a:pt x="66269" y="58573"/>
                    <a:pt x="66319" y="58613"/>
                  </a:cubicBezTo>
                  <a:cubicBezTo>
                    <a:pt x="67975" y="59771"/>
                    <a:pt x="69571" y="61008"/>
                    <a:pt x="71094" y="62334"/>
                  </a:cubicBezTo>
                  <a:cubicBezTo>
                    <a:pt x="75504" y="65908"/>
                    <a:pt x="80901" y="67775"/>
                    <a:pt x="86325" y="67775"/>
                  </a:cubicBezTo>
                  <a:cubicBezTo>
                    <a:pt x="90341" y="67775"/>
                    <a:pt x="94372" y="66751"/>
                    <a:pt x="98028" y="64640"/>
                  </a:cubicBezTo>
                  <a:lnTo>
                    <a:pt x="98640" y="64290"/>
                  </a:lnTo>
                  <a:cubicBezTo>
                    <a:pt x="113036" y="55981"/>
                    <a:pt x="114830" y="35951"/>
                    <a:pt x="102203" y="25138"/>
                  </a:cubicBezTo>
                  <a:cubicBezTo>
                    <a:pt x="98028" y="21560"/>
                    <a:pt x="93563" y="18307"/>
                    <a:pt x="88857" y="15419"/>
                  </a:cubicBezTo>
                  <a:cubicBezTo>
                    <a:pt x="75850" y="7435"/>
                    <a:pt x="60966" y="2216"/>
                    <a:pt x="45018" y="570"/>
                  </a:cubicBezTo>
                  <a:cubicBezTo>
                    <a:pt x="44811" y="555"/>
                    <a:pt x="44609" y="530"/>
                    <a:pt x="44407" y="511"/>
                  </a:cubicBezTo>
                  <a:cubicBezTo>
                    <a:pt x="44022" y="471"/>
                    <a:pt x="43643" y="437"/>
                    <a:pt x="43253" y="407"/>
                  </a:cubicBezTo>
                  <a:cubicBezTo>
                    <a:pt x="42741" y="363"/>
                    <a:pt x="42238" y="318"/>
                    <a:pt x="41726" y="284"/>
                  </a:cubicBezTo>
                  <a:lnTo>
                    <a:pt x="41381" y="259"/>
                  </a:lnTo>
                  <a:cubicBezTo>
                    <a:pt x="38938" y="87"/>
                    <a:pt x="36487" y="1"/>
                    <a:pt x="3403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9027;p59">
              <a:extLst>
                <a:ext uri="{FF2B5EF4-FFF2-40B4-BE49-F238E27FC236}">
                  <a16:creationId xmlns:a16="http://schemas.microsoft.com/office/drawing/2014/main" id="{5DD67E53-1C04-3A7A-D99D-001F40E3D019}"/>
                </a:ext>
              </a:extLst>
            </p:cNvPr>
            <p:cNvSpPr/>
            <p:nvPr/>
          </p:nvSpPr>
          <p:spPr>
            <a:xfrm>
              <a:off x="2559328" y="2381300"/>
              <a:ext cx="1294" cy="21877"/>
            </a:xfrm>
            <a:custGeom>
              <a:avLst/>
              <a:gdLst/>
              <a:ahLst/>
              <a:cxnLst/>
              <a:rect l="l" t="t" r="r" b="b"/>
              <a:pathLst>
                <a:path w="395" h="6680" extrusionOk="0">
                  <a:moveTo>
                    <a:pt x="395" y="1"/>
                  </a:moveTo>
                  <a:cubicBezTo>
                    <a:pt x="193" y="2219"/>
                    <a:pt x="65" y="4447"/>
                    <a:pt x="1" y="6679"/>
                  </a:cubicBezTo>
                  <a:lnTo>
                    <a:pt x="15" y="6679"/>
                  </a:lnTo>
                  <a:cubicBezTo>
                    <a:pt x="70" y="4447"/>
                    <a:pt x="198" y="2224"/>
                    <a:pt x="395" y="1"/>
                  </a:cubicBezTo>
                  <a:close/>
                </a:path>
              </a:pathLst>
            </a:custGeom>
            <a:solidFill>
              <a:srgbClr val="A5B7C5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028;p59">
              <a:extLst>
                <a:ext uri="{FF2B5EF4-FFF2-40B4-BE49-F238E27FC236}">
                  <a16:creationId xmlns:a16="http://schemas.microsoft.com/office/drawing/2014/main" id="{1EE6515A-0ED6-C46F-A40C-09A56AC60787}"/>
                </a:ext>
              </a:extLst>
            </p:cNvPr>
            <p:cNvSpPr/>
            <p:nvPr/>
          </p:nvSpPr>
          <p:spPr>
            <a:xfrm>
              <a:off x="2565429" y="2084349"/>
              <a:ext cx="327628" cy="318828"/>
            </a:xfrm>
            <a:custGeom>
              <a:avLst/>
              <a:gdLst/>
              <a:ahLst/>
              <a:cxnLst/>
              <a:rect l="l" t="t" r="r" b="b"/>
              <a:pathLst>
                <a:path w="100039" h="97352" extrusionOk="0">
                  <a:moveTo>
                    <a:pt x="75862" y="1"/>
                  </a:moveTo>
                  <a:cubicBezTo>
                    <a:pt x="73475" y="1"/>
                    <a:pt x="71037" y="363"/>
                    <a:pt x="68610" y="1132"/>
                  </a:cubicBezTo>
                  <a:cubicBezTo>
                    <a:pt x="68344" y="1221"/>
                    <a:pt x="68088" y="1304"/>
                    <a:pt x="67821" y="1398"/>
                  </a:cubicBezTo>
                  <a:cubicBezTo>
                    <a:pt x="50739" y="7450"/>
                    <a:pt x="35693" y="17810"/>
                    <a:pt x="23992" y="31181"/>
                  </a:cubicBezTo>
                  <a:cubicBezTo>
                    <a:pt x="23712" y="31482"/>
                    <a:pt x="23436" y="31782"/>
                    <a:pt x="23164" y="32098"/>
                  </a:cubicBezTo>
                  <a:cubicBezTo>
                    <a:pt x="11277" y="46021"/>
                    <a:pt x="3391" y="62709"/>
                    <a:pt x="1" y="80328"/>
                  </a:cubicBezTo>
                  <a:cubicBezTo>
                    <a:pt x="2554" y="68739"/>
                    <a:pt x="12822" y="61297"/>
                    <a:pt x="23723" y="61297"/>
                  </a:cubicBezTo>
                  <a:cubicBezTo>
                    <a:pt x="27782" y="61297"/>
                    <a:pt x="31928" y="62329"/>
                    <a:pt x="35796" y="64562"/>
                  </a:cubicBezTo>
                  <a:cubicBezTo>
                    <a:pt x="44628" y="69658"/>
                    <a:pt x="49414" y="79756"/>
                    <a:pt x="47546" y="89781"/>
                  </a:cubicBezTo>
                  <a:cubicBezTo>
                    <a:pt x="47077" y="92285"/>
                    <a:pt x="46787" y="94818"/>
                    <a:pt x="46663" y="97351"/>
                  </a:cubicBezTo>
                  <a:lnTo>
                    <a:pt x="46673" y="97351"/>
                  </a:lnTo>
                  <a:cubicBezTo>
                    <a:pt x="47166" y="87504"/>
                    <a:pt x="50227" y="77957"/>
                    <a:pt x="55550" y="69663"/>
                  </a:cubicBezTo>
                  <a:lnTo>
                    <a:pt x="55554" y="69673"/>
                  </a:lnTo>
                  <a:cubicBezTo>
                    <a:pt x="60882" y="61417"/>
                    <a:pt x="68309" y="54651"/>
                    <a:pt x="77082" y="50131"/>
                  </a:cubicBezTo>
                  <a:cubicBezTo>
                    <a:pt x="79251" y="49007"/>
                    <a:pt x="81503" y="48027"/>
                    <a:pt x="83834" y="47189"/>
                  </a:cubicBezTo>
                  <a:cubicBezTo>
                    <a:pt x="93523" y="43714"/>
                    <a:pt x="100039" y="34611"/>
                    <a:pt x="100039" y="24316"/>
                  </a:cubicBezTo>
                  <a:cubicBezTo>
                    <a:pt x="100039" y="10476"/>
                    <a:pt x="88701" y="1"/>
                    <a:pt x="7586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029;p59">
              <a:extLst>
                <a:ext uri="{FF2B5EF4-FFF2-40B4-BE49-F238E27FC236}">
                  <a16:creationId xmlns:a16="http://schemas.microsoft.com/office/drawing/2014/main" id="{D4518547-F063-2F22-A612-EEBFB4506980}"/>
                </a:ext>
              </a:extLst>
            </p:cNvPr>
            <p:cNvSpPr/>
            <p:nvPr/>
          </p:nvSpPr>
          <p:spPr>
            <a:xfrm>
              <a:off x="2560618" y="2347407"/>
              <a:ext cx="4814" cy="33896"/>
            </a:xfrm>
            <a:custGeom>
              <a:avLst/>
              <a:gdLst/>
              <a:ahLst/>
              <a:cxnLst/>
              <a:rect l="l" t="t" r="r" b="b"/>
              <a:pathLst>
                <a:path w="1470" h="10350" extrusionOk="0">
                  <a:moveTo>
                    <a:pt x="1470" y="0"/>
                  </a:moveTo>
                  <a:lnTo>
                    <a:pt x="1470" y="0"/>
                  </a:lnTo>
                  <a:cubicBezTo>
                    <a:pt x="1401" y="306"/>
                    <a:pt x="1337" y="611"/>
                    <a:pt x="1282" y="917"/>
                  </a:cubicBezTo>
                  <a:cubicBezTo>
                    <a:pt x="711" y="4042"/>
                    <a:pt x="287" y="7191"/>
                    <a:pt x="1" y="10350"/>
                  </a:cubicBezTo>
                  <a:cubicBezTo>
                    <a:pt x="316" y="6875"/>
                    <a:pt x="809" y="3421"/>
                    <a:pt x="1470" y="0"/>
                  </a:cubicBezTo>
                  <a:close/>
                </a:path>
              </a:pathLst>
            </a:custGeom>
            <a:solidFill>
              <a:srgbClr val="667E9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030;p59">
              <a:extLst>
                <a:ext uri="{FF2B5EF4-FFF2-40B4-BE49-F238E27FC236}">
                  <a16:creationId xmlns:a16="http://schemas.microsoft.com/office/drawing/2014/main" id="{BB0E3141-2939-62FA-72ED-257A7BC403DD}"/>
                </a:ext>
              </a:extLst>
            </p:cNvPr>
            <p:cNvSpPr/>
            <p:nvPr/>
          </p:nvSpPr>
          <p:spPr>
            <a:xfrm>
              <a:off x="2559249" y="2285083"/>
              <a:ext cx="222808" cy="417520"/>
            </a:xfrm>
            <a:custGeom>
              <a:avLst/>
              <a:gdLst/>
              <a:ahLst/>
              <a:cxnLst/>
              <a:rect l="l" t="t" r="r" b="b"/>
              <a:pathLst>
                <a:path w="68033" h="127487" extrusionOk="0">
                  <a:moveTo>
                    <a:pt x="25602" y="1"/>
                  </a:moveTo>
                  <a:cubicBezTo>
                    <a:pt x="14703" y="1"/>
                    <a:pt x="4439" y="7441"/>
                    <a:pt x="1883" y="19035"/>
                  </a:cubicBezTo>
                  <a:cubicBezTo>
                    <a:pt x="1227" y="22455"/>
                    <a:pt x="734" y="25910"/>
                    <a:pt x="419" y="29385"/>
                  </a:cubicBezTo>
                  <a:cubicBezTo>
                    <a:pt x="222" y="31603"/>
                    <a:pt x="94" y="33835"/>
                    <a:pt x="35" y="36063"/>
                  </a:cubicBezTo>
                  <a:cubicBezTo>
                    <a:pt x="10" y="36975"/>
                    <a:pt x="0" y="37887"/>
                    <a:pt x="0" y="38798"/>
                  </a:cubicBezTo>
                  <a:cubicBezTo>
                    <a:pt x="0" y="56881"/>
                    <a:pt x="4588" y="73904"/>
                    <a:pt x="12671" y="88749"/>
                  </a:cubicBezTo>
                  <a:lnTo>
                    <a:pt x="12691" y="88739"/>
                  </a:lnTo>
                  <a:cubicBezTo>
                    <a:pt x="13125" y="89537"/>
                    <a:pt x="13568" y="90331"/>
                    <a:pt x="14022" y="91119"/>
                  </a:cubicBezTo>
                  <a:cubicBezTo>
                    <a:pt x="22883" y="106467"/>
                    <a:pt x="35042" y="118709"/>
                    <a:pt x="49088" y="127487"/>
                  </a:cubicBezTo>
                  <a:cubicBezTo>
                    <a:pt x="44716" y="124746"/>
                    <a:pt x="40552" y="121676"/>
                    <a:pt x="36624" y="118320"/>
                  </a:cubicBezTo>
                  <a:cubicBezTo>
                    <a:pt x="23997" y="107507"/>
                    <a:pt x="25796" y="87482"/>
                    <a:pt x="40192" y="79163"/>
                  </a:cubicBezTo>
                  <a:lnTo>
                    <a:pt x="40803" y="78813"/>
                  </a:lnTo>
                  <a:cubicBezTo>
                    <a:pt x="44454" y="76704"/>
                    <a:pt x="48478" y="75683"/>
                    <a:pt x="52488" y="75683"/>
                  </a:cubicBezTo>
                  <a:cubicBezTo>
                    <a:pt x="58037" y="75683"/>
                    <a:pt x="63561" y="77639"/>
                    <a:pt x="68033" y="81376"/>
                  </a:cubicBezTo>
                  <a:cubicBezTo>
                    <a:pt x="63232" y="77255"/>
                    <a:pt x="59166" y="72352"/>
                    <a:pt x="56012" y="66871"/>
                  </a:cubicBezTo>
                  <a:cubicBezTo>
                    <a:pt x="55559" y="66078"/>
                    <a:pt x="55120" y="65279"/>
                    <a:pt x="54706" y="64471"/>
                  </a:cubicBezTo>
                  <a:cubicBezTo>
                    <a:pt x="54642" y="64348"/>
                    <a:pt x="54583" y="64220"/>
                    <a:pt x="54514" y="64096"/>
                  </a:cubicBezTo>
                  <a:cubicBezTo>
                    <a:pt x="54272" y="63618"/>
                    <a:pt x="54041" y="63145"/>
                    <a:pt x="53819" y="62667"/>
                  </a:cubicBezTo>
                  <a:cubicBezTo>
                    <a:pt x="53691" y="62396"/>
                    <a:pt x="53558" y="62115"/>
                    <a:pt x="53435" y="61839"/>
                  </a:cubicBezTo>
                  <a:cubicBezTo>
                    <a:pt x="53164" y="61243"/>
                    <a:pt x="52902" y="60637"/>
                    <a:pt x="52656" y="60035"/>
                  </a:cubicBezTo>
                  <a:cubicBezTo>
                    <a:pt x="52567" y="59823"/>
                    <a:pt x="52488" y="59616"/>
                    <a:pt x="52409" y="59399"/>
                  </a:cubicBezTo>
                  <a:cubicBezTo>
                    <a:pt x="52212" y="58902"/>
                    <a:pt x="52020" y="58404"/>
                    <a:pt x="51843" y="57901"/>
                  </a:cubicBezTo>
                  <a:cubicBezTo>
                    <a:pt x="49305" y="50888"/>
                    <a:pt x="48196" y="43461"/>
                    <a:pt x="48550" y="36058"/>
                  </a:cubicBezTo>
                  <a:cubicBezTo>
                    <a:pt x="48674" y="33525"/>
                    <a:pt x="48964" y="30992"/>
                    <a:pt x="49433" y="28488"/>
                  </a:cubicBezTo>
                  <a:cubicBezTo>
                    <a:pt x="51301" y="18463"/>
                    <a:pt x="46510" y="8365"/>
                    <a:pt x="37683" y="3269"/>
                  </a:cubicBezTo>
                  <a:cubicBezTo>
                    <a:pt x="33812" y="1033"/>
                    <a:pt x="29663" y="1"/>
                    <a:pt x="25602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" name="Google Shape;9068;p59">
            <a:extLst>
              <a:ext uri="{FF2B5EF4-FFF2-40B4-BE49-F238E27FC236}">
                <a16:creationId xmlns:a16="http://schemas.microsoft.com/office/drawing/2014/main" id="{16E39676-9030-E744-C89C-DB18F61308A4}"/>
              </a:ext>
            </a:extLst>
          </p:cNvPr>
          <p:cNvGrpSpPr/>
          <p:nvPr/>
        </p:nvGrpSpPr>
        <p:grpSpPr>
          <a:xfrm>
            <a:off x="584240" y="1007680"/>
            <a:ext cx="965437" cy="938827"/>
            <a:chOff x="2499700" y="1135950"/>
            <a:chExt cx="732402" cy="777990"/>
          </a:xfrm>
        </p:grpSpPr>
        <p:grpSp>
          <p:nvGrpSpPr>
            <p:cNvPr id="18" name="Google Shape;9069;p59">
              <a:extLst>
                <a:ext uri="{FF2B5EF4-FFF2-40B4-BE49-F238E27FC236}">
                  <a16:creationId xmlns:a16="http://schemas.microsoft.com/office/drawing/2014/main" id="{43E7D58F-F0A2-878C-2887-7067ECBEC647}"/>
                </a:ext>
              </a:extLst>
            </p:cNvPr>
            <p:cNvGrpSpPr/>
            <p:nvPr/>
          </p:nvGrpSpPr>
          <p:grpSpPr>
            <a:xfrm>
              <a:off x="2499700" y="1135950"/>
              <a:ext cx="732402" cy="694705"/>
              <a:chOff x="2499700" y="1135950"/>
              <a:chExt cx="732402" cy="694705"/>
            </a:xfrm>
          </p:grpSpPr>
          <p:sp>
            <p:nvSpPr>
              <p:cNvPr id="25" name="Google Shape;9070;p59">
                <a:extLst>
                  <a:ext uri="{FF2B5EF4-FFF2-40B4-BE49-F238E27FC236}">
                    <a16:creationId xmlns:a16="http://schemas.microsoft.com/office/drawing/2014/main" id="{BBA4069B-E631-C026-A971-257661DB317B}"/>
                  </a:ext>
                </a:extLst>
              </p:cNvPr>
              <p:cNvSpPr/>
              <p:nvPr/>
            </p:nvSpPr>
            <p:spPr>
              <a:xfrm>
                <a:off x="2721907" y="1135950"/>
                <a:ext cx="288719" cy="199571"/>
              </a:xfrm>
              <a:custGeom>
                <a:avLst/>
                <a:gdLst/>
                <a:ahLst/>
                <a:cxnLst/>
                <a:rect l="l" t="t" r="r" b="b"/>
                <a:pathLst>
                  <a:path w="81559" h="56376" extrusionOk="0">
                    <a:moveTo>
                      <a:pt x="40780" y="1"/>
                    </a:moveTo>
                    <a:cubicBezTo>
                      <a:pt x="38862" y="1"/>
                      <a:pt x="36944" y="556"/>
                      <a:pt x="35329" y="1666"/>
                    </a:cubicBezTo>
                    <a:cubicBezTo>
                      <a:pt x="24427" y="9338"/>
                      <a:pt x="1211" y="28718"/>
                      <a:pt x="0" y="51329"/>
                    </a:cubicBezTo>
                    <a:lnTo>
                      <a:pt x="1211" y="51732"/>
                    </a:lnTo>
                    <a:cubicBezTo>
                      <a:pt x="4845" y="52944"/>
                      <a:pt x="8479" y="54357"/>
                      <a:pt x="12113" y="56174"/>
                    </a:cubicBezTo>
                    <a:lnTo>
                      <a:pt x="12113" y="53145"/>
                    </a:lnTo>
                    <a:cubicBezTo>
                      <a:pt x="12113" y="36591"/>
                      <a:pt x="29071" y="22662"/>
                      <a:pt x="36944" y="17009"/>
                    </a:cubicBezTo>
                    <a:cubicBezTo>
                      <a:pt x="38155" y="16202"/>
                      <a:pt x="39467" y="15798"/>
                      <a:pt x="40780" y="15798"/>
                    </a:cubicBezTo>
                    <a:cubicBezTo>
                      <a:pt x="42092" y="15798"/>
                      <a:pt x="43404" y="16202"/>
                      <a:pt x="44615" y="17009"/>
                    </a:cubicBezTo>
                    <a:cubicBezTo>
                      <a:pt x="52489" y="22662"/>
                      <a:pt x="69446" y="36591"/>
                      <a:pt x="69446" y="53145"/>
                    </a:cubicBezTo>
                    <a:lnTo>
                      <a:pt x="69446" y="56376"/>
                    </a:lnTo>
                    <a:cubicBezTo>
                      <a:pt x="72878" y="54559"/>
                      <a:pt x="76512" y="53145"/>
                      <a:pt x="80146" y="51934"/>
                    </a:cubicBezTo>
                    <a:lnTo>
                      <a:pt x="81559" y="51530"/>
                    </a:lnTo>
                    <a:cubicBezTo>
                      <a:pt x="80751" y="28920"/>
                      <a:pt x="57132" y="9540"/>
                      <a:pt x="46230" y="1666"/>
                    </a:cubicBezTo>
                    <a:cubicBezTo>
                      <a:pt x="44615" y="556"/>
                      <a:pt x="42697" y="1"/>
                      <a:pt x="407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071;p59">
                <a:extLst>
                  <a:ext uri="{FF2B5EF4-FFF2-40B4-BE49-F238E27FC236}">
                    <a16:creationId xmlns:a16="http://schemas.microsoft.com/office/drawing/2014/main" id="{89E96267-5699-CFD9-4934-32B1FD170D0A}"/>
                  </a:ext>
                </a:extLst>
              </p:cNvPr>
              <p:cNvSpPr/>
              <p:nvPr/>
            </p:nvSpPr>
            <p:spPr>
              <a:xfrm>
                <a:off x="2499700" y="1313180"/>
                <a:ext cx="225119" cy="278853"/>
              </a:xfrm>
              <a:custGeom>
                <a:avLst/>
                <a:gdLst/>
                <a:ahLst/>
                <a:cxnLst/>
                <a:rect l="l" t="t" r="r" b="b"/>
                <a:pathLst>
                  <a:path w="63593" h="78772" extrusionOk="0">
                    <a:moveTo>
                      <a:pt x="53819" y="1"/>
                    </a:moveTo>
                    <a:cubicBezTo>
                      <a:pt x="53376" y="1"/>
                      <a:pt x="52933" y="13"/>
                      <a:pt x="52489" y="39"/>
                    </a:cubicBezTo>
                    <a:cubicBezTo>
                      <a:pt x="33311" y="39"/>
                      <a:pt x="13527" y="12758"/>
                      <a:pt x="4442" y="19420"/>
                    </a:cubicBezTo>
                    <a:cubicBezTo>
                      <a:pt x="1212" y="21842"/>
                      <a:pt x="1" y="26082"/>
                      <a:pt x="1212" y="29917"/>
                    </a:cubicBezTo>
                    <a:cubicBezTo>
                      <a:pt x="5048" y="42434"/>
                      <a:pt x="16353" y="70697"/>
                      <a:pt x="37550" y="78772"/>
                    </a:cubicBezTo>
                    <a:cubicBezTo>
                      <a:pt x="37752" y="78368"/>
                      <a:pt x="37954" y="77964"/>
                      <a:pt x="38156" y="77561"/>
                    </a:cubicBezTo>
                    <a:cubicBezTo>
                      <a:pt x="40377" y="74533"/>
                      <a:pt x="43001" y="71504"/>
                      <a:pt x="45827" y="68678"/>
                    </a:cubicBezTo>
                    <a:cubicBezTo>
                      <a:pt x="44818" y="68476"/>
                      <a:pt x="43809" y="68072"/>
                      <a:pt x="42799" y="67871"/>
                    </a:cubicBezTo>
                    <a:cubicBezTo>
                      <a:pt x="27255" y="62824"/>
                      <a:pt x="19179" y="42232"/>
                      <a:pt x="16151" y="32946"/>
                    </a:cubicBezTo>
                    <a:cubicBezTo>
                      <a:pt x="15344" y="30321"/>
                      <a:pt x="16353" y="27293"/>
                      <a:pt x="18574" y="25678"/>
                    </a:cubicBezTo>
                    <a:cubicBezTo>
                      <a:pt x="25034" y="20833"/>
                      <a:pt x="38963" y="11748"/>
                      <a:pt x="52489" y="11748"/>
                    </a:cubicBezTo>
                    <a:cubicBezTo>
                      <a:pt x="55316" y="11748"/>
                      <a:pt x="57940" y="12152"/>
                      <a:pt x="60564" y="12960"/>
                    </a:cubicBezTo>
                    <a:cubicBezTo>
                      <a:pt x="61574" y="13363"/>
                      <a:pt x="62583" y="13767"/>
                      <a:pt x="63593" y="14171"/>
                    </a:cubicBezTo>
                    <a:cubicBezTo>
                      <a:pt x="62987" y="10335"/>
                      <a:pt x="62785" y="6701"/>
                      <a:pt x="62785" y="2866"/>
                    </a:cubicBezTo>
                    <a:lnTo>
                      <a:pt x="62785" y="1452"/>
                    </a:lnTo>
                    <a:cubicBezTo>
                      <a:pt x="59796" y="573"/>
                      <a:pt x="56808" y="1"/>
                      <a:pt x="53819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072;p59">
                <a:extLst>
                  <a:ext uri="{FF2B5EF4-FFF2-40B4-BE49-F238E27FC236}">
                    <a16:creationId xmlns:a16="http://schemas.microsoft.com/office/drawing/2014/main" id="{FFEB182A-3E5D-74EE-4219-0E8FA98DA21D}"/>
                  </a:ext>
                </a:extLst>
              </p:cNvPr>
              <p:cNvSpPr/>
              <p:nvPr/>
            </p:nvSpPr>
            <p:spPr>
              <a:xfrm>
                <a:off x="2721907" y="1317604"/>
                <a:ext cx="53599" cy="72899"/>
              </a:xfrm>
              <a:custGeom>
                <a:avLst/>
                <a:gdLst/>
                <a:ahLst/>
                <a:cxnLst/>
                <a:rect l="l" t="t" r="r" b="b"/>
                <a:pathLst>
                  <a:path w="15141" h="20593" extrusionOk="0">
                    <a:moveTo>
                      <a:pt x="0" y="1"/>
                    </a:moveTo>
                    <a:lnTo>
                      <a:pt x="0" y="1414"/>
                    </a:lnTo>
                    <a:cubicBezTo>
                      <a:pt x="0" y="5249"/>
                      <a:pt x="202" y="9085"/>
                      <a:pt x="808" y="12921"/>
                    </a:cubicBezTo>
                    <a:cubicBezTo>
                      <a:pt x="5653" y="14738"/>
                      <a:pt x="9892" y="17362"/>
                      <a:pt x="13930" y="20592"/>
                    </a:cubicBezTo>
                    <a:cubicBezTo>
                      <a:pt x="14333" y="20188"/>
                      <a:pt x="14737" y="19785"/>
                      <a:pt x="15141" y="19583"/>
                    </a:cubicBezTo>
                    <a:cubicBezTo>
                      <a:pt x="13324" y="14738"/>
                      <a:pt x="12315" y="9893"/>
                      <a:pt x="12113" y="4846"/>
                    </a:cubicBezTo>
                    <a:cubicBezTo>
                      <a:pt x="8681" y="3029"/>
                      <a:pt x="5047" y="1414"/>
                      <a:pt x="1211" y="404"/>
                    </a:cubicBezTo>
                    <a:lnTo>
                      <a:pt x="0" y="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073;p59">
                <a:extLst>
                  <a:ext uri="{FF2B5EF4-FFF2-40B4-BE49-F238E27FC236}">
                    <a16:creationId xmlns:a16="http://schemas.microsoft.com/office/drawing/2014/main" id="{7E40D0E2-1148-9E07-1316-7DB1CC0C2312}"/>
                  </a:ext>
                </a:extLst>
              </p:cNvPr>
              <p:cNvSpPr/>
              <p:nvPr/>
            </p:nvSpPr>
            <p:spPr>
              <a:xfrm>
                <a:off x="2764773" y="1334751"/>
                <a:ext cx="47171" cy="52173"/>
              </a:xfrm>
              <a:custGeom>
                <a:avLst/>
                <a:gdLst/>
                <a:ahLst/>
                <a:cxnLst/>
                <a:rect l="l" t="t" r="r" b="b"/>
                <a:pathLst>
                  <a:path w="13325" h="14738" extrusionOk="0">
                    <a:moveTo>
                      <a:pt x="1" y="1"/>
                    </a:moveTo>
                    <a:cubicBezTo>
                      <a:pt x="203" y="5048"/>
                      <a:pt x="1212" y="9893"/>
                      <a:pt x="3029" y="14738"/>
                    </a:cubicBezTo>
                    <a:cubicBezTo>
                      <a:pt x="6259" y="12315"/>
                      <a:pt x="9691" y="10498"/>
                      <a:pt x="13325" y="9085"/>
                    </a:cubicBezTo>
                    <a:cubicBezTo>
                      <a:pt x="9287" y="5451"/>
                      <a:pt x="4846" y="2423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074;p59">
                <a:extLst>
                  <a:ext uri="{FF2B5EF4-FFF2-40B4-BE49-F238E27FC236}">
                    <a16:creationId xmlns:a16="http://schemas.microsoft.com/office/drawing/2014/main" id="{7AD52C7D-D324-C24D-8529-2D32D3A71D8C}"/>
                  </a:ext>
                </a:extLst>
              </p:cNvPr>
              <p:cNvSpPr/>
              <p:nvPr/>
            </p:nvSpPr>
            <p:spPr>
              <a:xfrm>
                <a:off x="2554001" y="1354757"/>
                <a:ext cx="187956" cy="201536"/>
              </a:xfrm>
              <a:custGeom>
                <a:avLst/>
                <a:gdLst/>
                <a:ahLst/>
                <a:cxnLst/>
                <a:rect l="l" t="t" r="r" b="b"/>
                <a:pathLst>
                  <a:path w="53095" h="56931" extrusionOk="0">
                    <a:moveTo>
                      <a:pt x="37146" y="0"/>
                    </a:moveTo>
                    <a:cubicBezTo>
                      <a:pt x="23620" y="0"/>
                      <a:pt x="9489" y="9085"/>
                      <a:pt x="3231" y="13930"/>
                    </a:cubicBezTo>
                    <a:cubicBezTo>
                      <a:pt x="808" y="15545"/>
                      <a:pt x="1" y="18573"/>
                      <a:pt x="808" y="21198"/>
                    </a:cubicBezTo>
                    <a:cubicBezTo>
                      <a:pt x="3634" y="30282"/>
                      <a:pt x="11710" y="51076"/>
                      <a:pt x="27456" y="56123"/>
                    </a:cubicBezTo>
                    <a:cubicBezTo>
                      <a:pt x="28466" y="56324"/>
                      <a:pt x="29273" y="56728"/>
                      <a:pt x="30282" y="56930"/>
                    </a:cubicBezTo>
                    <a:cubicBezTo>
                      <a:pt x="34926" y="52287"/>
                      <a:pt x="40174" y="48249"/>
                      <a:pt x="46029" y="45221"/>
                    </a:cubicBezTo>
                    <a:cubicBezTo>
                      <a:pt x="46029" y="44414"/>
                      <a:pt x="46029" y="43404"/>
                      <a:pt x="46029" y="42395"/>
                    </a:cubicBezTo>
                    <a:cubicBezTo>
                      <a:pt x="45827" y="34118"/>
                      <a:pt x="48452" y="25841"/>
                      <a:pt x="53095" y="18977"/>
                    </a:cubicBezTo>
                    <a:cubicBezTo>
                      <a:pt x="50672" y="13728"/>
                      <a:pt x="49057" y="8075"/>
                      <a:pt x="48250" y="2423"/>
                    </a:cubicBezTo>
                    <a:cubicBezTo>
                      <a:pt x="47240" y="2019"/>
                      <a:pt x="46231" y="1615"/>
                      <a:pt x="45221" y="1413"/>
                    </a:cubicBezTo>
                    <a:cubicBezTo>
                      <a:pt x="42597" y="404"/>
                      <a:pt x="39771" y="0"/>
                      <a:pt x="37146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9075;p59">
                <a:extLst>
                  <a:ext uri="{FF2B5EF4-FFF2-40B4-BE49-F238E27FC236}">
                    <a16:creationId xmlns:a16="http://schemas.microsoft.com/office/drawing/2014/main" id="{920F6058-1BC1-BBB1-FAD4-39E3B1FA0A07}"/>
                  </a:ext>
                </a:extLst>
              </p:cNvPr>
              <p:cNvSpPr/>
              <p:nvPr/>
            </p:nvSpPr>
            <p:spPr>
              <a:xfrm>
                <a:off x="2724763" y="1363329"/>
                <a:ext cx="46455" cy="58605"/>
              </a:xfrm>
              <a:custGeom>
                <a:avLst/>
                <a:gdLst/>
                <a:ahLst/>
                <a:cxnLst/>
                <a:rect l="l" t="t" r="r" b="b"/>
                <a:pathLst>
                  <a:path w="13123" h="16555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010" y="5653"/>
                      <a:pt x="2625" y="11306"/>
                      <a:pt x="4846" y="16555"/>
                    </a:cubicBezTo>
                    <a:cubicBezTo>
                      <a:pt x="6461" y="14334"/>
                      <a:pt x="8076" y="12315"/>
                      <a:pt x="10095" y="10297"/>
                    </a:cubicBezTo>
                    <a:cubicBezTo>
                      <a:pt x="10902" y="9489"/>
                      <a:pt x="12113" y="8480"/>
                      <a:pt x="13123" y="7672"/>
                    </a:cubicBezTo>
                    <a:cubicBezTo>
                      <a:pt x="9085" y="4442"/>
                      <a:pt x="4846" y="1818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9076;p59">
                <a:extLst>
                  <a:ext uri="{FF2B5EF4-FFF2-40B4-BE49-F238E27FC236}">
                    <a16:creationId xmlns:a16="http://schemas.microsoft.com/office/drawing/2014/main" id="{4B4CFD89-8B2E-E832-46AC-E41FCB2E79E5}"/>
                  </a:ext>
                </a:extLst>
              </p:cNvPr>
              <p:cNvSpPr/>
              <p:nvPr/>
            </p:nvSpPr>
            <p:spPr>
              <a:xfrm>
                <a:off x="2587581" y="1591246"/>
                <a:ext cx="277288" cy="238695"/>
              </a:xfrm>
              <a:custGeom>
                <a:avLst/>
                <a:gdLst/>
                <a:ahLst/>
                <a:cxnLst/>
                <a:rect l="l" t="t" r="r" b="b"/>
                <a:pathLst>
                  <a:path w="78330" h="67428" extrusionOk="0">
                    <a:moveTo>
                      <a:pt x="12719" y="0"/>
                    </a:moveTo>
                    <a:cubicBezTo>
                      <a:pt x="1" y="18977"/>
                      <a:pt x="7672" y="48451"/>
                      <a:pt x="11912" y="61169"/>
                    </a:cubicBezTo>
                    <a:cubicBezTo>
                      <a:pt x="13123" y="64803"/>
                      <a:pt x="16555" y="67428"/>
                      <a:pt x="20593" y="67428"/>
                    </a:cubicBezTo>
                    <a:lnTo>
                      <a:pt x="22006" y="67428"/>
                    </a:lnTo>
                    <a:cubicBezTo>
                      <a:pt x="35935" y="67428"/>
                      <a:pt x="64602" y="65207"/>
                      <a:pt x="78330" y="48047"/>
                    </a:cubicBezTo>
                    <a:cubicBezTo>
                      <a:pt x="78128" y="47643"/>
                      <a:pt x="77724" y="47442"/>
                      <a:pt x="77522" y="47038"/>
                    </a:cubicBezTo>
                    <a:cubicBezTo>
                      <a:pt x="75302" y="43808"/>
                      <a:pt x="73283" y="40578"/>
                      <a:pt x="71466" y="37146"/>
                    </a:cubicBezTo>
                    <a:cubicBezTo>
                      <a:pt x="70860" y="37953"/>
                      <a:pt x="70457" y="38761"/>
                      <a:pt x="69851" y="39568"/>
                    </a:cubicBezTo>
                    <a:cubicBezTo>
                      <a:pt x="60363" y="52489"/>
                      <a:pt x="39367" y="54104"/>
                      <a:pt x="29273" y="54104"/>
                    </a:cubicBezTo>
                    <a:lnTo>
                      <a:pt x="28466" y="54104"/>
                    </a:lnTo>
                    <a:cubicBezTo>
                      <a:pt x="25640" y="54104"/>
                      <a:pt x="23015" y="52287"/>
                      <a:pt x="22208" y="49662"/>
                    </a:cubicBezTo>
                    <a:cubicBezTo>
                      <a:pt x="19179" y="40578"/>
                      <a:pt x="13527" y="18977"/>
                      <a:pt x="23217" y="5855"/>
                    </a:cubicBezTo>
                    <a:cubicBezTo>
                      <a:pt x="23823" y="4845"/>
                      <a:pt x="24428" y="4038"/>
                      <a:pt x="25236" y="3230"/>
                    </a:cubicBezTo>
                    <a:cubicBezTo>
                      <a:pt x="21400" y="2625"/>
                      <a:pt x="17766" y="1817"/>
                      <a:pt x="14132" y="606"/>
                    </a:cubicBezTo>
                    <a:cubicBezTo>
                      <a:pt x="13527" y="404"/>
                      <a:pt x="13123" y="202"/>
                      <a:pt x="1271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9077;p59">
                <a:extLst>
                  <a:ext uri="{FF2B5EF4-FFF2-40B4-BE49-F238E27FC236}">
                    <a16:creationId xmlns:a16="http://schemas.microsoft.com/office/drawing/2014/main" id="{0B128E9F-7590-13C8-5084-A342B189A391}"/>
                  </a:ext>
                </a:extLst>
              </p:cNvPr>
              <p:cNvSpPr/>
              <p:nvPr/>
            </p:nvSpPr>
            <p:spPr>
              <a:xfrm>
                <a:off x="2631881" y="1556237"/>
                <a:ext cx="95768" cy="46455"/>
              </a:xfrm>
              <a:custGeom>
                <a:avLst/>
                <a:gdLst/>
                <a:ahLst/>
                <a:cxnLst/>
                <a:rect l="l" t="t" r="r" b="b"/>
                <a:pathLst>
                  <a:path w="27053" h="13123" extrusionOk="0">
                    <a:moveTo>
                      <a:pt x="8277" y="0"/>
                    </a:moveTo>
                    <a:cubicBezTo>
                      <a:pt x="5451" y="2826"/>
                      <a:pt x="3029" y="5653"/>
                      <a:pt x="808" y="8883"/>
                    </a:cubicBezTo>
                    <a:cubicBezTo>
                      <a:pt x="404" y="9286"/>
                      <a:pt x="202" y="9690"/>
                      <a:pt x="0" y="9892"/>
                    </a:cubicBezTo>
                    <a:cubicBezTo>
                      <a:pt x="606" y="10094"/>
                      <a:pt x="1010" y="10296"/>
                      <a:pt x="1414" y="10498"/>
                    </a:cubicBezTo>
                    <a:cubicBezTo>
                      <a:pt x="5047" y="11709"/>
                      <a:pt x="8883" y="12517"/>
                      <a:pt x="12719" y="13122"/>
                    </a:cubicBezTo>
                    <a:cubicBezTo>
                      <a:pt x="16554" y="8277"/>
                      <a:pt x="21601" y="4240"/>
                      <a:pt x="27052" y="1211"/>
                    </a:cubicBezTo>
                    <a:lnTo>
                      <a:pt x="27052" y="1211"/>
                    </a:lnTo>
                    <a:cubicBezTo>
                      <a:pt x="25033" y="1615"/>
                      <a:pt x="23015" y="1615"/>
                      <a:pt x="20996" y="1615"/>
                    </a:cubicBezTo>
                    <a:cubicBezTo>
                      <a:pt x="16756" y="1615"/>
                      <a:pt x="12517" y="1009"/>
                      <a:pt x="827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9078;p59">
                <a:extLst>
                  <a:ext uri="{FF2B5EF4-FFF2-40B4-BE49-F238E27FC236}">
                    <a16:creationId xmlns:a16="http://schemas.microsoft.com/office/drawing/2014/main" id="{4B33D099-C1F4-66BF-B365-5DEC072EFC30}"/>
                  </a:ext>
                </a:extLst>
              </p:cNvPr>
              <p:cNvSpPr/>
              <p:nvPr/>
            </p:nvSpPr>
            <p:spPr>
              <a:xfrm>
                <a:off x="2661889" y="1514798"/>
                <a:ext cx="66467" cy="47170"/>
              </a:xfrm>
              <a:custGeom>
                <a:avLst/>
                <a:gdLst/>
                <a:ahLst/>
                <a:cxnLst/>
                <a:rect l="l" t="t" r="r" b="b"/>
                <a:pathLst>
                  <a:path w="18776" h="13325" extrusionOk="0">
                    <a:moveTo>
                      <a:pt x="15747" y="0"/>
                    </a:moveTo>
                    <a:cubicBezTo>
                      <a:pt x="9892" y="3028"/>
                      <a:pt x="4644" y="7066"/>
                      <a:pt x="0" y="11709"/>
                    </a:cubicBezTo>
                    <a:cubicBezTo>
                      <a:pt x="4038" y="12718"/>
                      <a:pt x="8277" y="13324"/>
                      <a:pt x="12517" y="13324"/>
                    </a:cubicBezTo>
                    <a:cubicBezTo>
                      <a:pt x="14536" y="13324"/>
                      <a:pt x="16756" y="13122"/>
                      <a:pt x="18775" y="12920"/>
                    </a:cubicBezTo>
                    <a:cubicBezTo>
                      <a:pt x="16958" y="8883"/>
                      <a:pt x="16151" y="4441"/>
                      <a:pt x="15747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9079;p59">
                <a:extLst>
                  <a:ext uri="{FF2B5EF4-FFF2-40B4-BE49-F238E27FC236}">
                    <a16:creationId xmlns:a16="http://schemas.microsoft.com/office/drawing/2014/main" id="{8DB943EE-9D0A-EB4D-B01A-2D89232F18EF}"/>
                  </a:ext>
                </a:extLst>
              </p:cNvPr>
              <p:cNvSpPr/>
              <p:nvPr/>
            </p:nvSpPr>
            <p:spPr>
              <a:xfrm>
                <a:off x="2635452" y="1602677"/>
                <a:ext cx="205108" cy="180094"/>
              </a:xfrm>
              <a:custGeom>
                <a:avLst/>
                <a:gdLst/>
                <a:ahLst/>
                <a:cxnLst/>
                <a:rect l="l" t="t" r="r" b="b"/>
                <a:pathLst>
                  <a:path w="57940" h="50874" extrusionOk="0">
                    <a:moveTo>
                      <a:pt x="11710" y="0"/>
                    </a:moveTo>
                    <a:cubicBezTo>
                      <a:pt x="10902" y="808"/>
                      <a:pt x="10297" y="1615"/>
                      <a:pt x="9691" y="2625"/>
                    </a:cubicBezTo>
                    <a:cubicBezTo>
                      <a:pt x="1" y="15949"/>
                      <a:pt x="5653" y="37348"/>
                      <a:pt x="8682" y="46432"/>
                    </a:cubicBezTo>
                    <a:cubicBezTo>
                      <a:pt x="9489" y="49057"/>
                      <a:pt x="12114" y="50874"/>
                      <a:pt x="14940" y="50874"/>
                    </a:cubicBezTo>
                    <a:lnTo>
                      <a:pt x="15747" y="50874"/>
                    </a:lnTo>
                    <a:cubicBezTo>
                      <a:pt x="25841" y="50874"/>
                      <a:pt x="46837" y="49259"/>
                      <a:pt x="56325" y="36338"/>
                    </a:cubicBezTo>
                    <a:cubicBezTo>
                      <a:pt x="56931" y="35531"/>
                      <a:pt x="57334" y="34723"/>
                      <a:pt x="57940" y="33916"/>
                    </a:cubicBezTo>
                    <a:cubicBezTo>
                      <a:pt x="54508" y="27052"/>
                      <a:pt x="52085" y="19582"/>
                      <a:pt x="51278" y="11911"/>
                    </a:cubicBezTo>
                    <a:cubicBezTo>
                      <a:pt x="45222" y="9892"/>
                      <a:pt x="39771" y="6460"/>
                      <a:pt x="35330" y="2019"/>
                    </a:cubicBezTo>
                    <a:cubicBezTo>
                      <a:pt x="34522" y="1413"/>
                      <a:pt x="33916" y="606"/>
                      <a:pt x="33311" y="0"/>
                    </a:cubicBezTo>
                    <a:cubicBezTo>
                      <a:pt x="29677" y="606"/>
                      <a:pt x="26043" y="808"/>
                      <a:pt x="22409" y="808"/>
                    </a:cubicBezTo>
                    <a:cubicBezTo>
                      <a:pt x="18776" y="808"/>
                      <a:pt x="15142" y="606"/>
                      <a:pt x="1171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9080;p59">
                <a:extLst>
                  <a:ext uri="{FF2B5EF4-FFF2-40B4-BE49-F238E27FC236}">
                    <a16:creationId xmlns:a16="http://schemas.microsoft.com/office/drawing/2014/main" id="{7E649AF9-EF89-41F0-F502-8433A6770E8B}"/>
                  </a:ext>
                </a:extLst>
              </p:cNvPr>
              <p:cNvSpPr/>
              <p:nvPr/>
            </p:nvSpPr>
            <p:spPr>
              <a:xfrm>
                <a:off x="2676892" y="1560523"/>
                <a:ext cx="76471" cy="45025"/>
              </a:xfrm>
              <a:custGeom>
                <a:avLst/>
                <a:gdLst/>
                <a:ahLst/>
                <a:cxnLst/>
                <a:rect l="l" t="t" r="r" b="b"/>
                <a:pathLst>
                  <a:path w="21602" h="12719" extrusionOk="0">
                    <a:moveTo>
                      <a:pt x="14334" y="0"/>
                    </a:moveTo>
                    <a:cubicBezTo>
                      <a:pt x="8883" y="3029"/>
                      <a:pt x="3836" y="7066"/>
                      <a:pt x="1" y="11911"/>
                    </a:cubicBezTo>
                    <a:cubicBezTo>
                      <a:pt x="3433" y="12517"/>
                      <a:pt x="7067" y="12719"/>
                      <a:pt x="10700" y="12719"/>
                    </a:cubicBezTo>
                    <a:cubicBezTo>
                      <a:pt x="14334" y="12719"/>
                      <a:pt x="17968" y="12517"/>
                      <a:pt x="21602" y="11911"/>
                    </a:cubicBezTo>
                    <a:cubicBezTo>
                      <a:pt x="18574" y="8277"/>
                      <a:pt x="16151" y="4240"/>
                      <a:pt x="1433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9081;p59">
                <a:extLst>
                  <a:ext uri="{FF2B5EF4-FFF2-40B4-BE49-F238E27FC236}">
                    <a16:creationId xmlns:a16="http://schemas.microsoft.com/office/drawing/2014/main" id="{455A0130-659C-4759-DADA-E10EFF964FCD}"/>
                  </a:ext>
                </a:extLst>
              </p:cNvPr>
              <p:cNvSpPr/>
              <p:nvPr/>
            </p:nvSpPr>
            <p:spPr>
              <a:xfrm>
                <a:off x="2864801" y="1592672"/>
                <a:ext cx="278003" cy="237984"/>
              </a:xfrm>
              <a:custGeom>
                <a:avLst/>
                <a:gdLst/>
                <a:ahLst/>
                <a:cxnLst/>
                <a:rect l="l" t="t" r="r" b="b"/>
                <a:pathLst>
                  <a:path w="78532" h="67227" extrusionOk="0">
                    <a:moveTo>
                      <a:pt x="66015" y="1"/>
                    </a:moveTo>
                    <a:cubicBezTo>
                      <a:pt x="65611" y="203"/>
                      <a:pt x="65208" y="405"/>
                      <a:pt x="64804" y="405"/>
                    </a:cubicBezTo>
                    <a:cubicBezTo>
                      <a:pt x="61170" y="1616"/>
                      <a:pt x="57334" y="2625"/>
                      <a:pt x="53499" y="3231"/>
                    </a:cubicBezTo>
                    <a:cubicBezTo>
                      <a:pt x="54104" y="4038"/>
                      <a:pt x="54710" y="4644"/>
                      <a:pt x="55315" y="5653"/>
                    </a:cubicBezTo>
                    <a:cubicBezTo>
                      <a:pt x="65006" y="18977"/>
                      <a:pt x="59555" y="40377"/>
                      <a:pt x="56325" y="49461"/>
                    </a:cubicBezTo>
                    <a:cubicBezTo>
                      <a:pt x="55517" y="52086"/>
                      <a:pt x="52893" y="53902"/>
                      <a:pt x="50269" y="53902"/>
                    </a:cubicBezTo>
                    <a:lnTo>
                      <a:pt x="49259" y="53902"/>
                    </a:lnTo>
                    <a:cubicBezTo>
                      <a:pt x="39165" y="53902"/>
                      <a:pt x="18170" y="52287"/>
                      <a:pt x="8883" y="39367"/>
                    </a:cubicBezTo>
                    <a:cubicBezTo>
                      <a:pt x="8076" y="38560"/>
                      <a:pt x="7470" y="37550"/>
                      <a:pt x="7067" y="36743"/>
                    </a:cubicBezTo>
                    <a:cubicBezTo>
                      <a:pt x="5250" y="40175"/>
                      <a:pt x="3231" y="43405"/>
                      <a:pt x="1010" y="46433"/>
                    </a:cubicBezTo>
                    <a:cubicBezTo>
                      <a:pt x="808" y="46837"/>
                      <a:pt x="405" y="47240"/>
                      <a:pt x="1" y="47644"/>
                    </a:cubicBezTo>
                    <a:cubicBezTo>
                      <a:pt x="13729" y="65006"/>
                      <a:pt x="42597" y="67226"/>
                      <a:pt x="56527" y="67226"/>
                    </a:cubicBezTo>
                    <a:lnTo>
                      <a:pt x="57738" y="67226"/>
                    </a:lnTo>
                    <a:cubicBezTo>
                      <a:pt x="61776" y="67226"/>
                      <a:pt x="65409" y="64602"/>
                      <a:pt x="66621" y="60968"/>
                    </a:cubicBezTo>
                    <a:cubicBezTo>
                      <a:pt x="70860" y="48250"/>
                      <a:pt x="78532" y="18977"/>
                      <a:pt x="6601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9082;p59">
                <a:extLst>
                  <a:ext uri="{FF2B5EF4-FFF2-40B4-BE49-F238E27FC236}">
                    <a16:creationId xmlns:a16="http://schemas.microsoft.com/office/drawing/2014/main" id="{6E1703ED-CD0D-6D1E-04E2-5D6D608373F7}"/>
                  </a:ext>
                </a:extLst>
              </p:cNvPr>
              <p:cNvSpPr/>
              <p:nvPr/>
            </p:nvSpPr>
            <p:spPr>
              <a:xfrm>
                <a:off x="2840508" y="1660548"/>
                <a:ext cx="49316" cy="100770"/>
              </a:xfrm>
              <a:custGeom>
                <a:avLst/>
                <a:gdLst/>
                <a:ahLst/>
                <a:cxnLst/>
                <a:rect l="l" t="t" r="r" b="b"/>
                <a:pathLst>
                  <a:path w="13931" h="28466" extrusionOk="0">
                    <a:moveTo>
                      <a:pt x="6865" y="0"/>
                    </a:moveTo>
                    <a:cubicBezTo>
                      <a:pt x="5855" y="6259"/>
                      <a:pt x="3433" y="12113"/>
                      <a:pt x="1" y="17564"/>
                    </a:cubicBezTo>
                    <a:cubicBezTo>
                      <a:pt x="1818" y="20996"/>
                      <a:pt x="3837" y="24428"/>
                      <a:pt x="6057" y="27658"/>
                    </a:cubicBezTo>
                    <a:cubicBezTo>
                      <a:pt x="6259" y="27860"/>
                      <a:pt x="6663" y="28263"/>
                      <a:pt x="6865" y="28465"/>
                    </a:cubicBezTo>
                    <a:cubicBezTo>
                      <a:pt x="7269" y="28061"/>
                      <a:pt x="7470" y="27860"/>
                      <a:pt x="7874" y="27456"/>
                    </a:cubicBezTo>
                    <a:cubicBezTo>
                      <a:pt x="10095" y="24226"/>
                      <a:pt x="12114" y="20996"/>
                      <a:pt x="13931" y="17564"/>
                    </a:cubicBezTo>
                    <a:cubicBezTo>
                      <a:pt x="10297" y="12113"/>
                      <a:pt x="8076" y="6259"/>
                      <a:pt x="6865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9083;p59">
                <a:extLst>
                  <a:ext uri="{FF2B5EF4-FFF2-40B4-BE49-F238E27FC236}">
                    <a16:creationId xmlns:a16="http://schemas.microsoft.com/office/drawing/2014/main" id="{64DB5164-DC4A-79CB-D251-D817B048B9CC}"/>
                  </a:ext>
                </a:extLst>
              </p:cNvPr>
              <p:cNvSpPr/>
              <p:nvPr/>
            </p:nvSpPr>
            <p:spPr>
              <a:xfrm>
                <a:off x="2816930" y="1644831"/>
                <a:ext cx="47886" cy="77898"/>
              </a:xfrm>
              <a:custGeom>
                <a:avLst/>
                <a:gdLst/>
                <a:ahLst/>
                <a:cxnLst/>
                <a:rect l="l" t="t" r="r" b="b"/>
                <a:pathLst>
                  <a:path w="13527" h="22005" extrusionOk="0">
                    <a:moveTo>
                      <a:pt x="1" y="0"/>
                    </a:moveTo>
                    <a:lnTo>
                      <a:pt x="1" y="0"/>
                    </a:lnTo>
                    <a:cubicBezTo>
                      <a:pt x="808" y="7671"/>
                      <a:pt x="3231" y="15141"/>
                      <a:pt x="6663" y="22005"/>
                    </a:cubicBezTo>
                    <a:cubicBezTo>
                      <a:pt x="10095" y="16554"/>
                      <a:pt x="12517" y="10700"/>
                      <a:pt x="13527" y="4441"/>
                    </a:cubicBezTo>
                    <a:cubicBezTo>
                      <a:pt x="13527" y="3836"/>
                      <a:pt x="13325" y="3028"/>
                      <a:pt x="13325" y="2221"/>
                    </a:cubicBezTo>
                    <a:cubicBezTo>
                      <a:pt x="8682" y="2221"/>
                      <a:pt x="4240" y="1413"/>
                      <a:pt x="1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9084;p59">
                <a:extLst>
                  <a:ext uri="{FF2B5EF4-FFF2-40B4-BE49-F238E27FC236}">
                    <a16:creationId xmlns:a16="http://schemas.microsoft.com/office/drawing/2014/main" id="{D2B444DD-3EB7-6CB9-2FB7-F3E61933067B}"/>
                  </a:ext>
                </a:extLst>
              </p:cNvPr>
              <p:cNvSpPr/>
              <p:nvPr/>
            </p:nvSpPr>
            <p:spPr>
              <a:xfrm>
                <a:off x="2889093" y="1602677"/>
                <a:ext cx="205823" cy="180809"/>
              </a:xfrm>
              <a:custGeom>
                <a:avLst/>
                <a:gdLst/>
                <a:ahLst/>
                <a:cxnLst/>
                <a:rect l="l" t="t" r="r" b="b"/>
                <a:pathLst>
                  <a:path w="58142" h="51076" extrusionOk="0">
                    <a:moveTo>
                      <a:pt x="24428" y="0"/>
                    </a:moveTo>
                    <a:cubicBezTo>
                      <a:pt x="23822" y="808"/>
                      <a:pt x="23419" y="1413"/>
                      <a:pt x="22813" y="2019"/>
                    </a:cubicBezTo>
                    <a:cubicBezTo>
                      <a:pt x="18170" y="6460"/>
                      <a:pt x="12719" y="9892"/>
                      <a:pt x="6865" y="11911"/>
                    </a:cubicBezTo>
                    <a:cubicBezTo>
                      <a:pt x="5855" y="19582"/>
                      <a:pt x="3634" y="27052"/>
                      <a:pt x="1" y="33916"/>
                    </a:cubicBezTo>
                    <a:cubicBezTo>
                      <a:pt x="606" y="34723"/>
                      <a:pt x="1212" y="35733"/>
                      <a:pt x="1818" y="36540"/>
                    </a:cubicBezTo>
                    <a:cubicBezTo>
                      <a:pt x="11306" y="49460"/>
                      <a:pt x="32301" y="51075"/>
                      <a:pt x="42395" y="51075"/>
                    </a:cubicBezTo>
                    <a:lnTo>
                      <a:pt x="43203" y="51075"/>
                    </a:lnTo>
                    <a:cubicBezTo>
                      <a:pt x="46029" y="51075"/>
                      <a:pt x="48451" y="49259"/>
                      <a:pt x="49461" y="46634"/>
                    </a:cubicBezTo>
                    <a:cubicBezTo>
                      <a:pt x="52489" y="37550"/>
                      <a:pt x="58142" y="15949"/>
                      <a:pt x="48451" y="2826"/>
                    </a:cubicBezTo>
                    <a:cubicBezTo>
                      <a:pt x="47846" y="1817"/>
                      <a:pt x="47240" y="1211"/>
                      <a:pt x="46433" y="404"/>
                    </a:cubicBezTo>
                    <a:cubicBezTo>
                      <a:pt x="43001" y="808"/>
                      <a:pt x="39569" y="1211"/>
                      <a:pt x="35935" y="1211"/>
                    </a:cubicBezTo>
                    <a:cubicBezTo>
                      <a:pt x="32099" y="1211"/>
                      <a:pt x="28264" y="808"/>
                      <a:pt x="24428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9085;p59">
                <a:extLst>
                  <a:ext uri="{FF2B5EF4-FFF2-40B4-BE49-F238E27FC236}">
                    <a16:creationId xmlns:a16="http://schemas.microsoft.com/office/drawing/2014/main" id="{34E74DD8-AE46-1F7E-B1B8-89F23EDFFC82}"/>
                  </a:ext>
                </a:extLst>
              </p:cNvPr>
              <p:cNvSpPr/>
              <p:nvPr/>
            </p:nvSpPr>
            <p:spPr>
              <a:xfrm>
                <a:off x="2864801" y="1644831"/>
                <a:ext cx="48601" cy="77898"/>
              </a:xfrm>
              <a:custGeom>
                <a:avLst/>
                <a:gdLst/>
                <a:ahLst/>
                <a:cxnLst/>
                <a:rect l="l" t="t" r="r" b="b"/>
                <a:pathLst>
                  <a:path w="13729" h="22005" extrusionOk="0">
                    <a:moveTo>
                      <a:pt x="13729" y="0"/>
                    </a:moveTo>
                    <a:cubicBezTo>
                      <a:pt x="9287" y="1413"/>
                      <a:pt x="4846" y="2221"/>
                      <a:pt x="405" y="2221"/>
                    </a:cubicBezTo>
                    <a:cubicBezTo>
                      <a:pt x="405" y="3028"/>
                      <a:pt x="203" y="3836"/>
                      <a:pt x="1" y="4441"/>
                    </a:cubicBezTo>
                    <a:cubicBezTo>
                      <a:pt x="1212" y="10700"/>
                      <a:pt x="3433" y="16554"/>
                      <a:pt x="7067" y="22005"/>
                    </a:cubicBezTo>
                    <a:cubicBezTo>
                      <a:pt x="10498" y="15141"/>
                      <a:pt x="12719" y="7671"/>
                      <a:pt x="13729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9086;p59">
                <a:extLst>
                  <a:ext uri="{FF2B5EF4-FFF2-40B4-BE49-F238E27FC236}">
                    <a16:creationId xmlns:a16="http://schemas.microsoft.com/office/drawing/2014/main" id="{607B3C65-FDFA-2D02-C5F6-FDD31F9676DD}"/>
                  </a:ext>
                </a:extLst>
              </p:cNvPr>
              <p:cNvSpPr/>
              <p:nvPr/>
            </p:nvSpPr>
            <p:spPr>
              <a:xfrm>
                <a:off x="2864086" y="1653402"/>
                <a:ext cx="2149" cy="7151"/>
              </a:xfrm>
              <a:custGeom>
                <a:avLst/>
                <a:gdLst/>
                <a:ahLst/>
                <a:cxnLst/>
                <a:rect l="l" t="t" r="r" b="b"/>
                <a:pathLst>
                  <a:path w="607" h="2020" extrusionOk="0">
                    <a:moveTo>
                      <a:pt x="1" y="1"/>
                    </a:moveTo>
                    <a:cubicBezTo>
                      <a:pt x="1" y="606"/>
                      <a:pt x="203" y="1414"/>
                      <a:pt x="203" y="2019"/>
                    </a:cubicBezTo>
                    <a:cubicBezTo>
                      <a:pt x="405" y="1414"/>
                      <a:pt x="405" y="606"/>
                      <a:pt x="60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9087;p59">
                <a:extLst>
                  <a:ext uri="{FF2B5EF4-FFF2-40B4-BE49-F238E27FC236}">
                    <a16:creationId xmlns:a16="http://schemas.microsoft.com/office/drawing/2014/main" id="{5D19A5B0-DD1E-75FE-58B1-2F2F18E4383B}"/>
                  </a:ext>
                </a:extLst>
              </p:cNvPr>
              <p:cNvSpPr/>
              <p:nvPr/>
            </p:nvSpPr>
            <p:spPr>
              <a:xfrm>
                <a:off x="3006983" y="1313318"/>
                <a:ext cx="225119" cy="279430"/>
              </a:xfrm>
              <a:custGeom>
                <a:avLst/>
                <a:gdLst/>
                <a:ahLst/>
                <a:cxnLst/>
                <a:rect l="l" t="t" r="r" b="b"/>
                <a:pathLst>
                  <a:path w="63593" h="78935" extrusionOk="0">
                    <a:moveTo>
                      <a:pt x="11104" y="0"/>
                    </a:moveTo>
                    <a:cubicBezTo>
                      <a:pt x="7672" y="0"/>
                      <a:pt x="4240" y="606"/>
                      <a:pt x="1010" y="1413"/>
                    </a:cubicBezTo>
                    <a:lnTo>
                      <a:pt x="1010" y="2625"/>
                    </a:lnTo>
                    <a:cubicBezTo>
                      <a:pt x="1010" y="6662"/>
                      <a:pt x="606" y="10498"/>
                      <a:pt x="1" y="14334"/>
                    </a:cubicBezTo>
                    <a:cubicBezTo>
                      <a:pt x="1010" y="13930"/>
                      <a:pt x="1818" y="13728"/>
                      <a:pt x="2827" y="13324"/>
                    </a:cubicBezTo>
                    <a:cubicBezTo>
                      <a:pt x="5451" y="12517"/>
                      <a:pt x="8278" y="12113"/>
                      <a:pt x="11104" y="12113"/>
                    </a:cubicBezTo>
                    <a:cubicBezTo>
                      <a:pt x="24630" y="12113"/>
                      <a:pt x="38559" y="21198"/>
                      <a:pt x="45020" y="25841"/>
                    </a:cubicBezTo>
                    <a:cubicBezTo>
                      <a:pt x="47240" y="27456"/>
                      <a:pt x="48048" y="30484"/>
                      <a:pt x="47240" y="33108"/>
                    </a:cubicBezTo>
                    <a:cubicBezTo>
                      <a:pt x="44414" y="42395"/>
                      <a:pt x="36339" y="62986"/>
                      <a:pt x="20592" y="68033"/>
                    </a:cubicBezTo>
                    <a:cubicBezTo>
                      <a:pt x="19583" y="68235"/>
                      <a:pt x="18573" y="68639"/>
                      <a:pt x="17564" y="68841"/>
                    </a:cubicBezTo>
                    <a:cubicBezTo>
                      <a:pt x="20188" y="71667"/>
                      <a:pt x="22813" y="74494"/>
                      <a:pt x="25034" y="77522"/>
                    </a:cubicBezTo>
                    <a:cubicBezTo>
                      <a:pt x="25235" y="77925"/>
                      <a:pt x="25639" y="78531"/>
                      <a:pt x="25841" y="78935"/>
                    </a:cubicBezTo>
                    <a:cubicBezTo>
                      <a:pt x="47240" y="71062"/>
                      <a:pt x="58343" y="42799"/>
                      <a:pt x="62381" y="30080"/>
                    </a:cubicBezTo>
                    <a:cubicBezTo>
                      <a:pt x="63592" y="26245"/>
                      <a:pt x="62179" y="22005"/>
                      <a:pt x="58949" y="19583"/>
                    </a:cubicBezTo>
                    <a:cubicBezTo>
                      <a:pt x="49865" y="12921"/>
                      <a:pt x="30081" y="0"/>
                      <a:pt x="1110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9088;p59">
                <a:extLst>
                  <a:ext uri="{FF2B5EF4-FFF2-40B4-BE49-F238E27FC236}">
                    <a16:creationId xmlns:a16="http://schemas.microsoft.com/office/drawing/2014/main" id="{5A5455D2-6DCC-932B-4662-0948E3377647}"/>
                  </a:ext>
                </a:extLst>
              </p:cNvPr>
              <p:cNvSpPr/>
              <p:nvPr/>
            </p:nvSpPr>
            <p:spPr>
              <a:xfrm>
                <a:off x="2956256" y="1319034"/>
                <a:ext cx="54314" cy="72184"/>
              </a:xfrm>
              <a:custGeom>
                <a:avLst/>
                <a:gdLst/>
                <a:ahLst/>
                <a:cxnLst/>
                <a:rect l="l" t="t" r="r" b="b"/>
                <a:pathLst>
                  <a:path w="15343" h="20391" extrusionOk="0">
                    <a:moveTo>
                      <a:pt x="15343" y="0"/>
                    </a:moveTo>
                    <a:lnTo>
                      <a:pt x="13930" y="404"/>
                    </a:lnTo>
                    <a:cubicBezTo>
                      <a:pt x="10094" y="1413"/>
                      <a:pt x="6662" y="2827"/>
                      <a:pt x="3230" y="4644"/>
                    </a:cubicBezTo>
                    <a:cubicBezTo>
                      <a:pt x="2827" y="9691"/>
                      <a:pt x="1817" y="14737"/>
                      <a:pt x="0" y="19583"/>
                    </a:cubicBezTo>
                    <a:lnTo>
                      <a:pt x="1010" y="20390"/>
                    </a:lnTo>
                    <a:cubicBezTo>
                      <a:pt x="5047" y="17160"/>
                      <a:pt x="9489" y="14737"/>
                      <a:pt x="14334" y="12921"/>
                    </a:cubicBezTo>
                    <a:cubicBezTo>
                      <a:pt x="14939" y="9085"/>
                      <a:pt x="15343" y="5047"/>
                      <a:pt x="15343" y="1212"/>
                    </a:cubicBezTo>
                    <a:lnTo>
                      <a:pt x="15343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9089;p59">
                <a:extLst>
                  <a:ext uri="{FF2B5EF4-FFF2-40B4-BE49-F238E27FC236}">
                    <a16:creationId xmlns:a16="http://schemas.microsoft.com/office/drawing/2014/main" id="{E329AB45-3334-E3B1-D47E-083A5F4F402F}"/>
                  </a:ext>
                </a:extLst>
              </p:cNvPr>
              <p:cNvSpPr/>
              <p:nvPr/>
            </p:nvSpPr>
            <p:spPr>
              <a:xfrm>
                <a:off x="2919817" y="1335466"/>
                <a:ext cx="47886" cy="52888"/>
              </a:xfrm>
              <a:custGeom>
                <a:avLst/>
                <a:gdLst/>
                <a:ahLst/>
                <a:cxnLst/>
                <a:rect l="l" t="t" r="r" b="b"/>
                <a:pathLst>
                  <a:path w="13527" h="14940" extrusionOk="0">
                    <a:moveTo>
                      <a:pt x="13526" y="1"/>
                    </a:moveTo>
                    <a:cubicBezTo>
                      <a:pt x="8681" y="2423"/>
                      <a:pt x="4038" y="5451"/>
                      <a:pt x="0" y="9085"/>
                    </a:cubicBezTo>
                    <a:cubicBezTo>
                      <a:pt x="3634" y="10498"/>
                      <a:pt x="7066" y="12517"/>
                      <a:pt x="10296" y="14940"/>
                    </a:cubicBezTo>
                    <a:cubicBezTo>
                      <a:pt x="12113" y="10094"/>
                      <a:pt x="13123" y="5048"/>
                      <a:pt x="1352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9090;p59">
                <a:extLst>
                  <a:ext uri="{FF2B5EF4-FFF2-40B4-BE49-F238E27FC236}">
                    <a16:creationId xmlns:a16="http://schemas.microsoft.com/office/drawing/2014/main" id="{351EDE5A-3B27-F9AC-4B6F-758F1556EA33}"/>
                  </a:ext>
                </a:extLst>
              </p:cNvPr>
              <p:cNvSpPr/>
              <p:nvPr/>
            </p:nvSpPr>
            <p:spPr>
              <a:xfrm>
                <a:off x="3002697" y="1557663"/>
                <a:ext cx="95053" cy="46455"/>
              </a:xfrm>
              <a:custGeom>
                <a:avLst/>
                <a:gdLst/>
                <a:ahLst/>
                <a:cxnLst/>
                <a:rect l="l" t="t" r="r" b="b"/>
                <a:pathLst>
                  <a:path w="26851" h="13123" extrusionOk="0">
                    <a:moveTo>
                      <a:pt x="18775" y="1"/>
                    </a:moveTo>
                    <a:cubicBezTo>
                      <a:pt x="14737" y="1010"/>
                      <a:pt x="10700" y="1414"/>
                      <a:pt x="6460" y="1616"/>
                    </a:cubicBezTo>
                    <a:cubicBezTo>
                      <a:pt x="4240" y="1616"/>
                      <a:pt x="2019" y="1414"/>
                      <a:pt x="0" y="1010"/>
                    </a:cubicBezTo>
                    <a:lnTo>
                      <a:pt x="0" y="1010"/>
                    </a:lnTo>
                    <a:cubicBezTo>
                      <a:pt x="5451" y="4038"/>
                      <a:pt x="10498" y="8076"/>
                      <a:pt x="14334" y="13123"/>
                    </a:cubicBezTo>
                    <a:cubicBezTo>
                      <a:pt x="18169" y="12517"/>
                      <a:pt x="22005" y="11508"/>
                      <a:pt x="25841" y="10297"/>
                    </a:cubicBezTo>
                    <a:cubicBezTo>
                      <a:pt x="26245" y="10297"/>
                      <a:pt x="26648" y="10095"/>
                      <a:pt x="26850" y="9893"/>
                    </a:cubicBezTo>
                    <a:cubicBezTo>
                      <a:pt x="26648" y="9489"/>
                      <a:pt x="26446" y="9085"/>
                      <a:pt x="26043" y="8682"/>
                    </a:cubicBezTo>
                    <a:cubicBezTo>
                      <a:pt x="23822" y="5452"/>
                      <a:pt x="21399" y="2625"/>
                      <a:pt x="1877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9091;p59">
                <a:extLst>
                  <a:ext uri="{FF2B5EF4-FFF2-40B4-BE49-F238E27FC236}">
                    <a16:creationId xmlns:a16="http://schemas.microsoft.com/office/drawing/2014/main" id="{3D1C22C9-6C4C-F7B5-4DE4-A5106FB26F53}"/>
                  </a:ext>
                </a:extLst>
              </p:cNvPr>
              <p:cNvSpPr/>
              <p:nvPr/>
            </p:nvSpPr>
            <p:spPr>
              <a:xfrm>
                <a:off x="2975545" y="1561238"/>
                <a:ext cx="78616" cy="45740"/>
              </a:xfrm>
              <a:custGeom>
                <a:avLst/>
                <a:gdLst/>
                <a:ahLst/>
                <a:cxnLst/>
                <a:rect l="l" t="t" r="r" b="b"/>
                <a:pathLst>
                  <a:path w="22208" h="12921" extrusionOk="0">
                    <a:moveTo>
                      <a:pt x="7672" y="0"/>
                    </a:moveTo>
                    <a:cubicBezTo>
                      <a:pt x="5654" y="4442"/>
                      <a:pt x="3231" y="8277"/>
                      <a:pt x="1" y="11709"/>
                    </a:cubicBezTo>
                    <a:cubicBezTo>
                      <a:pt x="3837" y="12517"/>
                      <a:pt x="7672" y="12920"/>
                      <a:pt x="11508" y="12920"/>
                    </a:cubicBezTo>
                    <a:cubicBezTo>
                      <a:pt x="15142" y="12920"/>
                      <a:pt x="18574" y="12517"/>
                      <a:pt x="22208" y="12113"/>
                    </a:cubicBezTo>
                    <a:cubicBezTo>
                      <a:pt x="18170" y="7066"/>
                      <a:pt x="13123" y="3028"/>
                      <a:pt x="7672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9092;p59">
                <a:extLst>
                  <a:ext uri="{FF2B5EF4-FFF2-40B4-BE49-F238E27FC236}">
                    <a16:creationId xmlns:a16="http://schemas.microsoft.com/office/drawing/2014/main" id="{301FE28D-D78E-C114-61BC-166DDD5D382A}"/>
                  </a:ext>
                </a:extLst>
              </p:cNvPr>
              <p:cNvSpPr/>
              <p:nvPr/>
            </p:nvSpPr>
            <p:spPr>
              <a:xfrm>
                <a:off x="2959827" y="1364044"/>
                <a:ext cx="47171" cy="60035"/>
              </a:xfrm>
              <a:custGeom>
                <a:avLst/>
                <a:gdLst/>
                <a:ahLst/>
                <a:cxnLst/>
                <a:rect l="l" t="t" r="r" b="b"/>
                <a:pathLst>
                  <a:path w="13325" h="16959" extrusionOk="0">
                    <a:moveTo>
                      <a:pt x="13325" y="1"/>
                    </a:moveTo>
                    <a:lnTo>
                      <a:pt x="13325" y="1"/>
                    </a:lnTo>
                    <a:cubicBezTo>
                      <a:pt x="8480" y="1818"/>
                      <a:pt x="4038" y="4442"/>
                      <a:pt x="1" y="7672"/>
                    </a:cubicBezTo>
                    <a:cubicBezTo>
                      <a:pt x="1010" y="8480"/>
                      <a:pt x="2019" y="9287"/>
                      <a:pt x="2827" y="10095"/>
                    </a:cubicBezTo>
                    <a:cubicBezTo>
                      <a:pt x="4846" y="12315"/>
                      <a:pt x="6663" y="14536"/>
                      <a:pt x="8278" y="16959"/>
                    </a:cubicBezTo>
                    <a:cubicBezTo>
                      <a:pt x="10700" y="11508"/>
                      <a:pt x="12315" y="5855"/>
                      <a:pt x="13325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9093;p59">
                <a:extLst>
                  <a:ext uri="{FF2B5EF4-FFF2-40B4-BE49-F238E27FC236}">
                    <a16:creationId xmlns:a16="http://schemas.microsoft.com/office/drawing/2014/main" id="{DEE5D99B-1C80-B198-9368-A541999E3E6C}"/>
                  </a:ext>
                </a:extLst>
              </p:cNvPr>
              <p:cNvSpPr/>
              <p:nvPr/>
            </p:nvSpPr>
            <p:spPr>
              <a:xfrm>
                <a:off x="3002697" y="1515509"/>
                <a:ext cx="67179" cy="47170"/>
              </a:xfrm>
              <a:custGeom>
                <a:avLst/>
                <a:gdLst/>
                <a:ahLst/>
                <a:cxnLst/>
                <a:rect l="l" t="t" r="r" b="b"/>
                <a:pathLst>
                  <a:path w="18977" h="13325" extrusionOk="0">
                    <a:moveTo>
                      <a:pt x="2827" y="1"/>
                    </a:moveTo>
                    <a:cubicBezTo>
                      <a:pt x="2625" y="4442"/>
                      <a:pt x="1615" y="8682"/>
                      <a:pt x="0" y="12921"/>
                    </a:cubicBezTo>
                    <a:cubicBezTo>
                      <a:pt x="2221" y="13123"/>
                      <a:pt x="4442" y="13325"/>
                      <a:pt x="6460" y="13325"/>
                    </a:cubicBezTo>
                    <a:cubicBezTo>
                      <a:pt x="10700" y="13325"/>
                      <a:pt x="14939" y="12719"/>
                      <a:pt x="18977" y="11710"/>
                    </a:cubicBezTo>
                    <a:cubicBezTo>
                      <a:pt x="14132" y="7067"/>
                      <a:pt x="8883" y="3029"/>
                      <a:pt x="282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9094;p59">
                <a:extLst>
                  <a:ext uri="{FF2B5EF4-FFF2-40B4-BE49-F238E27FC236}">
                    <a16:creationId xmlns:a16="http://schemas.microsoft.com/office/drawing/2014/main" id="{301E964B-F230-50F2-B109-20FF11F2EFB7}"/>
                  </a:ext>
                </a:extLst>
              </p:cNvPr>
              <p:cNvSpPr/>
              <p:nvPr/>
            </p:nvSpPr>
            <p:spPr>
              <a:xfrm>
                <a:off x="3001982" y="1561238"/>
                <a:ext cx="719" cy="4"/>
              </a:xfrm>
              <a:custGeom>
                <a:avLst/>
                <a:gdLst/>
                <a:ahLst/>
                <a:cxnLst/>
                <a:rect l="l" t="t" r="r" b="b"/>
                <a:pathLst>
                  <a:path w="203" h="1" extrusionOk="0">
                    <a:moveTo>
                      <a:pt x="202" y="0"/>
                    </a:moveTo>
                    <a:lnTo>
                      <a:pt x="20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9095;p59">
                <a:extLst>
                  <a:ext uri="{FF2B5EF4-FFF2-40B4-BE49-F238E27FC236}">
                    <a16:creationId xmlns:a16="http://schemas.microsoft.com/office/drawing/2014/main" id="{E5056382-D36C-0BD8-4F59-31780C0962BB}"/>
                  </a:ext>
                </a:extLst>
              </p:cNvPr>
              <p:cNvSpPr/>
              <p:nvPr/>
            </p:nvSpPr>
            <p:spPr>
              <a:xfrm>
                <a:off x="2727622" y="1560523"/>
                <a:ext cx="4" cy="4"/>
              </a:xfrm>
              <a:custGeom>
                <a:avLst/>
                <a:gdLst/>
                <a:ahLst/>
                <a:cxnLst/>
                <a:rect l="l" t="t" r="r" b="b"/>
                <a:pathLst>
                  <a:path w="1" h="1" extrusionOk="0">
                    <a:moveTo>
                      <a:pt x="0" y="0"/>
                    </a:moveTo>
                    <a:close/>
                  </a:path>
                </a:pathLst>
              </a:custGeom>
              <a:solidFill>
                <a:srgbClr val="FFFFFF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9096;p59">
                <a:extLst>
                  <a:ext uri="{FF2B5EF4-FFF2-40B4-BE49-F238E27FC236}">
                    <a16:creationId xmlns:a16="http://schemas.microsoft.com/office/drawing/2014/main" id="{F94F681D-AC61-021B-7CF6-CB8BA15EF494}"/>
                  </a:ext>
                </a:extLst>
              </p:cNvPr>
              <p:cNvSpPr/>
              <p:nvPr/>
            </p:nvSpPr>
            <p:spPr>
              <a:xfrm>
                <a:off x="2706186" y="1356898"/>
                <a:ext cx="321598" cy="311591"/>
              </a:xfrm>
              <a:custGeom>
                <a:avLst/>
                <a:gdLst/>
                <a:ahLst/>
                <a:cxnLst/>
                <a:rect l="l" t="t" r="r" b="b"/>
                <a:pathLst>
                  <a:path w="90847" h="88020" fill="none" extrusionOk="0">
                    <a:moveTo>
                      <a:pt x="44818" y="1"/>
                    </a:moveTo>
                    <a:cubicBezTo>
                      <a:pt x="24832" y="1"/>
                      <a:pt x="7672" y="13931"/>
                      <a:pt x="3836" y="33715"/>
                    </a:cubicBezTo>
                    <a:cubicBezTo>
                      <a:pt x="1" y="53297"/>
                      <a:pt x="10297" y="72879"/>
                      <a:pt x="28869" y="80550"/>
                    </a:cubicBezTo>
                    <a:cubicBezTo>
                      <a:pt x="47240" y="88020"/>
                      <a:pt x="68639" y="81560"/>
                      <a:pt x="79743" y="65006"/>
                    </a:cubicBezTo>
                    <a:cubicBezTo>
                      <a:pt x="90846" y="48452"/>
                      <a:pt x="88625" y="26245"/>
                      <a:pt x="74494" y="12114"/>
                    </a:cubicBezTo>
                    <a:cubicBezTo>
                      <a:pt x="66621" y="4240"/>
                      <a:pt x="55921" y="1"/>
                      <a:pt x="44818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FFFFFF"/>
                </a:solidFill>
                <a:prstDash val="solid"/>
                <a:miter lim="201878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" name="Google Shape;9097;p59">
              <a:extLst>
                <a:ext uri="{FF2B5EF4-FFF2-40B4-BE49-F238E27FC236}">
                  <a16:creationId xmlns:a16="http://schemas.microsoft.com/office/drawing/2014/main" id="{688C1420-1D4E-517E-8E5C-DA4723893F98}"/>
                </a:ext>
              </a:extLst>
            </p:cNvPr>
            <p:cNvGrpSpPr/>
            <p:nvPr/>
          </p:nvGrpSpPr>
          <p:grpSpPr>
            <a:xfrm>
              <a:off x="2517909" y="1188726"/>
              <a:ext cx="702702" cy="725214"/>
              <a:chOff x="2517909" y="1188726"/>
              <a:chExt cx="702702" cy="725214"/>
            </a:xfrm>
          </p:grpSpPr>
          <p:sp>
            <p:nvSpPr>
              <p:cNvPr id="20" name="Google Shape;9098;p59">
                <a:extLst>
                  <a:ext uri="{FF2B5EF4-FFF2-40B4-BE49-F238E27FC236}">
                    <a16:creationId xmlns:a16="http://schemas.microsoft.com/office/drawing/2014/main" id="{5488BE6D-31FB-F59B-4142-C74228C719E8}"/>
                  </a:ext>
                </a:extLst>
              </p:cNvPr>
              <p:cNvSpPr/>
              <p:nvPr/>
            </p:nvSpPr>
            <p:spPr>
              <a:xfrm>
                <a:off x="2621966" y="1188726"/>
                <a:ext cx="114832" cy="86149"/>
              </a:xfrm>
              <a:custGeom>
                <a:avLst/>
                <a:gdLst/>
                <a:ahLst/>
                <a:cxnLst/>
                <a:rect l="l" t="t" r="r" b="b"/>
                <a:pathLst>
                  <a:path w="10285" h="7716" extrusionOk="0">
                    <a:moveTo>
                      <a:pt x="10284" y="1"/>
                    </a:moveTo>
                    <a:lnTo>
                      <a:pt x="7413" y="282"/>
                    </a:lnTo>
                    <a:lnTo>
                      <a:pt x="7949" y="1144"/>
                    </a:lnTo>
                    <a:cubicBezTo>
                      <a:pt x="4966" y="2788"/>
                      <a:pt x="2280" y="4920"/>
                      <a:pt x="0" y="7451"/>
                    </a:cubicBezTo>
                    <a:lnTo>
                      <a:pt x="294" y="7716"/>
                    </a:lnTo>
                    <a:cubicBezTo>
                      <a:pt x="2547" y="5212"/>
                      <a:pt x="5206" y="3102"/>
                      <a:pt x="8156" y="1479"/>
                    </a:cubicBezTo>
                    <a:lnTo>
                      <a:pt x="8760" y="245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099;p59">
                <a:extLst>
                  <a:ext uri="{FF2B5EF4-FFF2-40B4-BE49-F238E27FC236}">
                    <a16:creationId xmlns:a16="http://schemas.microsoft.com/office/drawing/2014/main" id="{90944536-3217-90E0-1569-A39EE3B14578}"/>
                  </a:ext>
                </a:extLst>
              </p:cNvPr>
              <p:cNvSpPr/>
              <p:nvPr/>
            </p:nvSpPr>
            <p:spPr>
              <a:xfrm>
                <a:off x="2517909" y="1543306"/>
                <a:ext cx="54396" cy="134951"/>
              </a:xfrm>
              <a:custGeom>
                <a:avLst/>
                <a:gdLst/>
                <a:ahLst/>
                <a:cxnLst/>
                <a:rect l="l" t="t" r="r" b="b"/>
                <a:pathLst>
                  <a:path w="4872" h="12087" extrusionOk="0">
                    <a:moveTo>
                      <a:pt x="4871" y="11889"/>
                    </a:moveTo>
                    <a:cubicBezTo>
                      <a:pt x="3186" y="8971"/>
                      <a:pt x="2004" y="5793"/>
                      <a:pt x="1370" y="2482"/>
                    </a:cubicBezTo>
                    <a:lnTo>
                      <a:pt x="2481" y="2209"/>
                    </a:lnTo>
                    <a:lnTo>
                      <a:pt x="620" y="0"/>
                    </a:lnTo>
                    <a:lnTo>
                      <a:pt x="1" y="2820"/>
                    </a:lnTo>
                    <a:lnTo>
                      <a:pt x="987" y="2578"/>
                    </a:lnTo>
                    <a:cubicBezTo>
                      <a:pt x="1629" y="5923"/>
                      <a:pt x="2827" y="9136"/>
                      <a:pt x="4530" y="12087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100;p59">
                <a:extLst>
                  <a:ext uri="{FF2B5EF4-FFF2-40B4-BE49-F238E27FC236}">
                    <a16:creationId xmlns:a16="http://schemas.microsoft.com/office/drawing/2014/main" id="{8D86C428-369F-DA59-EE14-28F6B40FD899}"/>
                  </a:ext>
                </a:extLst>
              </p:cNvPr>
              <p:cNvSpPr/>
              <p:nvPr/>
            </p:nvSpPr>
            <p:spPr>
              <a:xfrm>
                <a:off x="3174265" y="1556894"/>
                <a:ext cx="46346" cy="135275"/>
              </a:xfrm>
              <a:custGeom>
                <a:avLst/>
                <a:gdLst/>
                <a:ahLst/>
                <a:cxnLst/>
                <a:rect l="l" t="t" r="r" b="b"/>
                <a:pathLst>
                  <a:path w="4151" h="12116" extrusionOk="0">
                    <a:moveTo>
                      <a:pt x="4150" y="41"/>
                    </a:moveTo>
                    <a:lnTo>
                      <a:pt x="3759" y="0"/>
                    </a:lnTo>
                    <a:cubicBezTo>
                      <a:pt x="3405" y="3350"/>
                      <a:pt x="2494" y="6618"/>
                      <a:pt x="1059" y="9668"/>
                    </a:cubicBezTo>
                    <a:lnTo>
                      <a:pt x="0" y="9237"/>
                    </a:lnTo>
                    <a:lnTo>
                      <a:pt x="208" y="12116"/>
                    </a:lnTo>
                    <a:lnTo>
                      <a:pt x="2367" y="10200"/>
                    </a:lnTo>
                    <a:lnTo>
                      <a:pt x="1426" y="9817"/>
                    </a:lnTo>
                    <a:cubicBezTo>
                      <a:pt x="2873" y="6733"/>
                      <a:pt x="3793" y="3429"/>
                      <a:pt x="4150" y="41"/>
                    </a:cubicBez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101;p59">
                <a:extLst>
                  <a:ext uri="{FF2B5EF4-FFF2-40B4-BE49-F238E27FC236}">
                    <a16:creationId xmlns:a16="http://schemas.microsoft.com/office/drawing/2014/main" id="{BC77E6B6-1A97-E89C-09C3-3F7AD7175735}"/>
                  </a:ext>
                </a:extLst>
              </p:cNvPr>
              <p:cNvSpPr/>
              <p:nvPr/>
            </p:nvSpPr>
            <p:spPr>
              <a:xfrm>
                <a:off x="3023194" y="1197200"/>
                <a:ext cx="116417" cy="83525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102;p59">
                <a:extLst>
                  <a:ext uri="{FF2B5EF4-FFF2-40B4-BE49-F238E27FC236}">
                    <a16:creationId xmlns:a16="http://schemas.microsoft.com/office/drawing/2014/main" id="{E958574C-389F-121C-6CE7-84BAE724C30E}"/>
                  </a:ext>
                </a:extLst>
              </p:cNvPr>
              <p:cNvSpPr/>
              <p:nvPr/>
            </p:nvSpPr>
            <p:spPr>
              <a:xfrm rot="8660313">
                <a:off x="2818264" y="1804296"/>
                <a:ext cx="116433" cy="83536"/>
              </a:xfrm>
              <a:custGeom>
                <a:avLst/>
                <a:gdLst/>
                <a:ahLst/>
                <a:cxnLst/>
                <a:rect l="l" t="t" r="r" b="b"/>
                <a:pathLst>
                  <a:path w="10427" h="7481" extrusionOk="0">
                    <a:moveTo>
                      <a:pt x="10427" y="7480"/>
                    </a:moveTo>
                    <a:lnTo>
                      <a:pt x="9270" y="4835"/>
                    </a:lnTo>
                    <a:lnTo>
                      <a:pt x="8616" y="5611"/>
                    </a:lnTo>
                    <a:cubicBezTo>
                      <a:pt x="6131" y="3282"/>
                      <a:pt x="3273" y="1386"/>
                      <a:pt x="160" y="1"/>
                    </a:cubicBezTo>
                    <a:lnTo>
                      <a:pt x="0" y="361"/>
                    </a:lnTo>
                    <a:cubicBezTo>
                      <a:pt x="3078" y="1731"/>
                      <a:pt x="5904" y="3608"/>
                      <a:pt x="8362" y="5913"/>
                    </a:cubicBezTo>
                    <a:lnTo>
                      <a:pt x="7624" y="6787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2" name="Google Shape;8995;p59">
            <a:extLst>
              <a:ext uri="{FF2B5EF4-FFF2-40B4-BE49-F238E27FC236}">
                <a16:creationId xmlns:a16="http://schemas.microsoft.com/office/drawing/2014/main" id="{3BFF9463-8714-820D-C545-3B8FCE8538FC}"/>
              </a:ext>
            </a:extLst>
          </p:cNvPr>
          <p:cNvGrpSpPr/>
          <p:nvPr/>
        </p:nvGrpSpPr>
        <p:grpSpPr>
          <a:xfrm>
            <a:off x="610536" y="2700074"/>
            <a:ext cx="940737" cy="721067"/>
            <a:chOff x="6599718" y="2068734"/>
            <a:chExt cx="940737" cy="721067"/>
          </a:xfrm>
        </p:grpSpPr>
        <p:sp>
          <p:nvSpPr>
            <p:cNvPr id="53" name="Google Shape;8996;p59">
              <a:extLst>
                <a:ext uri="{FF2B5EF4-FFF2-40B4-BE49-F238E27FC236}">
                  <a16:creationId xmlns:a16="http://schemas.microsoft.com/office/drawing/2014/main" id="{2103F3FE-8170-A048-A7EA-7C590C55E1C2}"/>
                </a:ext>
              </a:extLst>
            </p:cNvPr>
            <p:cNvSpPr/>
            <p:nvPr/>
          </p:nvSpPr>
          <p:spPr>
            <a:xfrm>
              <a:off x="7138953" y="2569473"/>
              <a:ext cx="366935" cy="115933"/>
            </a:xfrm>
            <a:custGeom>
              <a:avLst/>
              <a:gdLst/>
              <a:ahLst/>
              <a:cxnLst/>
              <a:rect l="l" t="t" r="r" b="b"/>
              <a:pathLst>
                <a:path w="105517" h="33338" fill="none" extrusionOk="0">
                  <a:moveTo>
                    <a:pt x="8231" y="0"/>
                  </a:moveTo>
                  <a:cubicBezTo>
                    <a:pt x="6610" y="2526"/>
                    <a:pt x="5253" y="5215"/>
                    <a:pt x="4198" y="8042"/>
                  </a:cubicBezTo>
                  <a:cubicBezTo>
                    <a:pt x="3205" y="10656"/>
                    <a:pt x="2803" y="13182"/>
                    <a:pt x="2803" y="14991"/>
                  </a:cubicBezTo>
                  <a:cubicBezTo>
                    <a:pt x="2790" y="18636"/>
                    <a:pt x="2840" y="21274"/>
                    <a:pt x="1" y="23008"/>
                  </a:cubicBezTo>
                  <a:cubicBezTo>
                    <a:pt x="164" y="23549"/>
                    <a:pt x="239" y="24114"/>
                    <a:pt x="227" y="24667"/>
                  </a:cubicBezTo>
                  <a:lnTo>
                    <a:pt x="227" y="33338"/>
                  </a:lnTo>
                  <a:lnTo>
                    <a:pt x="105517" y="33338"/>
                  </a:lnTo>
                  <a:lnTo>
                    <a:pt x="105517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374F66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8997;p59">
              <a:extLst>
                <a:ext uri="{FF2B5EF4-FFF2-40B4-BE49-F238E27FC236}">
                  <a16:creationId xmlns:a16="http://schemas.microsoft.com/office/drawing/2014/main" id="{5BEBB58A-E62D-AABF-48DC-C3AB89DC11D4}"/>
                </a:ext>
              </a:extLst>
            </p:cNvPr>
            <p:cNvSpPr/>
            <p:nvPr/>
          </p:nvSpPr>
          <p:spPr>
            <a:xfrm>
              <a:off x="6650497" y="2579172"/>
              <a:ext cx="346397" cy="118079"/>
            </a:xfrm>
            <a:custGeom>
              <a:avLst/>
              <a:gdLst/>
              <a:ahLst/>
              <a:cxnLst/>
              <a:rect l="l" t="t" r="r" b="b"/>
              <a:pathLst>
                <a:path w="99611" h="33955" fill="none" extrusionOk="0">
                  <a:moveTo>
                    <a:pt x="99372" y="21891"/>
                  </a:moveTo>
                  <a:cubicBezTo>
                    <a:pt x="99359" y="21325"/>
                    <a:pt x="99435" y="20760"/>
                    <a:pt x="99611" y="20219"/>
                  </a:cubicBezTo>
                  <a:cubicBezTo>
                    <a:pt x="96758" y="18485"/>
                    <a:pt x="96808" y="15847"/>
                    <a:pt x="96796" y="12215"/>
                  </a:cubicBezTo>
                  <a:cubicBezTo>
                    <a:pt x="96796" y="10405"/>
                    <a:pt x="96394" y="7880"/>
                    <a:pt x="95414" y="5253"/>
                  </a:cubicBezTo>
                  <a:cubicBezTo>
                    <a:pt x="94735" y="3444"/>
                    <a:pt x="93931" y="1697"/>
                    <a:pt x="93014" y="1"/>
                  </a:cubicBezTo>
                  <a:lnTo>
                    <a:pt x="0" y="1"/>
                  </a:lnTo>
                  <a:lnTo>
                    <a:pt x="0" y="33954"/>
                  </a:lnTo>
                  <a:lnTo>
                    <a:pt x="99372" y="33954"/>
                  </a:lnTo>
                  <a:close/>
                </a:path>
              </a:pathLst>
            </a:custGeom>
            <a:noFill/>
            <a:ln w="9525" cap="flat" cmpd="sng">
              <a:solidFill>
                <a:srgbClr val="DBE3E8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8998;p59">
              <a:extLst>
                <a:ext uri="{FF2B5EF4-FFF2-40B4-BE49-F238E27FC236}">
                  <a16:creationId xmlns:a16="http://schemas.microsoft.com/office/drawing/2014/main" id="{DFA3C2FD-0DB4-FCC8-770E-7F3D9729CAC6}"/>
                </a:ext>
              </a:extLst>
            </p:cNvPr>
            <p:cNvSpPr/>
            <p:nvPr/>
          </p:nvSpPr>
          <p:spPr>
            <a:xfrm>
              <a:off x="7236268" y="2370428"/>
              <a:ext cx="304187" cy="115978"/>
            </a:xfrm>
            <a:custGeom>
              <a:avLst/>
              <a:gdLst/>
              <a:ahLst/>
              <a:cxnLst/>
              <a:rect l="l" t="t" r="r" b="b"/>
              <a:pathLst>
                <a:path w="87473" h="33351" fill="none" extrusionOk="0">
                  <a:moveTo>
                    <a:pt x="15181" y="0"/>
                  </a:moveTo>
                  <a:cubicBezTo>
                    <a:pt x="12114" y="11913"/>
                    <a:pt x="6975" y="23210"/>
                    <a:pt x="1" y="33350"/>
                  </a:cubicBezTo>
                  <a:lnTo>
                    <a:pt x="87472" y="33350"/>
                  </a:lnTo>
                  <a:lnTo>
                    <a:pt x="87472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4F677B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8999;p59">
              <a:extLst>
                <a:ext uri="{FF2B5EF4-FFF2-40B4-BE49-F238E27FC236}">
                  <a16:creationId xmlns:a16="http://schemas.microsoft.com/office/drawing/2014/main" id="{2E63F9C7-6E56-D962-C524-823E51B699DF}"/>
                </a:ext>
              </a:extLst>
            </p:cNvPr>
            <p:cNvSpPr/>
            <p:nvPr/>
          </p:nvSpPr>
          <p:spPr>
            <a:xfrm>
              <a:off x="7252744" y="2161243"/>
              <a:ext cx="271454" cy="115982"/>
            </a:xfrm>
            <a:custGeom>
              <a:avLst/>
              <a:gdLst/>
              <a:ahLst/>
              <a:cxnLst/>
              <a:rect l="l" t="t" r="r" b="b"/>
              <a:pathLst>
                <a:path w="78060" h="33352" fill="none" extrusionOk="0">
                  <a:moveTo>
                    <a:pt x="0" y="1"/>
                  </a:moveTo>
                  <a:cubicBezTo>
                    <a:pt x="7288" y="9714"/>
                    <a:pt x="11762" y="21250"/>
                    <a:pt x="12918" y="33351"/>
                  </a:cubicBezTo>
                  <a:lnTo>
                    <a:pt x="78060" y="33351"/>
                  </a:lnTo>
                  <a:lnTo>
                    <a:pt x="78060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B3C3CE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9000;p59">
              <a:extLst>
                <a:ext uri="{FF2B5EF4-FFF2-40B4-BE49-F238E27FC236}">
                  <a16:creationId xmlns:a16="http://schemas.microsoft.com/office/drawing/2014/main" id="{7F7D4361-F75D-7E4F-17CB-331B1BC8532B}"/>
                </a:ext>
              </a:extLst>
            </p:cNvPr>
            <p:cNvSpPr/>
            <p:nvPr/>
          </p:nvSpPr>
          <p:spPr>
            <a:xfrm>
              <a:off x="6599718" y="2199610"/>
              <a:ext cx="260051" cy="115978"/>
            </a:xfrm>
            <a:custGeom>
              <a:avLst/>
              <a:gdLst/>
              <a:ahLst/>
              <a:cxnLst/>
              <a:rect l="l" t="t" r="r" b="b"/>
              <a:pathLst>
                <a:path w="74781" h="33351" fill="none" extrusionOk="0">
                  <a:moveTo>
                    <a:pt x="68246" y="28752"/>
                  </a:moveTo>
                  <a:cubicBezTo>
                    <a:pt x="68234" y="18800"/>
                    <a:pt x="70471" y="8973"/>
                    <a:pt x="74781" y="1"/>
                  </a:cubicBezTo>
                  <a:lnTo>
                    <a:pt x="1" y="1"/>
                  </a:lnTo>
                  <a:lnTo>
                    <a:pt x="1" y="33351"/>
                  </a:lnTo>
                  <a:lnTo>
                    <a:pt x="68397" y="33351"/>
                  </a:lnTo>
                  <a:cubicBezTo>
                    <a:pt x="68284" y="31818"/>
                    <a:pt x="68221" y="30285"/>
                    <a:pt x="68246" y="28752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FA1AF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9001;p59">
              <a:extLst>
                <a:ext uri="{FF2B5EF4-FFF2-40B4-BE49-F238E27FC236}">
                  <a16:creationId xmlns:a16="http://schemas.microsoft.com/office/drawing/2014/main" id="{E5A62276-AF8E-04AE-1D58-AF83DA796426}"/>
                </a:ext>
              </a:extLst>
            </p:cNvPr>
            <p:cNvSpPr/>
            <p:nvPr/>
          </p:nvSpPr>
          <p:spPr>
            <a:xfrm>
              <a:off x="6605967" y="2389697"/>
              <a:ext cx="307727" cy="116023"/>
            </a:xfrm>
            <a:custGeom>
              <a:avLst/>
              <a:gdLst/>
              <a:ahLst/>
              <a:cxnLst/>
              <a:rect l="l" t="t" r="r" b="b"/>
              <a:pathLst>
                <a:path w="88491" h="33364" fill="none" extrusionOk="0">
                  <a:moveTo>
                    <a:pt x="70835" y="1"/>
                  </a:moveTo>
                  <a:lnTo>
                    <a:pt x="1" y="1"/>
                  </a:lnTo>
                  <a:lnTo>
                    <a:pt x="1" y="33363"/>
                  </a:lnTo>
                  <a:lnTo>
                    <a:pt x="88490" y="33363"/>
                  </a:lnTo>
                  <a:cubicBezTo>
                    <a:pt x="80662" y="23386"/>
                    <a:pt x="74680" y="12089"/>
                    <a:pt x="70835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9D4DC"/>
              </a:solidFill>
              <a:prstDash val="solid"/>
              <a:miter lim="12565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" name="Google Shape;9002;p59">
              <a:extLst>
                <a:ext uri="{FF2B5EF4-FFF2-40B4-BE49-F238E27FC236}">
                  <a16:creationId xmlns:a16="http://schemas.microsoft.com/office/drawing/2014/main" id="{C8010BFD-B421-75E2-A37C-3C20EC4C3470}"/>
                </a:ext>
              </a:extLst>
            </p:cNvPr>
            <p:cNvGrpSpPr/>
            <p:nvPr/>
          </p:nvGrpSpPr>
          <p:grpSpPr>
            <a:xfrm>
              <a:off x="6836957" y="2068734"/>
              <a:ext cx="461892" cy="721067"/>
              <a:chOff x="6836957" y="2068734"/>
              <a:chExt cx="461892" cy="721067"/>
            </a:xfrm>
          </p:grpSpPr>
          <p:sp>
            <p:nvSpPr>
              <p:cNvPr id="60" name="Google Shape;9003;p59">
                <a:extLst>
                  <a:ext uri="{FF2B5EF4-FFF2-40B4-BE49-F238E27FC236}">
                    <a16:creationId xmlns:a16="http://schemas.microsoft.com/office/drawing/2014/main" id="{97336903-A7A2-D8C3-7FDC-D52B428348EB}"/>
                  </a:ext>
                </a:extLst>
              </p:cNvPr>
              <p:cNvSpPr/>
              <p:nvPr/>
            </p:nvSpPr>
            <p:spPr>
              <a:xfrm>
                <a:off x="7080441" y="2287271"/>
                <a:ext cx="187336" cy="123319"/>
              </a:xfrm>
              <a:custGeom>
                <a:avLst/>
                <a:gdLst/>
                <a:ahLst/>
                <a:cxnLst/>
                <a:rect l="l" t="t" r="r" b="b"/>
                <a:pathLst>
                  <a:path w="53871" h="35462" fill="none" extrusionOk="0">
                    <a:moveTo>
                      <a:pt x="1" y="35461"/>
                    </a:moveTo>
                    <a:lnTo>
                      <a:pt x="47249" y="35461"/>
                    </a:lnTo>
                    <a:cubicBezTo>
                      <a:pt x="51018" y="26213"/>
                      <a:pt x="52665" y="18083"/>
                      <a:pt x="53368" y="12453"/>
                    </a:cubicBezTo>
                    <a:lnTo>
                      <a:pt x="53368" y="12415"/>
                    </a:lnTo>
                    <a:cubicBezTo>
                      <a:pt x="53381" y="12315"/>
                      <a:pt x="53381" y="12227"/>
                      <a:pt x="53393" y="12139"/>
                    </a:cubicBezTo>
                    <a:lnTo>
                      <a:pt x="53419" y="11950"/>
                    </a:lnTo>
                    <a:lnTo>
                      <a:pt x="53469" y="11548"/>
                    </a:lnTo>
                    <a:cubicBezTo>
                      <a:pt x="53506" y="11171"/>
                      <a:pt x="53544" y="10807"/>
                      <a:pt x="53582" y="10455"/>
                    </a:cubicBezTo>
                    <a:cubicBezTo>
                      <a:pt x="53620" y="10091"/>
                      <a:pt x="53645" y="9789"/>
                      <a:pt x="53670" y="9487"/>
                    </a:cubicBezTo>
                    <a:lnTo>
                      <a:pt x="53682" y="9362"/>
                    </a:lnTo>
                    <a:lnTo>
                      <a:pt x="53682" y="9324"/>
                    </a:lnTo>
                    <a:cubicBezTo>
                      <a:pt x="53871" y="6899"/>
                      <a:pt x="53846" y="5441"/>
                      <a:pt x="53846" y="5253"/>
                    </a:cubicBezTo>
                    <a:lnTo>
                      <a:pt x="53833" y="5077"/>
                    </a:lnTo>
                    <a:lnTo>
                      <a:pt x="53833" y="4951"/>
                    </a:lnTo>
                    <a:cubicBezTo>
                      <a:pt x="53833" y="3280"/>
                      <a:pt x="53758" y="1634"/>
                      <a:pt x="53620" y="0"/>
                    </a:cubicBezTo>
                    <a:lnTo>
                      <a:pt x="1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4F677B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9004;p59">
                <a:extLst>
                  <a:ext uri="{FF2B5EF4-FFF2-40B4-BE49-F238E27FC236}">
                    <a16:creationId xmlns:a16="http://schemas.microsoft.com/office/drawing/2014/main" id="{415779EB-2E01-DB0B-B9D6-E34FDC0E83E6}"/>
                  </a:ext>
                </a:extLst>
              </p:cNvPr>
              <p:cNvSpPr/>
              <p:nvPr/>
            </p:nvSpPr>
            <p:spPr>
              <a:xfrm>
                <a:off x="7080441" y="2105091"/>
                <a:ext cx="182750" cy="157141"/>
              </a:xfrm>
              <a:custGeom>
                <a:avLst/>
                <a:gdLst/>
                <a:ahLst/>
                <a:cxnLst/>
                <a:rect l="l" t="t" r="r" b="b"/>
                <a:pathLst>
                  <a:path w="52552" h="45188" fill="none" extrusionOk="0">
                    <a:moveTo>
                      <a:pt x="1" y="45188"/>
                    </a:moveTo>
                    <a:lnTo>
                      <a:pt x="52551" y="45188"/>
                    </a:lnTo>
                    <a:cubicBezTo>
                      <a:pt x="47211" y="20458"/>
                      <a:pt x="25899" y="1609"/>
                      <a:pt x="1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B3C3CE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9005;p59">
                <a:extLst>
                  <a:ext uri="{FF2B5EF4-FFF2-40B4-BE49-F238E27FC236}">
                    <a16:creationId xmlns:a16="http://schemas.microsoft.com/office/drawing/2014/main" id="{1A54F336-11A2-432F-DA1E-6294AF94DDF0}"/>
                  </a:ext>
                </a:extLst>
              </p:cNvPr>
              <p:cNvSpPr/>
              <p:nvPr/>
            </p:nvSpPr>
            <p:spPr>
              <a:xfrm>
                <a:off x="6872702" y="2287006"/>
                <a:ext cx="187378" cy="123364"/>
              </a:xfrm>
              <a:custGeom>
                <a:avLst/>
                <a:gdLst/>
                <a:ahLst/>
                <a:cxnLst/>
                <a:rect l="l" t="t" r="r" b="b"/>
                <a:pathLst>
                  <a:path w="53883" h="35475" fill="none" extrusionOk="0">
                    <a:moveTo>
                      <a:pt x="53883" y="1"/>
                    </a:moveTo>
                    <a:lnTo>
                      <a:pt x="239" y="1"/>
                    </a:lnTo>
                    <a:cubicBezTo>
                      <a:pt x="101" y="1634"/>
                      <a:pt x="13" y="3293"/>
                      <a:pt x="13" y="4964"/>
                    </a:cubicBezTo>
                    <a:lnTo>
                      <a:pt x="13" y="5266"/>
                    </a:lnTo>
                    <a:cubicBezTo>
                      <a:pt x="13" y="5454"/>
                      <a:pt x="0" y="6912"/>
                      <a:pt x="189" y="9312"/>
                    </a:cubicBezTo>
                    <a:lnTo>
                      <a:pt x="189" y="9375"/>
                    </a:lnTo>
                    <a:lnTo>
                      <a:pt x="189" y="9488"/>
                    </a:lnTo>
                    <a:lnTo>
                      <a:pt x="189" y="9488"/>
                    </a:lnTo>
                    <a:cubicBezTo>
                      <a:pt x="214" y="9802"/>
                      <a:pt x="252" y="10116"/>
                      <a:pt x="277" y="10443"/>
                    </a:cubicBezTo>
                    <a:cubicBezTo>
                      <a:pt x="314" y="10820"/>
                      <a:pt x="352" y="11185"/>
                      <a:pt x="390" y="11536"/>
                    </a:cubicBezTo>
                    <a:lnTo>
                      <a:pt x="440" y="11964"/>
                    </a:lnTo>
                    <a:lnTo>
                      <a:pt x="465" y="12140"/>
                    </a:lnTo>
                    <a:lnTo>
                      <a:pt x="503" y="12416"/>
                    </a:lnTo>
                    <a:lnTo>
                      <a:pt x="503" y="12466"/>
                    </a:lnTo>
                    <a:cubicBezTo>
                      <a:pt x="1194" y="18083"/>
                      <a:pt x="2840" y="26226"/>
                      <a:pt x="6610" y="35475"/>
                    </a:cubicBezTo>
                    <a:lnTo>
                      <a:pt x="53883" y="35475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C9D4DC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9006;p59">
                <a:extLst>
                  <a:ext uri="{FF2B5EF4-FFF2-40B4-BE49-F238E27FC236}">
                    <a16:creationId xmlns:a16="http://schemas.microsoft.com/office/drawing/2014/main" id="{7408B87A-D543-D98A-648F-FD0BE1F83488}"/>
                  </a:ext>
                </a:extLst>
              </p:cNvPr>
              <p:cNvSpPr/>
              <p:nvPr/>
            </p:nvSpPr>
            <p:spPr>
              <a:xfrm>
                <a:off x="6902504" y="2430686"/>
                <a:ext cx="152902" cy="185984"/>
              </a:xfrm>
              <a:custGeom>
                <a:avLst/>
                <a:gdLst/>
                <a:ahLst/>
                <a:cxnLst/>
                <a:rect l="l" t="t" r="r" b="b"/>
                <a:pathLst>
                  <a:path w="43969" h="53482" fill="none" extrusionOk="0">
                    <a:moveTo>
                      <a:pt x="43968" y="1"/>
                    </a:moveTo>
                    <a:lnTo>
                      <a:pt x="0" y="1"/>
                    </a:lnTo>
                    <a:cubicBezTo>
                      <a:pt x="4235" y="8319"/>
                      <a:pt x="10254" y="17191"/>
                      <a:pt x="18837" y="25723"/>
                    </a:cubicBezTo>
                    <a:cubicBezTo>
                      <a:pt x="24454" y="31315"/>
                      <a:pt x="28638" y="37724"/>
                      <a:pt x="31302" y="44823"/>
                    </a:cubicBezTo>
                    <a:cubicBezTo>
                      <a:pt x="31792" y="46130"/>
                      <a:pt x="32194" y="47462"/>
                      <a:pt x="32508" y="48819"/>
                    </a:cubicBezTo>
                    <a:cubicBezTo>
                      <a:pt x="33111" y="51534"/>
                      <a:pt x="35524" y="53469"/>
                      <a:pt x="38301" y="53481"/>
                    </a:cubicBezTo>
                    <a:lnTo>
                      <a:pt x="43968" y="5348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DBE3E8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Google Shape;9007;p59">
                <a:extLst>
                  <a:ext uri="{FF2B5EF4-FFF2-40B4-BE49-F238E27FC236}">
                    <a16:creationId xmlns:a16="http://schemas.microsoft.com/office/drawing/2014/main" id="{712A0465-2D81-B3C9-1CF8-A5E40FDB5BA6}"/>
                  </a:ext>
                </a:extLst>
              </p:cNvPr>
              <p:cNvSpPr/>
              <p:nvPr/>
            </p:nvSpPr>
            <p:spPr>
              <a:xfrm>
                <a:off x="6877289" y="2104831"/>
                <a:ext cx="182791" cy="157141"/>
              </a:xfrm>
              <a:custGeom>
                <a:avLst/>
                <a:gdLst/>
                <a:ahLst/>
                <a:cxnLst/>
                <a:rect l="l" t="t" r="r" b="b"/>
                <a:pathLst>
                  <a:path w="52564" h="45188" fill="none" extrusionOk="0">
                    <a:moveTo>
                      <a:pt x="52564" y="45187"/>
                    </a:moveTo>
                    <a:lnTo>
                      <a:pt x="52564" y="0"/>
                    </a:lnTo>
                    <a:cubicBezTo>
                      <a:pt x="26653" y="1621"/>
                      <a:pt x="5354" y="20470"/>
                      <a:pt x="1" y="45187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FA1AF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Google Shape;9008;p59">
                <a:extLst>
                  <a:ext uri="{FF2B5EF4-FFF2-40B4-BE49-F238E27FC236}">
                    <a16:creationId xmlns:a16="http://schemas.microsoft.com/office/drawing/2014/main" id="{0B5B8CF9-D170-1B21-62B8-B42C411F1269}"/>
                  </a:ext>
                </a:extLst>
              </p:cNvPr>
              <p:cNvSpPr/>
              <p:nvPr/>
            </p:nvSpPr>
            <p:spPr>
              <a:xfrm>
                <a:off x="7080441" y="2430686"/>
                <a:ext cx="152860" cy="185938"/>
              </a:xfrm>
              <a:custGeom>
                <a:avLst/>
                <a:gdLst/>
                <a:ahLst/>
                <a:cxnLst/>
                <a:rect l="l" t="t" r="r" b="b"/>
                <a:pathLst>
                  <a:path w="43957" h="53469" fill="none" extrusionOk="0">
                    <a:moveTo>
                      <a:pt x="1" y="1"/>
                    </a:moveTo>
                    <a:lnTo>
                      <a:pt x="1" y="53469"/>
                    </a:lnTo>
                    <a:lnTo>
                      <a:pt x="5668" y="53469"/>
                    </a:lnTo>
                    <a:cubicBezTo>
                      <a:pt x="8445" y="53456"/>
                      <a:pt x="10845" y="51521"/>
                      <a:pt x="11448" y="48819"/>
                    </a:cubicBezTo>
                    <a:cubicBezTo>
                      <a:pt x="11762" y="47450"/>
                      <a:pt x="12165" y="46118"/>
                      <a:pt x="12655" y="44811"/>
                    </a:cubicBezTo>
                    <a:cubicBezTo>
                      <a:pt x="15319" y="37724"/>
                      <a:pt x="19503" y="31302"/>
                      <a:pt x="25120" y="25723"/>
                    </a:cubicBezTo>
                    <a:cubicBezTo>
                      <a:pt x="33703" y="17191"/>
                      <a:pt x="39722" y="8319"/>
                      <a:pt x="43956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374F66"/>
                </a:solidFill>
                <a:prstDash val="solid"/>
                <a:miter lim="12565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666" name="Google Shape;9009;p59">
                <a:extLst>
                  <a:ext uri="{FF2B5EF4-FFF2-40B4-BE49-F238E27FC236}">
                    <a16:creationId xmlns:a16="http://schemas.microsoft.com/office/drawing/2014/main" id="{DF37DF03-DD60-BF6E-A1D0-D71EC19EF7E0}"/>
                  </a:ext>
                </a:extLst>
              </p:cNvPr>
              <p:cNvGrpSpPr/>
              <p:nvPr/>
            </p:nvGrpSpPr>
            <p:grpSpPr>
              <a:xfrm>
                <a:off x="6836957" y="2068734"/>
                <a:ext cx="461892" cy="721067"/>
                <a:chOff x="6836957" y="2068734"/>
                <a:chExt cx="461892" cy="721067"/>
              </a:xfrm>
            </p:grpSpPr>
            <p:sp>
              <p:nvSpPr>
                <p:cNvPr id="1667" name="Google Shape;9010;p59">
                  <a:extLst>
                    <a:ext uri="{FF2B5EF4-FFF2-40B4-BE49-F238E27FC236}">
                      <a16:creationId xmlns:a16="http://schemas.microsoft.com/office/drawing/2014/main" id="{CE62814A-FB1D-F7A2-EDAE-39861084BE7C}"/>
                    </a:ext>
                  </a:extLst>
                </p:cNvPr>
                <p:cNvSpPr/>
                <p:nvPr/>
              </p:nvSpPr>
              <p:spPr>
                <a:xfrm>
                  <a:off x="6996059" y="2711098"/>
                  <a:ext cx="143729" cy="7870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31" h="22632" fill="none" extrusionOk="0">
                      <a:moveTo>
                        <a:pt x="20659" y="22632"/>
                      </a:moveTo>
                      <a:lnTo>
                        <a:pt x="20659" y="22632"/>
                      </a:lnTo>
                      <a:cubicBezTo>
                        <a:pt x="19252" y="22632"/>
                        <a:pt x="1" y="15658"/>
                        <a:pt x="1" y="5253"/>
                      </a:cubicBezTo>
                      <a:lnTo>
                        <a:pt x="1" y="0"/>
                      </a:lnTo>
                      <a:lnTo>
                        <a:pt x="41318" y="0"/>
                      </a:lnTo>
                      <a:lnTo>
                        <a:pt x="41318" y="5253"/>
                      </a:lnTo>
                      <a:cubicBezTo>
                        <a:pt x="41330" y="14125"/>
                        <a:pt x="22079" y="22632"/>
                        <a:pt x="20659" y="22632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3E7EA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8" name="Google Shape;9011;p59">
                  <a:extLst>
                    <a:ext uri="{FF2B5EF4-FFF2-40B4-BE49-F238E27FC236}">
                      <a16:creationId xmlns:a16="http://schemas.microsoft.com/office/drawing/2014/main" id="{A46FAC66-DAF6-EC7C-7505-4467D8A7D105}"/>
                    </a:ext>
                  </a:extLst>
                </p:cNvPr>
                <p:cNvSpPr/>
                <p:nvPr/>
              </p:nvSpPr>
              <p:spPr>
                <a:xfrm>
                  <a:off x="6996059" y="2647693"/>
                  <a:ext cx="143683" cy="88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318" h="25522" fill="none" extrusionOk="0">
                      <a:moveTo>
                        <a:pt x="667" y="0"/>
                      </a:moveTo>
                      <a:lnTo>
                        <a:pt x="40652" y="0"/>
                      </a:lnTo>
                      <a:cubicBezTo>
                        <a:pt x="41016" y="0"/>
                        <a:pt x="41318" y="980"/>
                        <a:pt x="41318" y="2199"/>
                      </a:cubicBezTo>
                      <a:lnTo>
                        <a:pt x="41318" y="23323"/>
                      </a:lnTo>
                      <a:cubicBezTo>
                        <a:pt x="41318" y="24542"/>
                        <a:pt x="41016" y="25522"/>
                        <a:pt x="40652" y="25522"/>
                      </a:cubicBezTo>
                      <a:lnTo>
                        <a:pt x="667" y="25522"/>
                      </a:lnTo>
                      <a:cubicBezTo>
                        <a:pt x="302" y="25522"/>
                        <a:pt x="1" y="24542"/>
                        <a:pt x="1" y="23323"/>
                      </a:cubicBezTo>
                      <a:lnTo>
                        <a:pt x="1" y="2187"/>
                      </a:lnTo>
                      <a:cubicBezTo>
                        <a:pt x="1" y="980"/>
                        <a:pt x="302" y="0"/>
                        <a:pt x="66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3E7EA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69" name="Google Shape;9012;p59">
                  <a:extLst>
                    <a:ext uri="{FF2B5EF4-FFF2-40B4-BE49-F238E27FC236}">
                      <a16:creationId xmlns:a16="http://schemas.microsoft.com/office/drawing/2014/main" id="{CB087EF8-72AF-0706-1EB4-EDC79C19873C}"/>
                    </a:ext>
                  </a:extLst>
                </p:cNvPr>
                <p:cNvSpPr/>
                <p:nvPr/>
              </p:nvSpPr>
              <p:spPr>
                <a:xfrm>
                  <a:off x="6990467" y="2723683"/>
                  <a:ext cx="154870" cy="1272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35" h="3658" fill="none" extrusionOk="0">
                      <a:moveTo>
                        <a:pt x="327" y="0"/>
                      </a:moveTo>
                      <a:lnTo>
                        <a:pt x="44207" y="0"/>
                      </a:lnTo>
                      <a:cubicBezTo>
                        <a:pt x="44383" y="0"/>
                        <a:pt x="44534" y="139"/>
                        <a:pt x="44534" y="327"/>
                      </a:cubicBezTo>
                      <a:lnTo>
                        <a:pt x="44534" y="3343"/>
                      </a:lnTo>
                      <a:cubicBezTo>
                        <a:pt x="44534" y="3519"/>
                        <a:pt x="44383" y="3657"/>
                        <a:pt x="44207" y="3657"/>
                      </a:cubicBezTo>
                      <a:lnTo>
                        <a:pt x="327" y="3657"/>
                      </a:lnTo>
                      <a:cubicBezTo>
                        <a:pt x="151" y="3657"/>
                        <a:pt x="0" y="3519"/>
                        <a:pt x="0" y="3343"/>
                      </a:cubicBezTo>
                      <a:lnTo>
                        <a:pt x="0" y="327"/>
                      </a:lnTo>
                      <a:cubicBezTo>
                        <a:pt x="0" y="139"/>
                        <a:pt x="151" y="0"/>
                        <a:pt x="327" y="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0" name="Google Shape;9013;p59">
                  <a:extLst>
                    <a:ext uri="{FF2B5EF4-FFF2-40B4-BE49-F238E27FC236}">
                      <a16:creationId xmlns:a16="http://schemas.microsoft.com/office/drawing/2014/main" id="{98BBB077-3C22-BBA3-D73B-B7D79073D2EB}"/>
                    </a:ext>
                  </a:extLst>
                </p:cNvPr>
                <p:cNvSpPr/>
                <p:nvPr/>
              </p:nvSpPr>
              <p:spPr>
                <a:xfrm>
                  <a:off x="6990467" y="2698339"/>
                  <a:ext cx="154870" cy="1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35" h="3670" fill="none" extrusionOk="0">
                      <a:moveTo>
                        <a:pt x="42700" y="3669"/>
                      </a:moveTo>
                      <a:lnTo>
                        <a:pt x="1835" y="3669"/>
                      </a:lnTo>
                      <a:cubicBezTo>
                        <a:pt x="830" y="3657"/>
                        <a:pt x="13" y="2840"/>
                        <a:pt x="0" y="1835"/>
                      </a:cubicBezTo>
                      <a:lnTo>
                        <a:pt x="0" y="1835"/>
                      </a:lnTo>
                      <a:cubicBezTo>
                        <a:pt x="13" y="817"/>
                        <a:pt x="830" y="0"/>
                        <a:pt x="1835" y="0"/>
                      </a:cubicBezTo>
                      <a:lnTo>
                        <a:pt x="42700" y="0"/>
                      </a:lnTo>
                      <a:cubicBezTo>
                        <a:pt x="43717" y="0"/>
                        <a:pt x="44534" y="817"/>
                        <a:pt x="44534" y="1835"/>
                      </a:cubicBezTo>
                      <a:lnTo>
                        <a:pt x="44534" y="1835"/>
                      </a:lnTo>
                      <a:cubicBezTo>
                        <a:pt x="44534" y="2840"/>
                        <a:pt x="43717" y="3657"/>
                        <a:pt x="42700" y="3669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1" name="Google Shape;9014;p59">
                  <a:extLst>
                    <a:ext uri="{FF2B5EF4-FFF2-40B4-BE49-F238E27FC236}">
                      <a16:creationId xmlns:a16="http://schemas.microsoft.com/office/drawing/2014/main" id="{CD18EA64-003C-5DBA-69D8-618CFDBC14EA}"/>
                    </a:ext>
                  </a:extLst>
                </p:cNvPr>
                <p:cNvSpPr/>
                <p:nvPr/>
              </p:nvSpPr>
              <p:spPr>
                <a:xfrm>
                  <a:off x="6990467" y="2647648"/>
                  <a:ext cx="154870" cy="127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35" h="3670" fill="none" extrusionOk="0">
                      <a:moveTo>
                        <a:pt x="42700" y="3670"/>
                      </a:moveTo>
                      <a:lnTo>
                        <a:pt x="1835" y="3670"/>
                      </a:lnTo>
                      <a:cubicBezTo>
                        <a:pt x="830" y="3670"/>
                        <a:pt x="13" y="2853"/>
                        <a:pt x="0" y="1835"/>
                      </a:cubicBezTo>
                      <a:lnTo>
                        <a:pt x="0" y="1835"/>
                      </a:lnTo>
                      <a:cubicBezTo>
                        <a:pt x="13" y="830"/>
                        <a:pt x="830" y="13"/>
                        <a:pt x="1835" y="1"/>
                      </a:cubicBezTo>
                      <a:lnTo>
                        <a:pt x="42700" y="1"/>
                      </a:lnTo>
                      <a:cubicBezTo>
                        <a:pt x="43717" y="13"/>
                        <a:pt x="44534" y="830"/>
                        <a:pt x="44534" y="1835"/>
                      </a:cubicBezTo>
                      <a:lnTo>
                        <a:pt x="44534" y="1835"/>
                      </a:lnTo>
                      <a:cubicBezTo>
                        <a:pt x="44534" y="2853"/>
                        <a:pt x="43717" y="3670"/>
                        <a:pt x="42700" y="367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2" name="Google Shape;9015;p59">
                  <a:extLst>
                    <a:ext uri="{FF2B5EF4-FFF2-40B4-BE49-F238E27FC236}">
                      <a16:creationId xmlns:a16="http://schemas.microsoft.com/office/drawing/2014/main" id="{CFAF3467-FD54-1D1B-5E7A-5777F40E053B}"/>
                    </a:ext>
                  </a:extLst>
                </p:cNvPr>
                <p:cNvSpPr/>
                <p:nvPr/>
              </p:nvSpPr>
              <p:spPr>
                <a:xfrm>
                  <a:off x="6990467" y="2672992"/>
                  <a:ext cx="154870" cy="12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535" h="3671" fill="none" extrusionOk="0">
                      <a:moveTo>
                        <a:pt x="42700" y="3670"/>
                      </a:moveTo>
                      <a:lnTo>
                        <a:pt x="1835" y="3670"/>
                      </a:lnTo>
                      <a:cubicBezTo>
                        <a:pt x="817" y="3670"/>
                        <a:pt x="0" y="2841"/>
                        <a:pt x="0" y="1836"/>
                      </a:cubicBezTo>
                      <a:lnTo>
                        <a:pt x="0" y="1836"/>
                      </a:lnTo>
                      <a:cubicBezTo>
                        <a:pt x="13" y="818"/>
                        <a:pt x="830" y="1"/>
                        <a:pt x="1835" y="1"/>
                      </a:cubicBezTo>
                      <a:lnTo>
                        <a:pt x="42700" y="1"/>
                      </a:lnTo>
                      <a:cubicBezTo>
                        <a:pt x="43717" y="1"/>
                        <a:pt x="44534" y="818"/>
                        <a:pt x="44534" y="1836"/>
                      </a:cubicBezTo>
                      <a:lnTo>
                        <a:pt x="44534" y="1836"/>
                      </a:lnTo>
                      <a:cubicBezTo>
                        <a:pt x="44534" y="2841"/>
                        <a:pt x="43717" y="3670"/>
                        <a:pt x="42700" y="3670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EEF0F2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673" name="Google Shape;9016;p59">
                  <a:extLst>
                    <a:ext uri="{FF2B5EF4-FFF2-40B4-BE49-F238E27FC236}">
                      <a16:creationId xmlns:a16="http://schemas.microsoft.com/office/drawing/2014/main" id="{C66EF6DA-15B5-FB65-20E4-F855A7C26B37}"/>
                    </a:ext>
                  </a:extLst>
                </p:cNvPr>
                <p:cNvSpPr/>
                <p:nvPr/>
              </p:nvSpPr>
              <p:spPr>
                <a:xfrm>
                  <a:off x="6836957" y="2068734"/>
                  <a:ext cx="461892" cy="5897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2823" h="169592" fill="none" extrusionOk="0">
                      <a:moveTo>
                        <a:pt x="132307" y="74442"/>
                      </a:moveTo>
                      <a:cubicBezTo>
                        <a:pt x="132332" y="74278"/>
                        <a:pt x="132345" y="74127"/>
                        <a:pt x="132357" y="73977"/>
                      </a:cubicBezTo>
                      <a:cubicBezTo>
                        <a:pt x="132408" y="73562"/>
                        <a:pt x="132458" y="73135"/>
                        <a:pt x="132496" y="72720"/>
                      </a:cubicBezTo>
                      <a:cubicBezTo>
                        <a:pt x="132533" y="72343"/>
                        <a:pt x="132558" y="71991"/>
                        <a:pt x="132584" y="71639"/>
                      </a:cubicBezTo>
                      <a:cubicBezTo>
                        <a:pt x="132584" y="71577"/>
                        <a:pt x="132596" y="71501"/>
                        <a:pt x="132609" y="71438"/>
                      </a:cubicBezTo>
                      <a:cubicBezTo>
                        <a:pt x="132759" y="69754"/>
                        <a:pt x="132822" y="68071"/>
                        <a:pt x="132797" y="66387"/>
                      </a:cubicBezTo>
                      <a:cubicBezTo>
                        <a:pt x="132797" y="29719"/>
                        <a:pt x="103079" y="1"/>
                        <a:pt x="66411" y="1"/>
                      </a:cubicBezTo>
                      <a:cubicBezTo>
                        <a:pt x="29744" y="1"/>
                        <a:pt x="25" y="29719"/>
                        <a:pt x="25" y="66387"/>
                      </a:cubicBezTo>
                      <a:cubicBezTo>
                        <a:pt x="0" y="68071"/>
                        <a:pt x="63" y="69754"/>
                        <a:pt x="214" y="71438"/>
                      </a:cubicBezTo>
                      <a:cubicBezTo>
                        <a:pt x="214" y="71501"/>
                        <a:pt x="226" y="71577"/>
                        <a:pt x="239" y="71639"/>
                      </a:cubicBezTo>
                      <a:cubicBezTo>
                        <a:pt x="264" y="71991"/>
                        <a:pt x="289" y="72343"/>
                        <a:pt x="327" y="72720"/>
                      </a:cubicBezTo>
                      <a:cubicBezTo>
                        <a:pt x="365" y="73135"/>
                        <a:pt x="415" y="73562"/>
                        <a:pt x="465" y="73977"/>
                      </a:cubicBezTo>
                      <a:cubicBezTo>
                        <a:pt x="478" y="74127"/>
                        <a:pt x="490" y="74278"/>
                        <a:pt x="515" y="74442"/>
                      </a:cubicBezTo>
                      <a:cubicBezTo>
                        <a:pt x="528" y="74617"/>
                        <a:pt x="553" y="74806"/>
                        <a:pt x="578" y="74994"/>
                      </a:cubicBezTo>
                      <a:cubicBezTo>
                        <a:pt x="2187" y="87887"/>
                        <a:pt x="8306" y="113182"/>
                        <a:pt x="31390" y="136140"/>
                      </a:cubicBezTo>
                      <a:cubicBezTo>
                        <a:pt x="35926" y="140652"/>
                        <a:pt x="39545" y="146030"/>
                        <a:pt x="41782" y="152036"/>
                      </a:cubicBezTo>
                      <a:cubicBezTo>
                        <a:pt x="42775" y="154650"/>
                        <a:pt x="43164" y="157176"/>
                        <a:pt x="43177" y="158985"/>
                      </a:cubicBezTo>
                      <a:cubicBezTo>
                        <a:pt x="43202" y="166299"/>
                        <a:pt x="42976" y="169591"/>
                        <a:pt x="66411" y="169591"/>
                      </a:cubicBezTo>
                      <a:cubicBezTo>
                        <a:pt x="89834" y="169591"/>
                        <a:pt x="89621" y="166286"/>
                        <a:pt x="89646" y="158985"/>
                      </a:cubicBezTo>
                      <a:cubicBezTo>
                        <a:pt x="89646" y="157176"/>
                        <a:pt x="90048" y="154650"/>
                        <a:pt x="91041" y="152036"/>
                      </a:cubicBezTo>
                      <a:cubicBezTo>
                        <a:pt x="93277" y="146042"/>
                        <a:pt x="96896" y="140652"/>
                        <a:pt x="101433" y="136140"/>
                      </a:cubicBezTo>
                      <a:cubicBezTo>
                        <a:pt x="124516" y="113182"/>
                        <a:pt x="130636" y="87887"/>
                        <a:pt x="132244" y="74994"/>
                      </a:cubicBezTo>
                      <a:cubicBezTo>
                        <a:pt x="132269" y="74806"/>
                        <a:pt x="132295" y="74617"/>
                        <a:pt x="132307" y="74442"/>
                      </a:cubicBezTo>
                      <a:close/>
                    </a:path>
                  </a:pathLst>
                </a:custGeom>
                <a:noFill/>
                <a:ln w="9525" cap="flat" cmpd="sng">
                  <a:solidFill>
                    <a:srgbClr val="FEFEFE"/>
                  </a:solidFill>
                  <a:prstDash val="solid"/>
                  <a:miter lim="12565"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674" name="Google Shape;8919;p59">
            <a:extLst>
              <a:ext uri="{FF2B5EF4-FFF2-40B4-BE49-F238E27FC236}">
                <a16:creationId xmlns:a16="http://schemas.microsoft.com/office/drawing/2014/main" id="{99E700B9-E961-DBB1-A695-79C99215795B}"/>
              </a:ext>
            </a:extLst>
          </p:cNvPr>
          <p:cNvGrpSpPr/>
          <p:nvPr/>
        </p:nvGrpSpPr>
        <p:grpSpPr>
          <a:xfrm>
            <a:off x="381341" y="4072133"/>
            <a:ext cx="1408444" cy="673166"/>
            <a:chOff x="712664" y="3693287"/>
            <a:chExt cx="1460738" cy="698160"/>
          </a:xfrm>
        </p:grpSpPr>
        <p:grpSp>
          <p:nvGrpSpPr>
            <p:cNvPr id="1675" name="Google Shape;8920;p59">
              <a:extLst>
                <a:ext uri="{FF2B5EF4-FFF2-40B4-BE49-F238E27FC236}">
                  <a16:creationId xmlns:a16="http://schemas.microsoft.com/office/drawing/2014/main" id="{75CD1CB7-E003-13EE-3182-65EBB0B160C4}"/>
                </a:ext>
              </a:extLst>
            </p:cNvPr>
            <p:cNvGrpSpPr/>
            <p:nvPr/>
          </p:nvGrpSpPr>
          <p:grpSpPr>
            <a:xfrm>
              <a:off x="1380079" y="4133090"/>
              <a:ext cx="234048" cy="258099"/>
              <a:chOff x="1380079" y="4133090"/>
              <a:chExt cx="234048" cy="258099"/>
            </a:xfrm>
          </p:grpSpPr>
          <p:sp>
            <p:nvSpPr>
              <p:cNvPr id="1687" name="Google Shape;8921;p59">
                <a:extLst>
                  <a:ext uri="{FF2B5EF4-FFF2-40B4-BE49-F238E27FC236}">
                    <a16:creationId xmlns:a16="http://schemas.microsoft.com/office/drawing/2014/main" id="{AFF67E35-8FBC-4BAC-E5DF-ACEF3E0C0097}"/>
                  </a:ext>
                </a:extLst>
              </p:cNvPr>
              <p:cNvSpPr/>
              <p:nvPr/>
            </p:nvSpPr>
            <p:spPr>
              <a:xfrm>
                <a:off x="1380079" y="4323114"/>
                <a:ext cx="136140" cy="68075"/>
              </a:xfrm>
              <a:custGeom>
                <a:avLst/>
                <a:gdLst/>
                <a:ahLst/>
                <a:cxnLst/>
                <a:rect l="l" t="t" r="r" b="b"/>
                <a:pathLst>
                  <a:path w="27160" h="13581" extrusionOk="0">
                    <a:moveTo>
                      <a:pt x="13580" y="1"/>
                    </a:moveTo>
                    <a:cubicBezTo>
                      <a:pt x="6083" y="1"/>
                      <a:pt x="0" y="6077"/>
                      <a:pt x="0" y="13580"/>
                    </a:cubicBezTo>
                    <a:lnTo>
                      <a:pt x="27159" y="13580"/>
                    </a:lnTo>
                    <a:cubicBezTo>
                      <a:pt x="27159" y="6077"/>
                      <a:pt x="21083" y="1"/>
                      <a:pt x="13580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Google Shape;8922;p59">
                <a:extLst>
                  <a:ext uri="{FF2B5EF4-FFF2-40B4-BE49-F238E27FC236}">
                    <a16:creationId xmlns:a16="http://schemas.microsoft.com/office/drawing/2014/main" id="{26EAE8D1-2E4C-9024-32C7-E9EDA3F5FBE6}"/>
                  </a:ext>
                </a:extLst>
              </p:cNvPr>
              <p:cNvSpPr/>
              <p:nvPr/>
            </p:nvSpPr>
            <p:spPr>
              <a:xfrm>
                <a:off x="1432589" y="4133090"/>
                <a:ext cx="29529" cy="191793"/>
              </a:xfrm>
              <a:custGeom>
                <a:avLst/>
                <a:gdLst/>
                <a:ahLst/>
                <a:cxnLst/>
                <a:rect l="l" t="t" r="r" b="b"/>
                <a:pathLst>
                  <a:path w="5891" h="38263" extrusionOk="0">
                    <a:moveTo>
                      <a:pt x="3276" y="0"/>
                    </a:moveTo>
                    <a:lnTo>
                      <a:pt x="0" y="38263"/>
                    </a:lnTo>
                    <a:lnTo>
                      <a:pt x="5890" y="38194"/>
                    </a:lnTo>
                    <a:lnTo>
                      <a:pt x="3276" y="0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Google Shape;8923;p59">
                <a:extLst>
                  <a:ext uri="{FF2B5EF4-FFF2-40B4-BE49-F238E27FC236}">
                    <a16:creationId xmlns:a16="http://schemas.microsoft.com/office/drawing/2014/main" id="{F59EC5E7-52C8-6A54-C758-E0695F20ABEC}"/>
                  </a:ext>
                </a:extLst>
              </p:cNvPr>
              <p:cNvSpPr/>
              <p:nvPr/>
            </p:nvSpPr>
            <p:spPr>
              <a:xfrm>
                <a:off x="1492085" y="4253278"/>
                <a:ext cx="122041" cy="92186"/>
              </a:xfrm>
              <a:custGeom>
                <a:avLst/>
                <a:gdLst/>
                <a:ahLst/>
                <a:cxnLst/>
                <a:rect l="l" t="t" r="r" b="b"/>
                <a:pathLst>
                  <a:path w="33574" h="25222" extrusionOk="0">
                    <a:moveTo>
                      <a:pt x="32291" y="1"/>
                    </a:moveTo>
                    <a:lnTo>
                      <a:pt x="1" y="23463"/>
                    </a:lnTo>
                    <a:lnTo>
                      <a:pt x="1277" y="25222"/>
                    </a:lnTo>
                    <a:lnTo>
                      <a:pt x="33574" y="1759"/>
                    </a:lnTo>
                    <a:lnTo>
                      <a:pt x="32291" y="1"/>
                    </a:lnTo>
                    <a:close/>
                  </a:path>
                </a:pathLst>
              </a:custGeom>
              <a:solidFill>
                <a:srgbClr val="E3E9E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6" name="Google Shape;8924;p59">
              <a:extLst>
                <a:ext uri="{FF2B5EF4-FFF2-40B4-BE49-F238E27FC236}">
                  <a16:creationId xmlns:a16="http://schemas.microsoft.com/office/drawing/2014/main" id="{1A5CFDBD-E59F-1813-43BF-4DF105CC4E1C}"/>
                </a:ext>
              </a:extLst>
            </p:cNvPr>
            <p:cNvGrpSpPr/>
            <p:nvPr/>
          </p:nvGrpSpPr>
          <p:grpSpPr>
            <a:xfrm>
              <a:off x="884610" y="3864082"/>
              <a:ext cx="1118566" cy="527275"/>
              <a:chOff x="890961" y="3865463"/>
              <a:chExt cx="1115221" cy="525698"/>
            </a:xfrm>
          </p:grpSpPr>
          <p:sp>
            <p:nvSpPr>
              <p:cNvPr id="1684" name="Google Shape;8925;p59">
                <a:extLst>
                  <a:ext uri="{FF2B5EF4-FFF2-40B4-BE49-F238E27FC236}">
                    <a16:creationId xmlns:a16="http://schemas.microsoft.com/office/drawing/2014/main" id="{C17A18C0-5CA3-24F7-1890-CC3EC29907E1}"/>
                  </a:ext>
                </a:extLst>
              </p:cNvPr>
              <p:cNvSpPr/>
              <p:nvPr/>
            </p:nvSpPr>
            <p:spPr>
              <a:xfrm>
                <a:off x="1070568" y="3865463"/>
                <a:ext cx="756474" cy="330074"/>
              </a:xfrm>
              <a:custGeom>
                <a:avLst/>
                <a:gdLst/>
                <a:ahLst/>
                <a:cxnLst/>
                <a:rect l="l" t="t" r="r" b="b"/>
                <a:pathLst>
                  <a:path w="148183" h="64657" extrusionOk="0">
                    <a:moveTo>
                      <a:pt x="74043" y="1"/>
                    </a:moveTo>
                    <a:cubicBezTo>
                      <a:pt x="45518" y="1"/>
                      <a:pt x="19504" y="10966"/>
                      <a:pt x="0" y="28932"/>
                    </a:cubicBezTo>
                    <a:lnTo>
                      <a:pt x="35732" y="64657"/>
                    </a:lnTo>
                    <a:cubicBezTo>
                      <a:pt x="45553" y="54774"/>
                      <a:pt x="59167" y="48663"/>
                      <a:pt x="74208" y="48663"/>
                    </a:cubicBezTo>
                    <a:cubicBezTo>
                      <a:pt x="89215" y="48663"/>
                      <a:pt x="102788" y="54739"/>
                      <a:pt x="112623" y="64567"/>
                    </a:cubicBezTo>
                    <a:lnTo>
                      <a:pt x="148182" y="29008"/>
                    </a:lnTo>
                    <a:cubicBezTo>
                      <a:pt x="128671" y="11008"/>
                      <a:pt x="102623" y="1"/>
                      <a:pt x="7404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667E9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8926;p59">
                <a:extLst>
                  <a:ext uri="{FF2B5EF4-FFF2-40B4-BE49-F238E27FC236}">
                    <a16:creationId xmlns:a16="http://schemas.microsoft.com/office/drawing/2014/main" id="{542DCB10-C93B-3F56-AC1A-FECC0F08428B}"/>
                  </a:ext>
                </a:extLst>
              </p:cNvPr>
              <p:cNvSpPr/>
              <p:nvPr/>
            </p:nvSpPr>
            <p:spPr>
              <a:xfrm>
                <a:off x="890961" y="4013171"/>
                <a:ext cx="362006" cy="377990"/>
              </a:xfrm>
              <a:custGeom>
                <a:avLst/>
                <a:gdLst/>
                <a:ahLst/>
                <a:cxnLst/>
                <a:rect l="l" t="t" r="r" b="b"/>
                <a:pathLst>
                  <a:path w="70912" h="74043" extrusionOk="0">
                    <a:moveTo>
                      <a:pt x="35180" y="0"/>
                    </a:moveTo>
                    <a:cubicBezTo>
                      <a:pt x="14925" y="18642"/>
                      <a:pt x="1697" y="44814"/>
                      <a:pt x="0" y="74042"/>
                    </a:cubicBezTo>
                    <a:lnTo>
                      <a:pt x="55077" y="74042"/>
                    </a:lnTo>
                    <a:cubicBezTo>
                      <a:pt x="55077" y="59084"/>
                      <a:pt x="61118" y="45545"/>
                      <a:pt x="70912" y="35725"/>
                    </a:cubicBezTo>
                    <a:lnTo>
                      <a:pt x="3518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213B5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8927;p59">
                <a:extLst>
                  <a:ext uri="{FF2B5EF4-FFF2-40B4-BE49-F238E27FC236}">
                    <a16:creationId xmlns:a16="http://schemas.microsoft.com/office/drawing/2014/main" id="{23EAE3DF-2D39-E19A-680A-B42BA0466DF1}"/>
                  </a:ext>
                </a:extLst>
              </p:cNvPr>
              <p:cNvSpPr/>
              <p:nvPr/>
            </p:nvSpPr>
            <p:spPr>
              <a:xfrm>
                <a:off x="1645508" y="4013554"/>
                <a:ext cx="360673" cy="377607"/>
              </a:xfrm>
              <a:custGeom>
                <a:avLst/>
                <a:gdLst/>
                <a:ahLst/>
                <a:cxnLst/>
                <a:rect l="l" t="t" r="r" b="b"/>
                <a:pathLst>
                  <a:path w="70651" h="73968" extrusionOk="0">
                    <a:moveTo>
                      <a:pt x="35567" y="1"/>
                    </a:moveTo>
                    <a:lnTo>
                      <a:pt x="1" y="35560"/>
                    </a:lnTo>
                    <a:cubicBezTo>
                      <a:pt x="9836" y="45388"/>
                      <a:pt x="15912" y="58967"/>
                      <a:pt x="15912" y="73967"/>
                    </a:cubicBezTo>
                    <a:lnTo>
                      <a:pt x="70650" y="73967"/>
                    </a:lnTo>
                    <a:cubicBezTo>
                      <a:pt x="68954" y="44795"/>
                      <a:pt x="55767" y="18643"/>
                      <a:pt x="35567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77" name="Google Shape;8928;p59">
              <a:extLst>
                <a:ext uri="{FF2B5EF4-FFF2-40B4-BE49-F238E27FC236}">
                  <a16:creationId xmlns:a16="http://schemas.microsoft.com/office/drawing/2014/main" id="{1A6DF532-43B0-E34F-3709-CF5B57540BEF}"/>
                </a:ext>
              </a:extLst>
            </p:cNvPr>
            <p:cNvGrpSpPr/>
            <p:nvPr/>
          </p:nvGrpSpPr>
          <p:grpSpPr>
            <a:xfrm>
              <a:off x="712664" y="3693287"/>
              <a:ext cx="1460738" cy="698160"/>
              <a:chOff x="712664" y="3693025"/>
              <a:chExt cx="1460738" cy="698160"/>
            </a:xfrm>
          </p:grpSpPr>
          <p:sp>
            <p:nvSpPr>
              <p:cNvPr id="1678" name="Google Shape;8929;p59">
                <a:extLst>
                  <a:ext uri="{FF2B5EF4-FFF2-40B4-BE49-F238E27FC236}">
                    <a16:creationId xmlns:a16="http://schemas.microsoft.com/office/drawing/2014/main" id="{38F2CA47-DC12-1114-7BFC-D7F7A6587F97}"/>
                  </a:ext>
                </a:extLst>
              </p:cNvPr>
              <p:cNvSpPr/>
              <p:nvPr/>
            </p:nvSpPr>
            <p:spPr>
              <a:xfrm>
                <a:off x="1940752" y="4098034"/>
                <a:ext cx="232651" cy="293151"/>
              </a:xfrm>
              <a:custGeom>
                <a:avLst/>
                <a:gdLst/>
                <a:ahLst/>
                <a:cxnLst/>
                <a:rect l="l" t="t" r="r" b="b"/>
                <a:pathLst>
                  <a:path w="45484" h="57312" extrusionOk="0">
                    <a:moveTo>
                      <a:pt x="30704" y="0"/>
                    </a:moveTo>
                    <a:lnTo>
                      <a:pt x="0" y="13745"/>
                    </a:lnTo>
                    <a:cubicBezTo>
                      <a:pt x="6979" y="27270"/>
                      <a:pt x="11042" y="42111"/>
                      <a:pt x="11917" y="57311"/>
                    </a:cubicBezTo>
                    <a:lnTo>
                      <a:pt x="45484" y="57311"/>
                    </a:lnTo>
                    <a:cubicBezTo>
                      <a:pt x="44594" y="37118"/>
                      <a:pt x="39525" y="17683"/>
                      <a:pt x="30704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CFD9E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8930;p59">
                <a:extLst>
                  <a:ext uri="{FF2B5EF4-FFF2-40B4-BE49-F238E27FC236}">
                    <a16:creationId xmlns:a16="http://schemas.microsoft.com/office/drawing/2014/main" id="{C74CA499-F6F9-CC59-7394-B88374B353EE}"/>
                  </a:ext>
                </a:extLst>
              </p:cNvPr>
              <p:cNvSpPr/>
              <p:nvPr/>
            </p:nvSpPr>
            <p:spPr>
              <a:xfrm>
                <a:off x="1736852" y="3804671"/>
                <a:ext cx="360950" cy="363671"/>
              </a:xfrm>
              <a:custGeom>
                <a:avLst/>
                <a:gdLst/>
                <a:ahLst/>
                <a:cxnLst/>
                <a:rect l="l" t="t" r="r" b="b"/>
                <a:pathLst>
                  <a:path w="70567" h="71099" extrusionOk="0">
                    <a:moveTo>
                      <a:pt x="18573" y="1"/>
                    </a:moveTo>
                    <a:lnTo>
                      <a:pt x="0" y="28008"/>
                    </a:lnTo>
                    <a:cubicBezTo>
                      <a:pt x="16938" y="38505"/>
                      <a:pt x="30711" y="53395"/>
                      <a:pt x="39863" y="71098"/>
                    </a:cubicBezTo>
                    <a:lnTo>
                      <a:pt x="70567" y="57353"/>
                    </a:lnTo>
                    <a:cubicBezTo>
                      <a:pt x="63753" y="43719"/>
                      <a:pt x="54712" y="31125"/>
                      <a:pt x="43629" y="20042"/>
                    </a:cubicBezTo>
                    <a:cubicBezTo>
                      <a:pt x="36049" y="12449"/>
                      <a:pt x="27642" y="5725"/>
                      <a:pt x="18573" y="1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869FB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8931;p59">
                <a:extLst>
                  <a:ext uri="{FF2B5EF4-FFF2-40B4-BE49-F238E27FC236}">
                    <a16:creationId xmlns:a16="http://schemas.microsoft.com/office/drawing/2014/main" id="{C67BF8FE-11A8-C2F9-0411-BBA2C86E6A02}"/>
                  </a:ext>
                </a:extLst>
              </p:cNvPr>
              <p:cNvSpPr/>
              <p:nvPr/>
            </p:nvSpPr>
            <p:spPr>
              <a:xfrm>
                <a:off x="1443914" y="3693025"/>
                <a:ext cx="387937" cy="254911"/>
              </a:xfrm>
              <a:custGeom>
                <a:avLst/>
                <a:gdLst/>
                <a:ahLst/>
                <a:cxnLst/>
                <a:rect l="l" t="t" r="r" b="b"/>
                <a:pathLst>
                  <a:path w="75843" h="49836" extrusionOk="0">
                    <a:moveTo>
                      <a:pt x="0" y="0"/>
                    </a:moveTo>
                    <a:lnTo>
                      <a:pt x="0" y="33518"/>
                    </a:lnTo>
                    <a:cubicBezTo>
                      <a:pt x="20987" y="33552"/>
                      <a:pt x="40615" y="39518"/>
                      <a:pt x="57270" y="49835"/>
                    </a:cubicBezTo>
                    <a:lnTo>
                      <a:pt x="75843" y="21828"/>
                    </a:lnTo>
                    <a:cubicBezTo>
                      <a:pt x="53339" y="7641"/>
                      <a:pt x="27256" y="28"/>
                      <a:pt x="0" y="0"/>
                    </a:cubicBez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8932;p59">
                <a:extLst>
                  <a:ext uri="{FF2B5EF4-FFF2-40B4-BE49-F238E27FC236}">
                    <a16:creationId xmlns:a16="http://schemas.microsoft.com/office/drawing/2014/main" id="{D75CE72A-95F5-2B94-06D1-98A5492A86EF}"/>
                  </a:ext>
                </a:extLst>
              </p:cNvPr>
              <p:cNvSpPr/>
              <p:nvPr/>
            </p:nvSpPr>
            <p:spPr>
              <a:xfrm>
                <a:off x="1054844" y="3693025"/>
                <a:ext cx="389072" cy="254558"/>
              </a:xfrm>
              <a:custGeom>
                <a:avLst/>
                <a:gdLst/>
                <a:ahLst/>
                <a:cxnLst/>
                <a:rect l="l" t="t" r="r" b="b"/>
                <a:pathLst>
                  <a:path w="76065" h="49767" extrusionOk="0">
                    <a:moveTo>
                      <a:pt x="75892" y="0"/>
                    </a:moveTo>
                    <a:cubicBezTo>
                      <a:pt x="48629" y="0"/>
                      <a:pt x="22525" y="7579"/>
                      <a:pt x="1" y="21745"/>
                    </a:cubicBezTo>
                    <a:lnTo>
                      <a:pt x="18574" y="49766"/>
                    </a:lnTo>
                    <a:cubicBezTo>
                      <a:pt x="35250" y="39463"/>
                      <a:pt x="54898" y="33518"/>
                      <a:pt x="75892" y="33518"/>
                    </a:cubicBezTo>
                    <a:lnTo>
                      <a:pt x="76064" y="33518"/>
                    </a:lnTo>
                    <a:lnTo>
                      <a:pt x="7606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445D7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8933;p59">
                <a:extLst>
                  <a:ext uri="{FF2B5EF4-FFF2-40B4-BE49-F238E27FC236}">
                    <a16:creationId xmlns:a16="http://schemas.microsoft.com/office/drawing/2014/main" id="{FA0A98F8-43DF-04AD-4713-02EAA21DDFB2}"/>
                  </a:ext>
                </a:extLst>
              </p:cNvPr>
              <p:cNvSpPr/>
              <p:nvPr/>
            </p:nvSpPr>
            <p:spPr>
              <a:xfrm>
                <a:off x="788438" y="3804252"/>
                <a:ext cx="361411" cy="363809"/>
              </a:xfrm>
              <a:custGeom>
                <a:avLst/>
                <a:gdLst/>
                <a:ahLst/>
                <a:cxnLst/>
                <a:rect l="l" t="t" r="r" b="b"/>
                <a:pathLst>
                  <a:path w="70657" h="71126" extrusionOk="0">
                    <a:moveTo>
                      <a:pt x="52084" y="0"/>
                    </a:moveTo>
                    <a:cubicBezTo>
                      <a:pt x="42959" y="5745"/>
                      <a:pt x="34518" y="12490"/>
                      <a:pt x="26904" y="20124"/>
                    </a:cubicBezTo>
                    <a:cubicBezTo>
                      <a:pt x="15828" y="31194"/>
                      <a:pt x="6800" y="43759"/>
                      <a:pt x="0" y="57373"/>
                    </a:cubicBezTo>
                    <a:lnTo>
                      <a:pt x="30704" y="71125"/>
                    </a:lnTo>
                    <a:cubicBezTo>
                      <a:pt x="39870" y="53401"/>
                      <a:pt x="53677" y="38504"/>
                      <a:pt x="70657" y="28021"/>
                    </a:cubicBezTo>
                    <a:lnTo>
                      <a:pt x="5208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E3E9ED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8934;p59">
                <a:extLst>
                  <a:ext uri="{FF2B5EF4-FFF2-40B4-BE49-F238E27FC236}">
                    <a16:creationId xmlns:a16="http://schemas.microsoft.com/office/drawing/2014/main" id="{384332F0-B34B-C52D-423E-7A5D7A6597A8}"/>
                  </a:ext>
                </a:extLst>
              </p:cNvPr>
              <p:cNvSpPr/>
              <p:nvPr/>
            </p:nvSpPr>
            <p:spPr>
              <a:xfrm>
                <a:off x="712664" y="4097717"/>
                <a:ext cx="232830" cy="293432"/>
              </a:xfrm>
              <a:custGeom>
                <a:avLst/>
                <a:gdLst/>
                <a:ahLst/>
                <a:cxnLst/>
                <a:rect l="l" t="t" r="r" b="b"/>
                <a:pathLst>
                  <a:path w="45519" h="57367" extrusionOk="0">
                    <a:moveTo>
                      <a:pt x="14814" y="0"/>
                    </a:moveTo>
                    <a:cubicBezTo>
                      <a:pt x="5966" y="17697"/>
                      <a:pt x="890" y="37152"/>
                      <a:pt x="0" y="57366"/>
                    </a:cubicBezTo>
                    <a:lnTo>
                      <a:pt x="33566" y="57366"/>
                    </a:lnTo>
                    <a:cubicBezTo>
                      <a:pt x="34442" y="42152"/>
                      <a:pt x="38511" y="27283"/>
                      <a:pt x="45518" y="13745"/>
                    </a:cubicBezTo>
                    <a:lnTo>
                      <a:pt x="14814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A5B7C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0" name="Google Shape;8847;p59">
            <a:extLst>
              <a:ext uri="{FF2B5EF4-FFF2-40B4-BE49-F238E27FC236}">
                <a16:creationId xmlns:a16="http://schemas.microsoft.com/office/drawing/2014/main" id="{ABFD695E-2B24-83FE-FCC1-99E7A8859311}"/>
              </a:ext>
            </a:extLst>
          </p:cNvPr>
          <p:cNvGrpSpPr/>
          <p:nvPr/>
        </p:nvGrpSpPr>
        <p:grpSpPr>
          <a:xfrm>
            <a:off x="7372277" y="338192"/>
            <a:ext cx="1133406" cy="924012"/>
            <a:chOff x="7608988" y="2093194"/>
            <a:chExt cx="817276" cy="672147"/>
          </a:xfrm>
        </p:grpSpPr>
        <p:cxnSp>
          <p:nvCxnSpPr>
            <p:cNvPr id="1691" name="Google Shape;8848;p59">
              <a:extLst>
                <a:ext uri="{FF2B5EF4-FFF2-40B4-BE49-F238E27FC236}">
                  <a16:creationId xmlns:a16="http://schemas.microsoft.com/office/drawing/2014/main" id="{39C371F7-E683-6D25-81AD-C51D41B6B7F9}"/>
                </a:ext>
              </a:extLst>
            </p:cNvPr>
            <p:cNvCxnSpPr/>
            <p:nvPr/>
          </p:nvCxnSpPr>
          <p:spPr>
            <a:xfrm rot="5400000" flipH="1">
              <a:off x="7620257" y="2136491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2" name="Google Shape;8849;p59">
              <a:extLst>
                <a:ext uri="{FF2B5EF4-FFF2-40B4-BE49-F238E27FC236}">
                  <a16:creationId xmlns:a16="http://schemas.microsoft.com/office/drawing/2014/main" id="{8FAD5CDA-4817-BD5E-0D9C-D20F1173B614}"/>
                </a:ext>
              </a:extLst>
            </p:cNvPr>
            <p:cNvCxnSpPr/>
            <p:nvPr/>
          </p:nvCxnSpPr>
          <p:spPr>
            <a:xfrm rot="-5400000">
              <a:off x="8285120" y="2136491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3" name="Google Shape;8850;p59">
              <a:extLst>
                <a:ext uri="{FF2B5EF4-FFF2-40B4-BE49-F238E27FC236}">
                  <a16:creationId xmlns:a16="http://schemas.microsoft.com/office/drawing/2014/main" id="{005BCD13-DA23-AEB9-6C81-3C26C37BD637}"/>
                </a:ext>
              </a:extLst>
            </p:cNvPr>
            <p:cNvCxnSpPr/>
            <p:nvPr/>
          </p:nvCxnSpPr>
          <p:spPr>
            <a:xfrm rot="5400000">
              <a:off x="7620257" y="2644741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4" name="Google Shape;8851;p59">
              <a:extLst>
                <a:ext uri="{FF2B5EF4-FFF2-40B4-BE49-F238E27FC236}">
                  <a16:creationId xmlns:a16="http://schemas.microsoft.com/office/drawing/2014/main" id="{DEBECAE6-C3C8-814A-7C7A-CC56C74D544E}"/>
                </a:ext>
              </a:extLst>
            </p:cNvPr>
            <p:cNvCxnSpPr/>
            <p:nvPr/>
          </p:nvCxnSpPr>
          <p:spPr>
            <a:xfrm rot="-5400000" flipH="1">
              <a:off x="8285120" y="2644741"/>
              <a:ext cx="129900" cy="111300"/>
            </a:xfrm>
            <a:prstGeom prst="bentConnector3">
              <a:avLst>
                <a:gd name="adj1" fmla="val 50000"/>
              </a:avLst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6" name="Google Shape;8852;p59">
              <a:extLst>
                <a:ext uri="{FF2B5EF4-FFF2-40B4-BE49-F238E27FC236}">
                  <a16:creationId xmlns:a16="http://schemas.microsoft.com/office/drawing/2014/main" id="{9CF214B9-6195-91B6-CF83-5127EE53D0FA}"/>
                </a:ext>
              </a:extLst>
            </p:cNvPr>
            <p:cNvCxnSpPr/>
            <p:nvPr/>
          </p:nvCxnSpPr>
          <p:spPr>
            <a:xfrm rot="10800000">
              <a:off x="7608988" y="2425132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97" name="Google Shape;8853;p59">
              <a:extLst>
                <a:ext uri="{FF2B5EF4-FFF2-40B4-BE49-F238E27FC236}">
                  <a16:creationId xmlns:a16="http://schemas.microsoft.com/office/drawing/2014/main" id="{CE10E9B2-1B45-F2DD-A401-06384B7528B5}"/>
                </a:ext>
              </a:extLst>
            </p:cNvPr>
            <p:cNvCxnSpPr/>
            <p:nvPr/>
          </p:nvCxnSpPr>
          <p:spPr>
            <a:xfrm rot="10800000">
              <a:off x="8342865" y="2425132"/>
              <a:ext cx="83400" cy="0"/>
            </a:xfrm>
            <a:prstGeom prst="straightConnector1">
              <a:avLst/>
            </a:pr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698" name="Google Shape;8854;p59">
              <a:extLst>
                <a:ext uri="{FF2B5EF4-FFF2-40B4-BE49-F238E27FC236}">
                  <a16:creationId xmlns:a16="http://schemas.microsoft.com/office/drawing/2014/main" id="{1C2CBF24-05B7-C51B-3588-A2A061125CED}"/>
                </a:ext>
              </a:extLst>
            </p:cNvPr>
            <p:cNvGrpSpPr/>
            <p:nvPr/>
          </p:nvGrpSpPr>
          <p:grpSpPr>
            <a:xfrm>
              <a:off x="7721175" y="2093194"/>
              <a:ext cx="599587" cy="623846"/>
              <a:chOff x="7721175" y="2093194"/>
              <a:chExt cx="599587" cy="623846"/>
            </a:xfrm>
          </p:grpSpPr>
          <p:grpSp>
            <p:nvGrpSpPr>
              <p:cNvPr id="1699" name="Google Shape;8855;p59">
                <a:extLst>
                  <a:ext uri="{FF2B5EF4-FFF2-40B4-BE49-F238E27FC236}">
                    <a16:creationId xmlns:a16="http://schemas.microsoft.com/office/drawing/2014/main" id="{DB9961D9-598F-B168-B21C-6A0AFBAB4D2F}"/>
                  </a:ext>
                </a:extLst>
              </p:cNvPr>
              <p:cNvGrpSpPr/>
              <p:nvPr/>
            </p:nvGrpSpPr>
            <p:grpSpPr>
              <a:xfrm>
                <a:off x="7721175" y="2093194"/>
                <a:ext cx="291605" cy="623846"/>
                <a:chOff x="9405575" y="2061418"/>
                <a:chExt cx="291605" cy="623846"/>
              </a:xfrm>
            </p:grpSpPr>
            <p:sp>
              <p:nvSpPr>
                <p:cNvPr id="1708" name="Google Shape;8856;p59">
                  <a:extLst>
                    <a:ext uri="{FF2B5EF4-FFF2-40B4-BE49-F238E27FC236}">
                      <a16:creationId xmlns:a16="http://schemas.microsoft.com/office/drawing/2014/main" id="{F618C197-F016-1712-4166-FB0A29213DD8}"/>
                    </a:ext>
                  </a:extLst>
                </p:cNvPr>
                <p:cNvSpPr/>
                <p:nvPr/>
              </p:nvSpPr>
              <p:spPr>
                <a:xfrm>
                  <a:off x="9405575" y="2061418"/>
                  <a:ext cx="291379" cy="623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3" h="45503" extrusionOk="0">
                      <a:moveTo>
                        <a:pt x="17225" y="1059"/>
                      </a:moveTo>
                      <a:cubicBezTo>
                        <a:pt x="20066" y="1059"/>
                        <a:pt x="20192" y="4831"/>
                        <a:pt x="20195" y="4980"/>
                      </a:cubicBezTo>
                      <a:lnTo>
                        <a:pt x="20195" y="42658"/>
                      </a:lnTo>
                      <a:cubicBezTo>
                        <a:pt x="19755" y="43076"/>
                        <a:pt x="18011" y="44441"/>
                        <a:pt x="14035" y="44441"/>
                      </a:cubicBezTo>
                      <a:cubicBezTo>
                        <a:pt x="9143" y="44441"/>
                        <a:pt x="6607" y="41481"/>
                        <a:pt x="6264" y="38549"/>
                      </a:cubicBezTo>
                      <a:cubicBezTo>
                        <a:pt x="6238" y="38342"/>
                        <a:pt x="6089" y="38168"/>
                        <a:pt x="5889" y="38106"/>
                      </a:cubicBezTo>
                      <a:cubicBezTo>
                        <a:pt x="5769" y="38071"/>
                        <a:pt x="2987" y="37194"/>
                        <a:pt x="3045" y="34127"/>
                      </a:cubicBezTo>
                      <a:cubicBezTo>
                        <a:pt x="3067" y="32998"/>
                        <a:pt x="3194" y="32212"/>
                        <a:pt x="3449" y="31665"/>
                      </a:cubicBezTo>
                      <a:cubicBezTo>
                        <a:pt x="3449" y="31665"/>
                        <a:pt x="3682" y="31319"/>
                        <a:pt x="3685" y="31277"/>
                      </a:cubicBezTo>
                      <a:cubicBezTo>
                        <a:pt x="3740" y="31205"/>
                        <a:pt x="3799" y="31141"/>
                        <a:pt x="3863" y="31082"/>
                      </a:cubicBezTo>
                      <a:cubicBezTo>
                        <a:pt x="4404" y="30567"/>
                        <a:pt x="5365" y="30335"/>
                        <a:pt x="7020" y="30335"/>
                      </a:cubicBezTo>
                      <a:cubicBezTo>
                        <a:pt x="7247" y="30335"/>
                        <a:pt x="7486" y="30339"/>
                        <a:pt x="7739" y="30348"/>
                      </a:cubicBezTo>
                      <a:cubicBezTo>
                        <a:pt x="8968" y="30388"/>
                        <a:pt x="10320" y="30407"/>
                        <a:pt x="11768" y="30407"/>
                      </a:cubicBezTo>
                      <a:cubicBezTo>
                        <a:pt x="11975" y="30407"/>
                        <a:pt x="12184" y="30407"/>
                        <a:pt x="12395" y="30406"/>
                      </a:cubicBezTo>
                      <a:lnTo>
                        <a:pt x="12408" y="30406"/>
                      </a:lnTo>
                      <a:cubicBezTo>
                        <a:pt x="12410" y="30406"/>
                        <a:pt x="12412" y="30406"/>
                        <a:pt x="12414" y="30406"/>
                      </a:cubicBezTo>
                      <a:cubicBezTo>
                        <a:pt x="14155" y="30406"/>
                        <a:pt x="15565" y="31819"/>
                        <a:pt x="15565" y="33561"/>
                      </a:cubicBezTo>
                      <a:lnTo>
                        <a:pt x="15565" y="35495"/>
                      </a:lnTo>
                      <a:cubicBezTo>
                        <a:pt x="15559" y="35793"/>
                        <a:pt x="15798" y="36039"/>
                        <a:pt x="16096" y="36039"/>
                      </a:cubicBezTo>
                      <a:cubicBezTo>
                        <a:pt x="16394" y="36039"/>
                        <a:pt x="16636" y="35793"/>
                        <a:pt x="16627" y="35495"/>
                      </a:cubicBezTo>
                      <a:lnTo>
                        <a:pt x="16627" y="33561"/>
                      </a:lnTo>
                      <a:cubicBezTo>
                        <a:pt x="16627" y="31233"/>
                        <a:pt x="14740" y="29345"/>
                        <a:pt x="12414" y="29345"/>
                      </a:cubicBezTo>
                      <a:cubicBezTo>
                        <a:pt x="12412" y="29345"/>
                        <a:pt x="12410" y="29345"/>
                        <a:pt x="12408" y="29345"/>
                      </a:cubicBezTo>
                      <a:lnTo>
                        <a:pt x="12392" y="29345"/>
                      </a:lnTo>
                      <a:cubicBezTo>
                        <a:pt x="12202" y="29346"/>
                        <a:pt x="12014" y="29346"/>
                        <a:pt x="11828" y="29346"/>
                      </a:cubicBezTo>
                      <a:cubicBezTo>
                        <a:pt x="10369" y="29346"/>
                        <a:pt x="9008" y="29324"/>
                        <a:pt x="7772" y="29287"/>
                      </a:cubicBezTo>
                      <a:cubicBezTo>
                        <a:pt x="7513" y="29278"/>
                        <a:pt x="7267" y="29274"/>
                        <a:pt x="7033" y="29274"/>
                      </a:cubicBezTo>
                      <a:cubicBezTo>
                        <a:pt x="5050" y="29274"/>
                        <a:pt x="3893" y="29586"/>
                        <a:pt x="3135" y="30309"/>
                      </a:cubicBezTo>
                      <a:cubicBezTo>
                        <a:pt x="3058" y="30380"/>
                        <a:pt x="2987" y="30458"/>
                        <a:pt x="2922" y="30536"/>
                      </a:cubicBezTo>
                      <a:cubicBezTo>
                        <a:pt x="1045" y="29510"/>
                        <a:pt x="1084" y="26828"/>
                        <a:pt x="1084" y="26799"/>
                      </a:cubicBezTo>
                      <a:lnTo>
                        <a:pt x="1084" y="26786"/>
                      </a:lnTo>
                      <a:lnTo>
                        <a:pt x="1084" y="21470"/>
                      </a:lnTo>
                      <a:cubicBezTo>
                        <a:pt x="1084" y="19979"/>
                        <a:pt x="1450" y="18885"/>
                        <a:pt x="2168" y="18212"/>
                      </a:cubicBezTo>
                      <a:cubicBezTo>
                        <a:pt x="2905" y="17528"/>
                        <a:pt x="3830" y="17480"/>
                        <a:pt x="4078" y="17480"/>
                      </a:cubicBezTo>
                      <a:cubicBezTo>
                        <a:pt x="4118" y="17480"/>
                        <a:pt x="4141" y="17481"/>
                        <a:pt x="4142" y="17481"/>
                      </a:cubicBezTo>
                      <a:cubicBezTo>
                        <a:pt x="4157" y="17483"/>
                        <a:pt x="4172" y="17483"/>
                        <a:pt x="4186" y="17483"/>
                      </a:cubicBezTo>
                      <a:cubicBezTo>
                        <a:pt x="4474" y="17483"/>
                        <a:pt x="4714" y="17249"/>
                        <a:pt x="4714" y="16954"/>
                      </a:cubicBezTo>
                      <a:lnTo>
                        <a:pt x="4714" y="12072"/>
                      </a:lnTo>
                      <a:cubicBezTo>
                        <a:pt x="4714" y="11082"/>
                        <a:pt x="4986" y="10325"/>
                        <a:pt x="5523" y="9820"/>
                      </a:cubicBezTo>
                      <a:cubicBezTo>
                        <a:pt x="6270" y="9115"/>
                        <a:pt x="7348" y="9065"/>
                        <a:pt x="7647" y="9065"/>
                      </a:cubicBezTo>
                      <a:cubicBezTo>
                        <a:pt x="7696" y="9065"/>
                        <a:pt x="7724" y="9066"/>
                        <a:pt x="7726" y="9066"/>
                      </a:cubicBezTo>
                      <a:cubicBezTo>
                        <a:pt x="7739" y="9067"/>
                        <a:pt x="7751" y="9067"/>
                        <a:pt x="7763" y="9067"/>
                      </a:cubicBezTo>
                      <a:cubicBezTo>
                        <a:pt x="8253" y="9067"/>
                        <a:pt x="8483" y="8447"/>
                        <a:pt x="8095" y="8128"/>
                      </a:cubicBezTo>
                      <a:cubicBezTo>
                        <a:pt x="7911" y="7976"/>
                        <a:pt x="7749" y="7749"/>
                        <a:pt x="7937" y="7216"/>
                      </a:cubicBezTo>
                      <a:cubicBezTo>
                        <a:pt x="8312" y="6167"/>
                        <a:pt x="9878" y="4614"/>
                        <a:pt x="11929" y="3269"/>
                      </a:cubicBezTo>
                      <a:cubicBezTo>
                        <a:pt x="13967" y="1926"/>
                        <a:pt x="16044" y="1059"/>
                        <a:pt x="17225" y="1059"/>
                      </a:cubicBezTo>
                      <a:close/>
                      <a:moveTo>
                        <a:pt x="17222" y="1"/>
                      </a:moveTo>
                      <a:cubicBezTo>
                        <a:pt x="14145" y="1"/>
                        <a:pt x="7898" y="4168"/>
                        <a:pt x="6937" y="6863"/>
                      </a:cubicBezTo>
                      <a:cubicBezTo>
                        <a:pt x="6782" y="7300"/>
                        <a:pt x="6752" y="7711"/>
                        <a:pt x="6846" y="8076"/>
                      </a:cubicBezTo>
                      <a:cubicBezTo>
                        <a:pt x="6241" y="8180"/>
                        <a:pt x="5452" y="8435"/>
                        <a:pt x="4805" y="9040"/>
                      </a:cubicBezTo>
                      <a:cubicBezTo>
                        <a:pt x="4041" y="9755"/>
                        <a:pt x="3656" y="10778"/>
                        <a:pt x="3656" y="12075"/>
                      </a:cubicBezTo>
                      <a:lnTo>
                        <a:pt x="3656" y="16446"/>
                      </a:lnTo>
                      <a:cubicBezTo>
                        <a:pt x="3093" y="16511"/>
                        <a:pt x="2220" y="16727"/>
                        <a:pt x="1460" y="17426"/>
                      </a:cubicBezTo>
                      <a:cubicBezTo>
                        <a:pt x="508" y="18303"/>
                        <a:pt x="23" y="19665"/>
                        <a:pt x="23" y="21470"/>
                      </a:cubicBezTo>
                      <a:lnTo>
                        <a:pt x="23" y="26779"/>
                      </a:lnTo>
                      <a:cubicBezTo>
                        <a:pt x="20" y="27006"/>
                        <a:pt x="0" y="30147"/>
                        <a:pt x="2388" y="31454"/>
                      </a:cubicBezTo>
                      <a:cubicBezTo>
                        <a:pt x="2136" y="32118"/>
                        <a:pt x="2006" y="32975"/>
                        <a:pt x="1984" y="34107"/>
                      </a:cubicBezTo>
                      <a:cubicBezTo>
                        <a:pt x="1922" y="37288"/>
                        <a:pt x="4352" y="38614"/>
                        <a:pt x="5254" y="38996"/>
                      </a:cubicBezTo>
                      <a:cubicBezTo>
                        <a:pt x="5533" y="40711"/>
                        <a:pt x="6429" y="42273"/>
                        <a:pt x="7797" y="43428"/>
                      </a:cubicBezTo>
                      <a:cubicBezTo>
                        <a:pt x="9405" y="44784"/>
                        <a:pt x="11560" y="45502"/>
                        <a:pt x="14035" y="45502"/>
                      </a:cubicBezTo>
                      <a:cubicBezTo>
                        <a:pt x="19270" y="45502"/>
                        <a:pt x="21065" y="43292"/>
                        <a:pt x="21140" y="43199"/>
                      </a:cubicBezTo>
                      <a:cubicBezTo>
                        <a:pt x="21214" y="43105"/>
                        <a:pt x="21253" y="42992"/>
                        <a:pt x="21253" y="42872"/>
                      </a:cubicBezTo>
                      <a:lnTo>
                        <a:pt x="21253" y="4967"/>
                      </a:lnTo>
                      <a:cubicBezTo>
                        <a:pt x="21217" y="3249"/>
                        <a:pt x="20328" y="1"/>
                        <a:pt x="17222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9" name="Google Shape;8857;p59">
                  <a:extLst>
                    <a:ext uri="{FF2B5EF4-FFF2-40B4-BE49-F238E27FC236}">
                      <a16:creationId xmlns:a16="http://schemas.microsoft.com/office/drawing/2014/main" id="{244BA91F-EFD8-5E68-E7D0-255EF4987B47}"/>
                    </a:ext>
                  </a:extLst>
                </p:cNvPr>
                <p:cNvSpPr/>
                <p:nvPr/>
              </p:nvSpPr>
              <p:spPr>
                <a:xfrm>
                  <a:off x="9535402" y="2540968"/>
                  <a:ext cx="161778" cy="6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00" h="5029" extrusionOk="0">
                      <a:moveTo>
                        <a:pt x="11270" y="1"/>
                      </a:moveTo>
                      <a:cubicBezTo>
                        <a:pt x="11264" y="1"/>
                        <a:pt x="11258" y="1"/>
                        <a:pt x="11252" y="1"/>
                      </a:cubicBezTo>
                      <a:lnTo>
                        <a:pt x="4326" y="1"/>
                      </a:lnTo>
                      <a:cubicBezTo>
                        <a:pt x="1938" y="4"/>
                        <a:pt x="0" y="1939"/>
                        <a:pt x="0" y="4327"/>
                      </a:cubicBezTo>
                      <a:lnTo>
                        <a:pt x="0" y="4498"/>
                      </a:lnTo>
                      <a:cubicBezTo>
                        <a:pt x="0" y="4789"/>
                        <a:pt x="236" y="5029"/>
                        <a:pt x="527" y="5029"/>
                      </a:cubicBezTo>
                      <a:cubicBezTo>
                        <a:pt x="822" y="5029"/>
                        <a:pt x="1061" y="4789"/>
                        <a:pt x="1058" y="4498"/>
                      </a:cubicBezTo>
                      <a:lnTo>
                        <a:pt x="1058" y="4327"/>
                      </a:lnTo>
                      <a:cubicBezTo>
                        <a:pt x="1061" y="2524"/>
                        <a:pt x="2524" y="1062"/>
                        <a:pt x="4326" y="1062"/>
                      </a:cubicBezTo>
                      <a:lnTo>
                        <a:pt x="11252" y="1062"/>
                      </a:lnTo>
                      <a:cubicBezTo>
                        <a:pt x="11256" y="1062"/>
                        <a:pt x="11260" y="1062"/>
                        <a:pt x="11264" y="1062"/>
                      </a:cubicBezTo>
                      <a:cubicBezTo>
                        <a:pt x="11557" y="1062"/>
                        <a:pt x="11799" y="825"/>
                        <a:pt x="11799" y="532"/>
                      </a:cubicBezTo>
                      <a:cubicBezTo>
                        <a:pt x="11799" y="237"/>
                        <a:pt x="11560" y="1"/>
                        <a:pt x="1127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0" name="Google Shape;8858;p59">
                  <a:extLst>
                    <a:ext uri="{FF2B5EF4-FFF2-40B4-BE49-F238E27FC236}">
                      <a16:creationId xmlns:a16="http://schemas.microsoft.com/office/drawing/2014/main" id="{A7B92654-6DF9-E845-7DA6-D498C4DE706E}"/>
                    </a:ext>
                  </a:extLst>
                </p:cNvPr>
                <p:cNvSpPr/>
                <p:nvPr/>
              </p:nvSpPr>
              <p:spPr>
                <a:xfrm>
                  <a:off x="9455875" y="2286606"/>
                  <a:ext cx="137251" cy="112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1" h="8180" extrusionOk="0">
                      <a:moveTo>
                        <a:pt x="515" y="1"/>
                      </a:moveTo>
                      <a:cubicBezTo>
                        <a:pt x="230" y="7"/>
                        <a:pt x="0" y="243"/>
                        <a:pt x="0" y="531"/>
                      </a:cubicBezTo>
                      <a:cubicBezTo>
                        <a:pt x="0" y="819"/>
                        <a:pt x="230" y="1052"/>
                        <a:pt x="515" y="1062"/>
                      </a:cubicBezTo>
                      <a:lnTo>
                        <a:pt x="4979" y="1062"/>
                      </a:lnTo>
                      <a:cubicBezTo>
                        <a:pt x="7173" y="1062"/>
                        <a:pt x="8946" y="2838"/>
                        <a:pt x="8949" y="5031"/>
                      </a:cubicBezTo>
                      <a:lnTo>
                        <a:pt x="8949" y="7649"/>
                      </a:lnTo>
                      <a:cubicBezTo>
                        <a:pt x="8949" y="7943"/>
                        <a:pt x="9188" y="8179"/>
                        <a:pt x="9480" y="8179"/>
                      </a:cubicBezTo>
                      <a:cubicBezTo>
                        <a:pt x="9771" y="8179"/>
                        <a:pt x="10010" y="7943"/>
                        <a:pt x="10010" y="7652"/>
                      </a:cubicBezTo>
                      <a:lnTo>
                        <a:pt x="10010" y="5031"/>
                      </a:lnTo>
                      <a:cubicBezTo>
                        <a:pt x="10007" y="2252"/>
                        <a:pt x="7758" y="4"/>
                        <a:pt x="4979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1" name="Google Shape;8859;p59">
                  <a:extLst>
                    <a:ext uri="{FF2B5EF4-FFF2-40B4-BE49-F238E27FC236}">
                      <a16:creationId xmlns:a16="http://schemas.microsoft.com/office/drawing/2014/main" id="{8B254918-2456-EC1E-95BB-8B424AA6E494}"/>
                    </a:ext>
                  </a:extLst>
                </p:cNvPr>
                <p:cNvSpPr/>
                <p:nvPr/>
              </p:nvSpPr>
              <p:spPr>
                <a:xfrm>
                  <a:off x="9578545" y="2355317"/>
                  <a:ext cx="116370" cy="1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8" h="1062" extrusionOk="0">
                      <a:moveTo>
                        <a:pt x="519" y="0"/>
                      </a:moveTo>
                      <a:cubicBezTo>
                        <a:pt x="231" y="10"/>
                        <a:pt x="1" y="243"/>
                        <a:pt x="1" y="531"/>
                      </a:cubicBezTo>
                      <a:cubicBezTo>
                        <a:pt x="1" y="819"/>
                        <a:pt x="231" y="1051"/>
                        <a:pt x="519" y="1061"/>
                      </a:cubicBezTo>
                      <a:lnTo>
                        <a:pt x="7973" y="1061"/>
                      </a:lnTo>
                      <a:cubicBezTo>
                        <a:pt x="8261" y="1051"/>
                        <a:pt x="8487" y="819"/>
                        <a:pt x="8487" y="531"/>
                      </a:cubicBezTo>
                      <a:cubicBezTo>
                        <a:pt x="8487" y="243"/>
                        <a:pt x="8261" y="10"/>
                        <a:pt x="7973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2" name="Google Shape;8860;p59">
                  <a:extLst>
                    <a:ext uri="{FF2B5EF4-FFF2-40B4-BE49-F238E27FC236}">
                      <a16:creationId xmlns:a16="http://schemas.microsoft.com/office/drawing/2014/main" id="{FFD6B887-9DBE-1DA5-EAF3-2FBC0FD3B7E7}"/>
                    </a:ext>
                  </a:extLst>
                </p:cNvPr>
                <p:cNvSpPr/>
                <p:nvPr/>
              </p:nvSpPr>
              <p:spPr>
                <a:xfrm>
                  <a:off x="9533620" y="2389824"/>
                  <a:ext cx="104429" cy="58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" h="4248" extrusionOk="0">
                      <a:moveTo>
                        <a:pt x="2890" y="0"/>
                      </a:moveTo>
                      <a:cubicBezTo>
                        <a:pt x="1295" y="0"/>
                        <a:pt x="4" y="1294"/>
                        <a:pt x="1" y="2889"/>
                      </a:cubicBezTo>
                      <a:lnTo>
                        <a:pt x="1" y="3439"/>
                      </a:lnTo>
                      <a:cubicBezTo>
                        <a:pt x="10" y="3724"/>
                        <a:pt x="243" y="3954"/>
                        <a:pt x="531" y="3954"/>
                      </a:cubicBezTo>
                      <a:cubicBezTo>
                        <a:pt x="819" y="3954"/>
                        <a:pt x="1055" y="3724"/>
                        <a:pt x="1062" y="3439"/>
                      </a:cubicBezTo>
                      <a:lnTo>
                        <a:pt x="1062" y="2889"/>
                      </a:lnTo>
                      <a:cubicBezTo>
                        <a:pt x="1062" y="1880"/>
                        <a:pt x="1880" y="1061"/>
                        <a:pt x="2890" y="1058"/>
                      </a:cubicBezTo>
                      <a:lnTo>
                        <a:pt x="4669" y="1058"/>
                      </a:lnTo>
                      <a:cubicBezTo>
                        <a:pt x="5711" y="1061"/>
                        <a:pt x="6555" y="1902"/>
                        <a:pt x="6555" y="2944"/>
                      </a:cubicBezTo>
                      <a:lnTo>
                        <a:pt x="6555" y="3717"/>
                      </a:lnTo>
                      <a:cubicBezTo>
                        <a:pt x="6555" y="4012"/>
                        <a:pt x="6795" y="4248"/>
                        <a:pt x="7086" y="4248"/>
                      </a:cubicBezTo>
                      <a:cubicBezTo>
                        <a:pt x="7380" y="4248"/>
                        <a:pt x="7617" y="4012"/>
                        <a:pt x="7617" y="3717"/>
                      </a:cubicBezTo>
                      <a:lnTo>
                        <a:pt x="7617" y="2944"/>
                      </a:lnTo>
                      <a:cubicBezTo>
                        <a:pt x="7613" y="1320"/>
                        <a:pt x="6297" y="0"/>
                        <a:pt x="4669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3" name="Google Shape;8861;p59">
                  <a:extLst>
                    <a:ext uri="{FF2B5EF4-FFF2-40B4-BE49-F238E27FC236}">
                      <a16:creationId xmlns:a16="http://schemas.microsoft.com/office/drawing/2014/main" id="{8B652167-9A62-F21E-08B2-4660BAE9B020}"/>
                    </a:ext>
                  </a:extLst>
                </p:cNvPr>
                <p:cNvSpPr/>
                <p:nvPr/>
              </p:nvSpPr>
              <p:spPr>
                <a:xfrm>
                  <a:off x="9504885" y="2171202"/>
                  <a:ext cx="97684" cy="14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5" h="1059" extrusionOk="0">
                      <a:moveTo>
                        <a:pt x="6598" y="0"/>
                      </a:moveTo>
                      <a:cubicBezTo>
                        <a:pt x="6592" y="0"/>
                        <a:pt x="6587" y="0"/>
                        <a:pt x="6581" y="0"/>
                      </a:cubicBezTo>
                      <a:lnTo>
                        <a:pt x="515" y="0"/>
                      </a:lnTo>
                      <a:cubicBezTo>
                        <a:pt x="227" y="7"/>
                        <a:pt x="0" y="243"/>
                        <a:pt x="0" y="528"/>
                      </a:cubicBezTo>
                      <a:cubicBezTo>
                        <a:pt x="0" y="816"/>
                        <a:pt x="227" y="1052"/>
                        <a:pt x="515" y="1058"/>
                      </a:cubicBezTo>
                      <a:lnTo>
                        <a:pt x="6581" y="1058"/>
                      </a:lnTo>
                      <a:cubicBezTo>
                        <a:pt x="6587" y="1058"/>
                        <a:pt x="6592" y="1059"/>
                        <a:pt x="6598" y="1059"/>
                      </a:cubicBezTo>
                      <a:cubicBezTo>
                        <a:pt x="6888" y="1059"/>
                        <a:pt x="7124" y="823"/>
                        <a:pt x="7124" y="528"/>
                      </a:cubicBezTo>
                      <a:cubicBezTo>
                        <a:pt x="7124" y="236"/>
                        <a:pt x="6888" y="0"/>
                        <a:pt x="6598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14" name="Google Shape;8862;p59">
                  <a:extLst>
                    <a:ext uri="{FF2B5EF4-FFF2-40B4-BE49-F238E27FC236}">
                      <a16:creationId xmlns:a16="http://schemas.microsoft.com/office/drawing/2014/main" id="{15B66C1C-7871-C36E-C99D-0F8EBD065581}"/>
                    </a:ext>
                  </a:extLst>
                </p:cNvPr>
                <p:cNvSpPr/>
                <p:nvPr/>
              </p:nvSpPr>
              <p:spPr>
                <a:xfrm>
                  <a:off x="9587826" y="2129731"/>
                  <a:ext cx="106993" cy="97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4" h="7109" extrusionOk="0">
                      <a:moveTo>
                        <a:pt x="4230" y="0"/>
                      </a:moveTo>
                      <a:cubicBezTo>
                        <a:pt x="4224" y="0"/>
                        <a:pt x="4218" y="0"/>
                        <a:pt x="4213" y="0"/>
                      </a:cubicBezTo>
                      <a:lnTo>
                        <a:pt x="3339" y="0"/>
                      </a:lnTo>
                      <a:cubicBezTo>
                        <a:pt x="1495" y="0"/>
                        <a:pt x="3" y="1495"/>
                        <a:pt x="0" y="3336"/>
                      </a:cubicBezTo>
                      <a:lnTo>
                        <a:pt x="0" y="3850"/>
                      </a:lnTo>
                      <a:cubicBezTo>
                        <a:pt x="3" y="5649"/>
                        <a:pt x="1459" y="7108"/>
                        <a:pt x="3258" y="7108"/>
                      </a:cubicBezTo>
                      <a:lnTo>
                        <a:pt x="7286" y="7108"/>
                      </a:lnTo>
                      <a:cubicBezTo>
                        <a:pt x="7574" y="7102"/>
                        <a:pt x="7804" y="6866"/>
                        <a:pt x="7804" y="6578"/>
                      </a:cubicBezTo>
                      <a:cubicBezTo>
                        <a:pt x="7804" y="6290"/>
                        <a:pt x="7574" y="6057"/>
                        <a:pt x="7286" y="6047"/>
                      </a:cubicBezTo>
                      <a:lnTo>
                        <a:pt x="3258" y="6047"/>
                      </a:lnTo>
                      <a:cubicBezTo>
                        <a:pt x="2045" y="6047"/>
                        <a:pt x="1061" y="5064"/>
                        <a:pt x="1061" y="3850"/>
                      </a:cubicBezTo>
                      <a:lnTo>
                        <a:pt x="1061" y="3336"/>
                      </a:lnTo>
                      <a:cubicBezTo>
                        <a:pt x="1061" y="2081"/>
                        <a:pt x="2080" y="1061"/>
                        <a:pt x="3339" y="1058"/>
                      </a:cubicBezTo>
                      <a:lnTo>
                        <a:pt x="4213" y="1058"/>
                      </a:lnTo>
                      <a:cubicBezTo>
                        <a:pt x="4218" y="1058"/>
                        <a:pt x="4224" y="1059"/>
                        <a:pt x="4230" y="1059"/>
                      </a:cubicBezTo>
                      <a:cubicBezTo>
                        <a:pt x="4520" y="1059"/>
                        <a:pt x="4756" y="823"/>
                        <a:pt x="4756" y="528"/>
                      </a:cubicBezTo>
                      <a:cubicBezTo>
                        <a:pt x="4756" y="236"/>
                        <a:pt x="4520" y="0"/>
                        <a:pt x="423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1700" name="Google Shape;8863;p59">
                <a:extLst>
                  <a:ext uri="{FF2B5EF4-FFF2-40B4-BE49-F238E27FC236}">
                    <a16:creationId xmlns:a16="http://schemas.microsoft.com/office/drawing/2014/main" id="{0CDC5868-6B05-3D9C-B7FD-44DE33E0057A}"/>
                  </a:ext>
                </a:extLst>
              </p:cNvPr>
              <p:cNvGrpSpPr/>
              <p:nvPr/>
            </p:nvGrpSpPr>
            <p:grpSpPr>
              <a:xfrm flipH="1">
                <a:off x="8029157" y="2093194"/>
                <a:ext cx="291605" cy="623846"/>
                <a:chOff x="9405575" y="2061418"/>
                <a:chExt cx="291605" cy="623846"/>
              </a:xfrm>
            </p:grpSpPr>
            <p:sp>
              <p:nvSpPr>
                <p:cNvPr id="1701" name="Google Shape;8864;p59">
                  <a:extLst>
                    <a:ext uri="{FF2B5EF4-FFF2-40B4-BE49-F238E27FC236}">
                      <a16:creationId xmlns:a16="http://schemas.microsoft.com/office/drawing/2014/main" id="{FE99263B-A371-55FE-E434-F7C3E70235BE}"/>
                    </a:ext>
                  </a:extLst>
                </p:cNvPr>
                <p:cNvSpPr/>
                <p:nvPr/>
              </p:nvSpPr>
              <p:spPr>
                <a:xfrm>
                  <a:off x="9405575" y="2061418"/>
                  <a:ext cx="291379" cy="6238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253" h="45503" extrusionOk="0">
                      <a:moveTo>
                        <a:pt x="17225" y="1059"/>
                      </a:moveTo>
                      <a:cubicBezTo>
                        <a:pt x="20066" y="1059"/>
                        <a:pt x="20192" y="4831"/>
                        <a:pt x="20195" y="4980"/>
                      </a:cubicBezTo>
                      <a:lnTo>
                        <a:pt x="20195" y="42658"/>
                      </a:lnTo>
                      <a:cubicBezTo>
                        <a:pt x="19755" y="43076"/>
                        <a:pt x="18011" y="44441"/>
                        <a:pt x="14035" y="44441"/>
                      </a:cubicBezTo>
                      <a:cubicBezTo>
                        <a:pt x="9143" y="44441"/>
                        <a:pt x="6607" y="41481"/>
                        <a:pt x="6264" y="38549"/>
                      </a:cubicBezTo>
                      <a:cubicBezTo>
                        <a:pt x="6238" y="38342"/>
                        <a:pt x="6089" y="38168"/>
                        <a:pt x="5889" y="38106"/>
                      </a:cubicBezTo>
                      <a:cubicBezTo>
                        <a:pt x="5769" y="38071"/>
                        <a:pt x="2987" y="37194"/>
                        <a:pt x="3045" y="34127"/>
                      </a:cubicBezTo>
                      <a:cubicBezTo>
                        <a:pt x="3067" y="32998"/>
                        <a:pt x="3194" y="32212"/>
                        <a:pt x="3449" y="31665"/>
                      </a:cubicBezTo>
                      <a:cubicBezTo>
                        <a:pt x="3449" y="31665"/>
                        <a:pt x="3682" y="31319"/>
                        <a:pt x="3685" y="31277"/>
                      </a:cubicBezTo>
                      <a:cubicBezTo>
                        <a:pt x="3740" y="31205"/>
                        <a:pt x="3799" y="31141"/>
                        <a:pt x="3863" y="31082"/>
                      </a:cubicBezTo>
                      <a:cubicBezTo>
                        <a:pt x="4404" y="30567"/>
                        <a:pt x="5365" y="30335"/>
                        <a:pt x="7020" y="30335"/>
                      </a:cubicBezTo>
                      <a:cubicBezTo>
                        <a:pt x="7247" y="30335"/>
                        <a:pt x="7486" y="30339"/>
                        <a:pt x="7739" y="30348"/>
                      </a:cubicBezTo>
                      <a:cubicBezTo>
                        <a:pt x="8968" y="30388"/>
                        <a:pt x="10320" y="30407"/>
                        <a:pt x="11768" y="30407"/>
                      </a:cubicBezTo>
                      <a:cubicBezTo>
                        <a:pt x="11975" y="30407"/>
                        <a:pt x="12184" y="30407"/>
                        <a:pt x="12395" y="30406"/>
                      </a:cubicBezTo>
                      <a:lnTo>
                        <a:pt x="12408" y="30406"/>
                      </a:lnTo>
                      <a:cubicBezTo>
                        <a:pt x="12410" y="30406"/>
                        <a:pt x="12412" y="30406"/>
                        <a:pt x="12414" y="30406"/>
                      </a:cubicBezTo>
                      <a:cubicBezTo>
                        <a:pt x="14155" y="30406"/>
                        <a:pt x="15565" y="31819"/>
                        <a:pt x="15565" y="33561"/>
                      </a:cubicBezTo>
                      <a:lnTo>
                        <a:pt x="15565" y="35495"/>
                      </a:lnTo>
                      <a:cubicBezTo>
                        <a:pt x="15559" y="35793"/>
                        <a:pt x="15798" y="36039"/>
                        <a:pt x="16096" y="36039"/>
                      </a:cubicBezTo>
                      <a:cubicBezTo>
                        <a:pt x="16394" y="36039"/>
                        <a:pt x="16636" y="35793"/>
                        <a:pt x="16627" y="35495"/>
                      </a:cubicBezTo>
                      <a:lnTo>
                        <a:pt x="16627" y="33561"/>
                      </a:lnTo>
                      <a:cubicBezTo>
                        <a:pt x="16627" y="31233"/>
                        <a:pt x="14740" y="29345"/>
                        <a:pt x="12414" y="29345"/>
                      </a:cubicBezTo>
                      <a:cubicBezTo>
                        <a:pt x="12412" y="29345"/>
                        <a:pt x="12410" y="29345"/>
                        <a:pt x="12408" y="29345"/>
                      </a:cubicBezTo>
                      <a:lnTo>
                        <a:pt x="12392" y="29345"/>
                      </a:lnTo>
                      <a:cubicBezTo>
                        <a:pt x="12202" y="29346"/>
                        <a:pt x="12014" y="29346"/>
                        <a:pt x="11828" y="29346"/>
                      </a:cubicBezTo>
                      <a:cubicBezTo>
                        <a:pt x="10369" y="29346"/>
                        <a:pt x="9008" y="29324"/>
                        <a:pt x="7772" y="29287"/>
                      </a:cubicBezTo>
                      <a:cubicBezTo>
                        <a:pt x="7513" y="29278"/>
                        <a:pt x="7267" y="29274"/>
                        <a:pt x="7033" y="29274"/>
                      </a:cubicBezTo>
                      <a:cubicBezTo>
                        <a:pt x="5050" y="29274"/>
                        <a:pt x="3893" y="29586"/>
                        <a:pt x="3135" y="30309"/>
                      </a:cubicBezTo>
                      <a:cubicBezTo>
                        <a:pt x="3058" y="30380"/>
                        <a:pt x="2987" y="30458"/>
                        <a:pt x="2922" y="30536"/>
                      </a:cubicBezTo>
                      <a:cubicBezTo>
                        <a:pt x="1045" y="29510"/>
                        <a:pt x="1084" y="26828"/>
                        <a:pt x="1084" y="26799"/>
                      </a:cubicBezTo>
                      <a:lnTo>
                        <a:pt x="1084" y="26786"/>
                      </a:lnTo>
                      <a:lnTo>
                        <a:pt x="1084" y="21470"/>
                      </a:lnTo>
                      <a:cubicBezTo>
                        <a:pt x="1084" y="19979"/>
                        <a:pt x="1450" y="18885"/>
                        <a:pt x="2168" y="18212"/>
                      </a:cubicBezTo>
                      <a:cubicBezTo>
                        <a:pt x="2905" y="17528"/>
                        <a:pt x="3830" y="17480"/>
                        <a:pt x="4078" y="17480"/>
                      </a:cubicBezTo>
                      <a:cubicBezTo>
                        <a:pt x="4118" y="17480"/>
                        <a:pt x="4141" y="17481"/>
                        <a:pt x="4142" y="17481"/>
                      </a:cubicBezTo>
                      <a:cubicBezTo>
                        <a:pt x="4157" y="17483"/>
                        <a:pt x="4172" y="17483"/>
                        <a:pt x="4186" y="17483"/>
                      </a:cubicBezTo>
                      <a:cubicBezTo>
                        <a:pt x="4474" y="17483"/>
                        <a:pt x="4714" y="17249"/>
                        <a:pt x="4714" y="16954"/>
                      </a:cubicBezTo>
                      <a:lnTo>
                        <a:pt x="4714" y="12072"/>
                      </a:lnTo>
                      <a:cubicBezTo>
                        <a:pt x="4714" y="11082"/>
                        <a:pt x="4986" y="10325"/>
                        <a:pt x="5523" y="9820"/>
                      </a:cubicBezTo>
                      <a:cubicBezTo>
                        <a:pt x="6270" y="9115"/>
                        <a:pt x="7348" y="9065"/>
                        <a:pt x="7647" y="9065"/>
                      </a:cubicBezTo>
                      <a:cubicBezTo>
                        <a:pt x="7696" y="9065"/>
                        <a:pt x="7724" y="9066"/>
                        <a:pt x="7726" y="9066"/>
                      </a:cubicBezTo>
                      <a:cubicBezTo>
                        <a:pt x="7739" y="9067"/>
                        <a:pt x="7751" y="9067"/>
                        <a:pt x="7763" y="9067"/>
                      </a:cubicBezTo>
                      <a:cubicBezTo>
                        <a:pt x="8253" y="9067"/>
                        <a:pt x="8483" y="8447"/>
                        <a:pt x="8095" y="8128"/>
                      </a:cubicBezTo>
                      <a:cubicBezTo>
                        <a:pt x="7911" y="7976"/>
                        <a:pt x="7749" y="7749"/>
                        <a:pt x="7937" y="7216"/>
                      </a:cubicBezTo>
                      <a:cubicBezTo>
                        <a:pt x="8312" y="6167"/>
                        <a:pt x="9878" y="4614"/>
                        <a:pt x="11929" y="3269"/>
                      </a:cubicBezTo>
                      <a:cubicBezTo>
                        <a:pt x="13967" y="1926"/>
                        <a:pt x="16044" y="1059"/>
                        <a:pt x="17225" y="1059"/>
                      </a:cubicBezTo>
                      <a:close/>
                      <a:moveTo>
                        <a:pt x="17222" y="1"/>
                      </a:moveTo>
                      <a:cubicBezTo>
                        <a:pt x="14145" y="1"/>
                        <a:pt x="7898" y="4168"/>
                        <a:pt x="6937" y="6863"/>
                      </a:cubicBezTo>
                      <a:cubicBezTo>
                        <a:pt x="6782" y="7300"/>
                        <a:pt x="6752" y="7711"/>
                        <a:pt x="6846" y="8076"/>
                      </a:cubicBezTo>
                      <a:cubicBezTo>
                        <a:pt x="6241" y="8180"/>
                        <a:pt x="5452" y="8435"/>
                        <a:pt x="4805" y="9040"/>
                      </a:cubicBezTo>
                      <a:cubicBezTo>
                        <a:pt x="4041" y="9755"/>
                        <a:pt x="3656" y="10778"/>
                        <a:pt x="3656" y="12075"/>
                      </a:cubicBezTo>
                      <a:lnTo>
                        <a:pt x="3656" y="16446"/>
                      </a:lnTo>
                      <a:cubicBezTo>
                        <a:pt x="3093" y="16511"/>
                        <a:pt x="2220" y="16727"/>
                        <a:pt x="1460" y="17426"/>
                      </a:cubicBezTo>
                      <a:cubicBezTo>
                        <a:pt x="508" y="18303"/>
                        <a:pt x="23" y="19665"/>
                        <a:pt x="23" y="21470"/>
                      </a:cubicBezTo>
                      <a:lnTo>
                        <a:pt x="23" y="26779"/>
                      </a:lnTo>
                      <a:cubicBezTo>
                        <a:pt x="20" y="27006"/>
                        <a:pt x="0" y="30147"/>
                        <a:pt x="2388" y="31454"/>
                      </a:cubicBezTo>
                      <a:cubicBezTo>
                        <a:pt x="2136" y="32118"/>
                        <a:pt x="2006" y="32975"/>
                        <a:pt x="1984" y="34107"/>
                      </a:cubicBezTo>
                      <a:cubicBezTo>
                        <a:pt x="1922" y="37288"/>
                        <a:pt x="4352" y="38614"/>
                        <a:pt x="5254" y="38996"/>
                      </a:cubicBezTo>
                      <a:cubicBezTo>
                        <a:pt x="5533" y="40711"/>
                        <a:pt x="6429" y="42273"/>
                        <a:pt x="7797" y="43428"/>
                      </a:cubicBezTo>
                      <a:cubicBezTo>
                        <a:pt x="9405" y="44784"/>
                        <a:pt x="11560" y="45502"/>
                        <a:pt x="14035" y="45502"/>
                      </a:cubicBezTo>
                      <a:cubicBezTo>
                        <a:pt x="19270" y="45502"/>
                        <a:pt x="21065" y="43292"/>
                        <a:pt x="21140" y="43199"/>
                      </a:cubicBezTo>
                      <a:cubicBezTo>
                        <a:pt x="21214" y="43105"/>
                        <a:pt x="21253" y="42992"/>
                        <a:pt x="21253" y="42872"/>
                      </a:cubicBezTo>
                      <a:lnTo>
                        <a:pt x="21253" y="4967"/>
                      </a:lnTo>
                      <a:cubicBezTo>
                        <a:pt x="21217" y="3249"/>
                        <a:pt x="20328" y="1"/>
                        <a:pt x="17222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2" name="Google Shape;8865;p59">
                  <a:extLst>
                    <a:ext uri="{FF2B5EF4-FFF2-40B4-BE49-F238E27FC236}">
                      <a16:creationId xmlns:a16="http://schemas.microsoft.com/office/drawing/2014/main" id="{10F03EC5-D9EF-658F-E124-A5923C23CB40}"/>
                    </a:ext>
                  </a:extLst>
                </p:cNvPr>
                <p:cNvSpPr/>
                <p:nvPr/>
              </p:nvSpPr>
              <p:spPr>
                <a:xfrm>
                  <a:off x="9535402" y="2540968"/>
                  <a:ext cx="161778" cy="689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00" h="5029" extrusionOk="0">
                      <a:moveTo>
                        <a:pt x="11270" y="1"/>
                      </a:moveTo>
                      <a:cubicBezTo>
                        <a:pt x="11264" y="1"/>
                        <a:pt x="11258" y="1"/>
                        <a:pt x="11252" y="1"/>
                      </a:cubicBezTo>
                      <a:lnTo>
                        <a:pt x="4326" y="1"/>
                      </a:lnTo>
                      <a:cubicBezTo>
                        <a:pt x="1938" y="4"/>
                        <a:pt x="0" y="1939"/>
                        <a:pt x="0" y="4327"/>
                      </a:cubicBezTo>
                      <a:lnTo>
                        <a:pt x="0" y="4498"/>
                      </a:lnTo>
                      <a:cubicBezTo>
                        <a:pt x="0" y="4789"/>
                        <a:pt x="236" y="5029"/>
                        <a:pt x="527" y="5029"/>
                      </a:cubicBezTo>
                      <a:cubicBezTo>
                        <a:pt x="822" y="5029"/>
                        <a:pt x="1061" y="4789"/>
                        <a:pt x="1058" y="4498"/>
                      </a:cubicBezTo>
                      <a:lnTo>
                        <a:pt x="1058" y="4327"/>
                      </a:lnTo>
                      <a:cubicBezTo>
                        <a:pt x="1061" y="2524"/>
                        <a:pt x="2524" y="1062"/>
                        <a:pt x="4326" y="1062"/>
                      </a:cubicBezTo>
                      <a:lnTo>
                        <a:pt x="11252" y="1062"/>
                      </a:lnTo>
                      <a:cubicBezTo>
                        <a:pt x="11256" y="1062"/>
                        <a:pt x="11260" y="1062"/>
                        <a:pt x="11264" y="1062"/>
                      </a:cubicBezTo>
                      <a:cubicBezTo>
                        <a:pt x="11557" y="1062"/>
                        <a:pt x="11799" y="825"/>
                        <a:pt x="11799" y="532"/>
                      </a:cubicBezTo>
                      <a:cubicBezTo>
                        <a:pt x="11799" y="237"/>
                        <a:pt x="11560" y="1"/>
                        <a:pt x="11270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3" name="Google Shape;8866;p59">
                  <a:extLst>
                    <a:ext uri="{FF2B5EF4-FFF2-40B4-BE49-F238E27FC236}">
                      <a16:creationId xmlns:a16="http://schemas.microsoft.com/office/drawing/2014/main" id="{3F39A64E-5FF5-C916-2E48-CC4C247C367A}"/>
                    </a:ext>
                  </a:extLst>
                </p:cNvPr>
                <p:cNvSpPr/>
                <p:nvPr/>
              </p:nvSpPr>
              <p:spPr>
                <a:xfrm>
                  <a:off x="9455875" y="2286606"/>
                  <a:ext cx="137251" cy="1121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11" h="8180" extrusionOk="0">
                      <a:moveTo>
                        <a:pt x="515" y="1"/>
                      </a:moveTo>
                      <a:cubicBezTo>
                        <a:pt x="230" y="7"/>
                        <a:pt x="0" y="243"/>
                        <a:pt x="0" y="531"/>
                      </a:cubicBezTo>
                      <a:cubicBezTo>
                        <a:pt x="0" y="819"/>
                        <a:pt x="230" y="1052"/>
                        <a:pt x="515" y="1062"/>
                      </a:cubicBezTo>
                      <a:lnTo>
                        <a:pt x="4979" y="1062"/>
                      </a:lnTo>
                      <a:cubicBezTo>
                        <a:pt x="7173" y="1062"/>
                        <a:pt x="8946" y="2838"/>
                        <a:pt x="8949" y="5031"/>
                      </a:cubicBezTo>
                      <a:lnTo>
                        <a:pt x="8949" y="7649"/>
                      </a:lnTo>
                      <a:cubicBezTo>
                        <a:pt x="8949" y="7943"/>
                        <a:pt x="9188" y="8179"/>
                        <a:pt x="9480" y="8179"/>
                      </a:cubicBezTo>
                      <a:cubicBezTo>
                        <a:pt x="9771" y="8179"/>
                        <a:pt x="10010" y="7943"/>
                        <a:pt x="10010" y="7652"/>
                      </a:cubicBezTo>
                      <a:lnTo>
                        <a:pt x="10010" y="5031"/>
                      </a:lnTo>
                      <a:cubicBezTo>
                        <a:pt x="10007" y="2252"/>
                        <a:pt x="7758" y="4"/>
                        <a:pt x="4979" y="1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4" name="Google Shape;8867;p59">
                  <a:extLst>
                    <a:ext uri="{FF2B5EF4-FFF2-40B4-BE49-F238E27FC236}">
                      <a16:creationId xmlns:a16="http://schemas.microsoft.com/office/drawing/2014/main" id="{FE27E902-DF37-C74F-F421-594D39128C98}"/>
                    </a:ext>
                  </a:extLst>
                </p:cNvPr>
                <p:cNvSpPr/>
                <p:nvPr/>
              </p:nvSpPr>
              <p:spPr>
                <a:xfrm>
                  <a:off x="9578545" y="2355317"/>
                  <a:ext cx="116370" cy="145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488" h="1062" extrusionOk="0">
                      <a:moveTo>
                        <a:pt x="519" y="0"/>
                      </a:moveTo>
                      <a:cubicBezTo>
                        <a:pt x="231" y="10"/>
                        <a:pt x="1" y="243"/>
                        <a:pt x="1" y="531"/>
                      </a:cubicBezTo>
                      <a:cubicBezTo>
                        <a:pt x="1" y="819"/>
                        <a:pt x="231" y="1051"/>
                        <a:pt x="519" y="1061"/>
                      </a:cubicBezTo>
                      <a:lnTo>
                        <a:pt x="7973" y="1061"/>
                      </a:lnTo>
                      <a:cubicBezTo>
                        <a:pt x="8261" y="1051"/>
                        <a:pt x="8487" y="819"/>
                        <a:pt x="8487" y="531"/>
                      </a:cubicBezTo>
                      <a:cubicBezTo>
                        <a:pt x="8487" y="243"/>
                        <a:pt x="8261" y="10"/>
                        <a:pt x="7973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5" name="Google Shape;8868;p59">
                  <a:extLst>
                    <a:ext uri="{FF2B5EF4-FFF2-40B4-BE49-F238E27FC236}">
                      <a16:creationId xmlns:a16="http://schemas.microsoft.com/office/drawing/2014/main" id="{69F788D9-3F60-2A87-77A7-AFA288CA22E4}"/>
                    </a:ext>
                  </a:extLst>
                </p:cNvPr>
                <p:cNvSpPr/>
                <p:nvPr/>
              </p:nvSpPr>
              <p:spPr>
                <a:xfrm>
                  <a:off x="9533620" y="2389824"/>
                  <a:ext cx="104429" cy="58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17" h="4248" extrusionOk="0">
                      <a:moveTo>
                        <a:pt x="2890" y="0"/>
                      </a:moveTo>
                      <a:cubicBezTo>
                        <a:pt x="1295" y="0"/>
                        <a:pt x="4" y="1294"/>
                        <a:pt x="1" y="2889"/>
                      </a:cubicBezTo>
                      <a:lnTo>
                        <a:pt x="1" y="3439"/>
                      </a:lnTo>
                      <a:cubicBezTo>
                        <a:pt x="10" y="3724"/>
                        <a:pt x="243" y="3954"/>
                        <a:pt x="531" y="3954"/>
                      </a:cubicBezTo>
                      <a:cubicBezTo>
                        <a:pt x="819" y="3954"/>
                        <a:pt x="1055" y="3724"/>
                        <a:pt x="1062" y="3439"/>
                      </a:cubicBezTo>
                      <a:lnTo>
                        <a:pt x="1062" y="2889"/>
                      </a:lnTo>
                      <a:cubicBezTo>
                        <a:pt x="1062" y="1880"/>
                        <a:pt x="1880" y="1061"/>
                        <a:pt x="2890" y="1058"/>
                      </a:cubicBezTo>
                      <a:lnTo>
                        <a:pt x="4669" y="1058"/>
                      </a:lnTo>
                      <a:cubicBezTo>
                        <a:pt x="5711" y="1061"/>
                        <a:pt x="6555" y="1902"/>
                        <a:pt x="6555" y="2944"/>
                      </a:cubicBezTo>
                      <a:lnTo>
                        <a:pt x="6555" y="3717"/>
                      </a:lnTo>
                      <a:cubicBezTo>
                        <a:pt x="6555" y="4012"/>
                        <a:pt x="6795" y="4248"/>
                        <a:pt x="7086" y="4248"/>
                      </a:cubicBezTo>
                      <a:cubicBezTo>
                        <a:pt x="7380" y="4248"/>
                        <a:pt x="7617" y="4012"/>
                        <a:pt x="7617" y="3717"/>
                      </a:cubicBezTo>
                      <a:lnTo>
                        <a:pt x="7617" y="2944"/>
                      </a:lnTo>
                      <a:cubicBezTo>
                        <a:pt x="7613" y="1320"/>
                        <a:pt x="6297" y="0"/>
                        <a:pt x="4669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6" name="Google Shape;8869;p59">
                  <a:extLst>
                    <a:ext uri="{FF2B5EF4-FFF2-40B4-BE49-F238E27FC236}">
                      <a16:creationId xmlns:a16="http://schemas.microsoft.com/office/drawing/2014/main" id="{E4389F3C-EC83-E7F3-CB38-EE21302A8AD2}"/>
                    </a:ext>
                  </a:extLst>
                </p:cNvPr>
                <p:cNvSpPr/>
                <p:nvPr/>
              </p:nvSpPr>
              <p:spPr>
                <a:xfrm>
                  <a:off x="9504885" y="2171202"/>
                  <a:ext cx="97684" cy="145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25" h="1059" extrusionOk="0">
                      <a:moveTo>
                        <a:pt x="6598" y="0"/>
                      </a:moveTo>
                      <a:cubicBezTo>
                        <a:pt x="6592" y="0"/>
                        <a:pt x="6587" y="0"/>
                        <a:pt x="6581" y="0"/>
                      </a:cubicBezTo>
                      <a:lnTo>
                        <a:pt x="515" y="0"/>
                      </a:lnTo>
                      <a:cubicBezTo>
                        <a:pt x="227" y="7"/>
                        <a:pt x="0" y="243"/>
                        <a:pt x="0" y="528"/>
                      </a:cubicBezTo>
                      <a:cubicBezTo>
                        <a:pt x="0" y="816"/>
                        <a:pt x="227" y="1052"/>
                        <a:pt x="515" y="1058"/>
                      </a:cubicBezTo>
                      <a:lnTo>
                        <a:pt x="6581" y="1058"/>
                      </a:lnTo>
                      <a:cubicBezTo>
                        <a:pt x="6587" y="1058"/>
                        <a:pt x="6592" y="1059"/>
                        <a:pt x="6598" y="1059"/>
                      </a:cubicBezTo>
                      <a:cubicBezTo>
                        <a:pt x="6888" y="1059"/>
                        <a:pt x="7124" y="823"/>
                        <a:pt x="7124" y="528"/>
                      </a:cubicBezTo>
                      <a:cubicBezTo>
                        <a:pt x="7124" y="236"/>
                        <a:pt x="6888" y="0"/>
                        <a:pt x="6598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707" name="Google Shape;8870;p59">
                  <a:extLst>
                    <a:ext uri="{FF2B5EF4-FFF2-40B4-BE49-F238E27FC236}">
                      <a16:creationId xmlns:a16="http://schemas.microsoft.com/office/drawing/2014/main" id="{85BF6B5A-CB81-53B7-4403-D0555EE36CB1}"/>
                    </a:ext>
                  </a:extLst>
                </p:cNvPr>
                <p:cNvSpPr/>
                <p:nvPr/>
              </p:nvSpPr>
              <p:spPr>
                <a:xfrm>
                  <a:off x="9587826" y="2129731"/>
                  <a:ext cx="106993" cy="974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04" h="7109" extrusionOk="0">
                      <a:moveTo>
                        <a:pt x="4230" y="0"/>
                      </a:moveTo>
                      <a:cubicBezTo>
                        <a:pt x="4224" y="0"/>
                        <a:pt x="4218" y="0"/>
                        <a:pt x="4213" y="0"/>
                      </a:cubicBezTo>
                      <a:lnTo>
                        <a:pt x="3339" y="0"/>
                      </a:lnTo>
                      <a:cubicBezTo>
                        <a:pt x="1495" y="0"/>
                        <a:pt x="3" y="1495"/>
                        <a:pt x="0" y="3336"/>
                      </a:cubicBezTo>
                      <a:lnTo>
                        <a:pt x="0" y="3850"/>
                      </a:lnTo>
                      <a:cubicBezTo>
                        <a:pt x="3" y="5649"/>
                        <a:pt x="1459" y="7108"/>
                        <a:pt x="3258" y="7108"/>
                      </a:cubicBezTo>
                      <a:lnTo>
                        <a:pt x="7286" y="7108"/>
                      </a:lnTo>
                      <a:cubicBezTo>
                        <a:pt x="7574" y="7102"/>
                        <a:pt x="7804" y="6866"/>
                        <a:pt x="7804" y="6578"/>
                      </a:cubicBezTo>
                      <a:cubicBezTo>
                        <a:pt x="7804" y="6290"/>
                        <a:pt x="7574" y="6057"/>
                        <a:pt x="7286" y="6047"/>
                      </a:cubicBezTo>
                      <a:lnTo>
                        <a:pt x="3258" y="6047"/>
                      </a:lnTo>
                      <a:cubicBezTo>
                        <a:pt x="2045" y="6047"/>
                        <a:pt x="1061" y="5064"/>
                        <a:pt x="1061" y="3850"/>
                      </a:cubicBezTo>
                      <a:lnTo>
                        <a:pt x="1061" y="3336"/>
                      </a:lnTo>
                      <a:cubicBezTo>
                        <a:pt x="1061" y="2081"/>
                        <a:pt x="2080" y="1061"/>
                        <a:pt x="3339" y="1058"/>
                      </a:cubicBezTo>
                      <a:lnTo>
                        <a:pt x="4213" y="1058"/>
                      </a:lnTo>
                      <a:cubicBezTo>
                        <a:pt x="4218" y="1058"/>
                        <a:pt x="4224" y="1059"/>
                        <a:pt x="4230" y="1059"/>
                      </a:cubicBezTo>
                      <a:cubicBezTo>
                        <a:pt x="4520" y="1059"/>
                        <a:pt x="4756" y="823"/>
                        <a:pt x="4756" y="528"/>
                      </a:cubicBezTo>
                      <a:cubicBezTo>
                        <a:pt x="4756" y="236"/>
                        <a:pt x="4520" y="0"/>
                        <a:pt x="4230" y="0"/>
                      </a:cubicBezTo>
                      <a:close/>
                    </a:path>
                  </a:pathLst>
                </a:custGeom>
                <a:solidFill>
                  <a:srgbClr val="445D7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715" name="Google Shape;1962;p55">
            <a:extLst>
              <a:ext uri="{FF2B5EF4-FFF2-40B4-BE49-F238E27FC236}">
                <a16:creationId xmlns:a16="http://schemas.microsoft.com/office/drawing/2014/main" id="{1FDA3426-4AD2-842C-3280-251D4C4C851A}"/>
              </a:ext>
            </a:extLst>
          </p:cNvPr>
          <p:cNvGrpSpPr/>
          <p:nvPr/>
        </p:nvGrpSpPr>
        <p:grpSpPr>
          <a:xfrm>
            <a:off x="7487937" y="1770755"/>
            <a:ext cx="978143" cy="931510"/>
            <a:chOff x="3729467" y="2889422"/>
            <a:chExt cx="419153" cy="404977"/>
          </a:xfrm>
        </p:grpSpPr>
        <p:sp>
          <p:nvSpPr>
            <p:cNvPr id="1716" name="Google Shape;1963;p55">
              <a:extLst>
                <a:ext uri="{FF2B5EF4-FFF2-40B4-BE49-F238E27FC236}">
                  <a16:creationId xmlns:a16="http://schemas.microsoft.com/office/drawing/2014/main" id="{46D70C60-8859-FB6E-1074-256FE3B3D33B}"/>
                </a:ext>
              </a:extLst>
            </p:cNvPr>
            <p:cNvSpPr/>
            <p:nvPr/>
          </p:nvSpPr>
          <p:spPr>
            <a:xfrm>
              <a:off x="4014137" y="2974913"/>
              <a:ext cx="134482" cy="178707"/>
            </a:xfrm>
            <a:custGeom>
              <a:avLst/>
              <a:gdLst/>
              <a:ahLst/>
              <a:cxnLst/>
              <a:rect l="l" t="t" r="r" b="b"/>
              <a:pathLst>
                <a:path w="6176" h="8207" extrusionOk="0">
                  <a:moveTo>
                    <a:pt x="4121" y="0"/>
                  </a:moveTo>
                  <a:lnTo>
                    <a:pt x="2973" y="2732"/>
                  </a:lnTo>
                  <a:lnTo>
                    <a:pt x="0" y="3260"/>
                  </a:lnTo>
                  <a:cubicBezTo>
                    <a:pt x="391" y="3891"/>
                    <a:pt x="586" y="4625"/>
                    <a:pt x="586" y="5372"/>
                  </a:cubicBezTo>
                  <a:cubicBezTo>
                    <a:pt x="586" y="5658"/>
                    <a:pt x="563" y="5945"/>
                    <a:pt x="494" y="6232"/>
                  </a:cubicBezTo>
                  <a:lnTo>
                    <a:pt x="2743" y="8206"/>
                  </a:lnTo>
                  <a:lnTo>
                    <a:pt x="5613" y="7392"/>
                  </a:lnTo>
                  <a:cubicBezTo>
                    <a:pt x="6175" y="4832"/>
                    <a:pt x="5636" y="2146"/>
                    <a:pt x="412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5F7D9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7" name="Google Shape;1964;p55">
              <a:extLst>
                <a:ext uri="{FF2B5EF4-FFF2-40B4-BE49-F238E27FC236}">
                  <a16:creationId xmlns:a16="http://schemas.microsoft.com/office/drawing/2014/main" id="{C395BB71-2D90-3DE1-7DBC-992B33E59017}"/>
                </a:ext>
              </a:extLst>
            </p:cNvPr>
            <p:cNvSpPr/>
            <p:nvPr/>
          </p:nvSpPr>
          <p:spPr>
            <a:xfrm>
              <a:off x="3741225" y="3095375"/>
              <a:ext cx="148963" cy="173460"/>
            </a:xfrm>
            <a:custGeom>
              <a:avLst/>
              <a:gdLst/>
              <a:ahLst/>
              <a:cxnLst/>
              <a:rect l="l" t="t" r="r" b="b"/>
              <a:pathLst>
                <a:path w="6841" h="7966" extrusionOk="0">
                  <a:moveTo>
                    <a:pt x="2215" y="0"/>
                  </a:moveTo>
                  <a:lnTo>
                    <a:pt x="0" y="1963"/>
                  </a:lnTo>
                  <a:cubicBezTo>
                    <a:pt x="597" y="4511"/>
                    <a:pt x="2250" y="6691"/>
                    <a:pt x="4534" y="7965"/>
                  </a:cubicBezTo>
                  <a:lnTo>
                    <a:pt x="4373" y="5027"/>
                  </a:lnTo>
                  <a:lnTo>
                    <a:pt x="6841" y="3248"/>
                  </a:lnTo>
                  <a:cubicBezTo>
                    <a:pt x="5980" y="2686"/>
                    <a:pt x="5360" y="1814"/>
                    <a:pt x="5108" y="804"/>
                  </a:cubicBezTo>
                  <a:lnTo>
                    <a:pt x="2215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8" name="Google Shape;1965;p55">
              <a:extLst>
                <a:ext uri="{FF2B5EF4-FFF2-40B4-BE49-F238E27FC236}">
                  <a16:creationId xmlns:a16="http://schemas.microsoft.com/office/drawing/2014/main" id="{63C64C71-0569-767E-4FDB-41EC932ADF8B}"/>
                </a:ext>
              </a:extLst>
            </p:cNvPr>
            <p:cNvSpPr/>
            <p:nvPr/>
          </p:nvSpPr>
          <p:spPr>
            <a:xfrm>
              <a:off x="3949660" y="2889684"/>
              <a:ext cx="146219" cy="145980"/>
            </a:xfrm>
            <a:custGeom>
              <a:avLst/>
              <a:gdLst/>
              <a:ahLst/>
              <a:cxnLst/>
              <a:rect l="l" t="t" r="r" b="b"/>
              <a:pathLst>
                <a:path w="6715" h="6704" extrusionOk="0">
                  <a:moveTo>
                    <a:pt x="12" y="0"/>
                  </a:moveTo>
                  <a:lnTo>
                    <a:pt x="1435" y="2583"/>
                  </a:lnTo>
                  <a:lnTo>
                    <a:pt x="0" y="5257"/>
                  </a:lnTo>
                  <a:cubicBezTo>
                    <a:pt x="1022" y="5383"/>
                    <a:pt x="1963" y="5900"/>
                    <a:pt x="2629" y="6703"/>
                  </a:cubicBezTo>
                  <a:lnTo>
                    <a:pt x="5567" y="6187"/>
                  </a:lnTo>
                  <a:lnTo>
                    <a:pt x="6714" y="3432"/>
                  </a:lnTo>
                  <a:cubicBezTo>
                    <a:pt x="5062" y="1401"/>
                    <a:pt x="2629" y="150"/>
                    <a:pt x="12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9" name="Google Shape;1966;p55">
              <a:extLst>
                <a:ext uri="{FF2B5EF4-FFF2-40B4-BE49-F238E27FC236}">
                  <a16:creationId xmlns:a16="http://schemas.microsoft.com/office/drawing/2014/main" id="{4E3BF485-5F11-96A1-0B55-DCB6D615EC93}"/>
                </a:ext>
              </a:extLst>
            </p:cNvPr>
            <p:cNvSpPr/>
            <p:nvPr/>
          </p:nvSpPr>
          <p:spPr>
            <a:xfrm>
              <a:off x="3847947" y="3172089"/>
              <a:ext cx="167210" cy="122310"/>
            </a:xfrm>
            <a:custGeom>
              <a:avLst/>
              <a:gdLst/>
              <a:ahLst/>
              <a:cxnLst/>
              <a:rect l="l" t="t" r="r" b="b"/>
              <a:pathLst>
                <a:path w="7679" h="5617" extrusionOk="0">
                  <a:moveTo>
                    <a:pt x="2433" y="1"/>
                  </a:moveTo>
                  <a:lnTo>
                    <a:pt x="0" y="1757"/>
                  </a:lnTo>
                  <a:lnTo>
                    <a:pt x="149" y="4718"/>
                  </a:lnTo>
                  <a:cubicBezTo>
                    <a:pt x="1415" y="5317"/>
                    <a:pt x="2781" y="5616"/>
                    <a:pt x="4148" y="5616"/>
                  </a:cubicBezTo>
                  <a:cubicBezTo>
                    <a:pt x="5347" y="5616"/>
                    <a:pt x="6546" y="5386"/>
                    <a:pt x="7678" y="4924"/>
                  </a:cubicBezTo>
                  <a:lnTo>
                    <a:pt x="5280" y="3203"/>
                  </a:lnTo>
                  <a:lnTo>
                    <a:pt x="5417" y="173"/>
                  </a:lnTo>
                  <a:lnTo>
                    <a:pt x="5417" y="173"/>
                  </a:lnTo>
                  <a:cubicBezTo>
                    <a:pt x="5016" y="311"/>
                    <a:pt x="4591" y="379"/>
                    <a:pt x="4155" y="379"/>
                  </a:cubicBezTo>
                  <a:cubicBezTo>
                    <a:pt x="3558" y="379"/>
                    <a:pt x="2973" y="253"/>
                    <a:pt x="243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F8FAFB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0" name="Google Shape;1967;p55">
              <a:extLst>
                <a:ext uri="{FF2B5EF4-FFF2-40B4-BE49-F238E27FC236}">
                  <a16:creationId xmlns:a16="http://schemas.microsoft.com/office/drawing/2014/main" id="{DA8B6FE7-34BD-0618-0728-DDBA5E56C353}"/>
                </a:ext>
              </a:extLst>
            </p:cNvPr>
            <p:cNvSpPr/>
            <p:nvPr/>
          </p:nvSpPr>
          <p:spPr>
            <a:xfrm>
              <a:off x="3974658" y="3122616"/>
              <a:ext cx="158457" cy="151206"/>
            </a:xfrm>
            <a:custGeom>
              <a:avLst/>
              <a:gdLst/>
              <a:ahLst/>
              <a:cxnLst/>
              <a:rect l="l" t="t" r="r" b="b"/>
              <a:pathLst>
                <a:path w="7277" h="6944" extrusionOk="0">
                  <a:moveTo>
                    <a:pt x="2158" y="0"/>
                  </a:moveTo>
                  <a:cubicBezTo>
                    <a:pt x="1790" y="964"/>
                    <a:pt x="1079" y="1768"/>
                    <a:pt x="149" y="2227"/>
                  </a:cubicBezTo>
                  <a:lnTo>
                    <a:pt x="0" y="5222"/>
                  </a:lnTo>
                  <a:lnTo>
                    <a:pt x="2422" y="6944"/>
                  </a:lnTo>
                  <a:cubicBezTo>
                    <a:pt x="4775" y="5785"/>
                    <a:pt x="6542" y="3696"/>
                    <a:pt x="7277" y="1171"/>
                  </a:cubicBezTo>
                  <a:lnTo>
                    <a:pt x="7277" y="1171"/>
                  </a:lnTo>
                  <a:lnTo>
                    <a:pt x="4430" y="1986"/>
                  </a:lnTo>
                  <a:lnTo>
                    <a:pt x="2158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37495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721" name="Google Shape;1968;p55">
              <a:extLst>
                <a:ext uri="{FF2B5EF4-FFF2-40B4-BE49-F238E27FC236}">
                  <a16:creationId xmlns:a16="http://schemas.microsoft.com/office/drawing/2014/main" id="{CF89866F-549A-CE67-8967-44D10D86E16D}"/>
                </a:ext>
              </a:extLst>
            </p:cNvPr>
            <p:cNvSpPr/>
            <p:nvPr/>
          </p:nvSpPr>
          <p:spPr>
            <a:xfrm>
              <a:off x="3729467" y="2966660"/>
              <a:ext cx="138990" cy="158718"/>
            </a:xfrm>
            <a:custGeom>
              <a:avLst/>
              <a:gdLst/>
              <a:ahLst/>
              <a:cxnLst/>
              <a:rect l="l" t="t" r="r" b="b"/>
              <a:pathLst>
                <a:path w="6383" h="7289" extrusionOk="0">
                  <a:moveTo>
                    <a:pt x="2296" y="0"/>
                  </a:moveTo>
                  <a:cubicBezTo>
                    <a:pt x="678" y="2055"/>
                    <a:pt x="1" y="4706"/>
                    <a:pt x="425" y="7288"/>
                  </a:cubicBezTo>
                  <a:lnTo>
                    <a:pt x="2618" y="5337"/>
                  </a:lnTo>
                  <a:lnTo>
                    <a:pt x="5556" y="6152"/>
                  </a:lnTo>
                  <a:cubicBezTo>
                    <a:pt x="5544" y="6026"/>
                    <a:pt x="5533" y="5888"/>
                    <a:pt x="5533" y="5751"/>
                  </a:cubicBezTo>
                  <a:cubicBezTo>
                    <a:pt x="5533" y="4855"/>
                    <a:pt x="5831" y="3983"/>
                    <a:pt x="6382" y="3271"/>
                  </a:cubicBezTo>
                  <a:lnTo>
                    <a:pt x="5211" y="505"/>
                  </a:lnTo>
                  <a:lnTo>
                    <a:pt x="2296" y="0"/>
                  </a:ln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2" name="Google Shape;1969;p55">
              <a:extLst>
                <a:ext uri="{FF2B5EF4-FFF2-40B4-BE49-F238E27FC236}">
                  <a16:creationId xmlns:a16="http://schemas.microsoft.com/office/drawing/2014/main" id="{9D2072E1-62D2-1175-A8A8-63A1CC554BAE}"/>
                </a:ext>
              </a:extLst>
            </p:cNvPr>
            <p:cNvSpPr/>
            <p:nvPr/>
          </p:nvSpPr>
          <p:spPr>
            <a:xfrm>
              <a:off x="3787716" y="2889422"/>
              <a:ext cx="180449" cy="139229"/>
            </a:xfrm>
            <a:custGeom>
              <a:avLst/>
              <a:gdLst/>
              <a:ahLst/>
              <a:cxnLst/>
              <a:rect l="l" t="t" r="r" b="b"/>
              <a:pathLst>
                <a:path w="8287" h="6394" extrusionOk="0">
                  <a:moveTo>
                    <a:pt x="6863" y="1"/>
                  </a:moveTo>
                  <a:cubicBezTo>
                    <a:pt x="4235" y="12"/>
                    <a:pt x="1756" y="1137"/>
                    <a:pt x="0" y="3088"/>
                  </a:cubicBezTo>
                  <a:lnTo>
                    <a:pt x="2904" y="3593"/>
                  </a:lnTo>
                  <a:lnTo>
                    <a:pt x="4086" y="6394"/>
                  </a:lnTo>
                  <a:cubicBezTo>
                    <a:pt x="4820" y="5671"/>
                    <a:pt x="5819" y="5258"/>
                    <a:pt x="6852" y="5235"/>
                  </a:cubicBezTo>
                  <a:lnTo>
                    <a:pt x="8287" y="2606"/>
                  </a:lnTo>
                  <a:lnTo>
                    <a:pt x="6863" y="1"/>
                  </a:lnTo>
                  <a:close/>
                </a:path>
              </a:pathLst>
            </a:custGeom>
            <a:noFill/>
            <a:ln w="9525" cap="flat" cmpd="sng">
              <a:solidFill>
                <a:srgbClr val="A5B7C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23" name="Google Shape;8871;p59">
            <a:extLst>
              <a:ext uri="{FF2B5EF4-FFF2-40B4-BE49-F238E27FC236}">
                <a16:creationId xmlns:a16="http://schemas.microsoft.com/office/drawing/2014/main" id="{165AAF9B-3632-E998-6731-93B65DCD8D76}"/>
              </a:ext>
            </a:extLst>
          </p:cNvPr>
          <p:cNvGrpSpPr/>
          <p:nvPr/>
        </p:nvGrpSpPr>
        <p:grpSpPr>
          <a:xfrm>
            <a:off x="7575654" y="3328591"/>
            <a:ext cx="901539" cy="959977"/>
            <a:chOff x="4206459" y="1191441"/>
            <a:chExt cx="712557" cy="785901"/>
          </a:xfrm>
        </p:grpSpPr>
        <p:sp>
          <p:nvSpPr>
            <p:cNvPr id="1724" name="Google Shape;8872;p59">
              <a:extLst>
                <a:ext uri="{FF2B5EF4-FFF2-40B4-BE49-F238E27FC236}">
                  <a16:creationId xmlns:a16="http://schemas.microsoft.com/office/drawing/2014/main" id="{BB18B58A-AF3F-EF06-B311-9619F4BD49DC}"/>
                </a:ext>
              </a:extLst>
            </p:cNvPr>
            <p:cNvSpPr/>
            <p:nvPr/>
          </p:nvSpPr>
          <p:spPr>
            <a:xfrm>
              <a:off x="4548248" y="1328649"/>
              <a:ext cx="325201" cy="322547"/>
            </a:xfrm>
            <a:custGeom>
              <a:avLst/>
              <a:gdLst/>
              <a:ahLst/>
              <a:cxnLst/>
              <a:rect l="l" t="t" r="r" b="b"/>
              <a:pathLst>
                <a:path w="25486" h="25278" extrusionOk="0">
                  <a:moveTo>
                    <a:pt x="12746" y="4905"/>
                  </a:moveTo>
                  <a:cubicBezTo>
                    <a:pt x="13701" y="4905"/>
                    <a:pt x="14672" y="5083"/>
                    <a:pt x="15613" y="5460"/>
                  </a:cubicBezTo>
                  <a:cubicBezTo>
                    <a:pt x="19580" y="7047"/>
                    <a:pt x="21508" y="11545"/>
                    <a:pt x="19923" y="15511"/>
                  </a:cubicBezTo>
                  <a:cubicBezTo>
                    <a:pt x="18714" y="18534"/>
                    <a:pt x="15811" y="20374"/>
                    <a:pt x="12742" y="20374"/>
                  </a:cubicBezTo>
                  <a:cubicBezTo>
                    <a:pt x="11786" y="20374"/>
                    <a:pt x="10814" y="20196"/>
                    <a:pt x="9873" y="19819"/>
                  </a:cubicBezTo>
                  <a:cubicBezTo>
                    <a:pt x="5908" y="18234"/>
                    <a:pt x="3978" y="13734"/>
                    <a:pt x="5563" y="9769"/>
                  </a:cubicBezTo>
                  <a:cubicBezTo>
                    <a:pt x="6772" y="6745"/>
                    <a:pt x="9676" y="4905"/>
                    <a:pt x="12746" y="4905"/>
                  </a:cubicBezTo>
                  <a:close/>
                  <a:moveTo>
                    <a:pt x="15551" y="1"/>
                  </a:moveTo>
                  <a:cubicBezTo>
                    <a:pt x="15240" y="1"/>
                    <a:pt x="14946" y="187"/>
                    <a:pt x="14824" y="492"/>
                  </a:cubicBezTo>
                  <a:lnTo>
                    <a:pt x="14047" y="2435"/>
                  </a:lnTo>
                  <a:cubicBezTo>
                    <a:pt x="13612" y="2378"/>
                    <a:pt x="13174" y="2350"/>
                    <a:pt x="12736" y="2350"/>
                  </a:cubicBezTo>
                  <a:cubicBezTo>
                    <a:pt x="12218" y="2350"/>
                    <a:pt x="11700" y="2390"/>
                    <a:pt x="11187" y="2469"/>
                  </a:cubicBezTo>
                  <a:lnTo>
                    <a:pt x="10364" y="547"/>
                  </a:lnTo>
                  <a:cubicBezTo>
                    <a:pt x="10238" y="251"/>
                    <a:pt x="9949" y="73"/>
                    <a:pt x="9646" y="73"/>
                  </a:cubicBezTo>
                  <a:cubicBezTo>
                    <a:pt x="9543" y="73"/>
                    <a:pt x="9438" y="93"/>
                    <a:pt x="9338" y="137"/>
                  </a:cubicBezTo>
                  <a:lnTo>
                    <a:pt x="6036" y="1553"/>
                  </a:lnTo>
                  <a:cubicBezTo>
                    <a:pt x="5640" y="1722"/>
                    <a:pt x="5456" y="2182"/>
                    <a:pt x="5626" y="2579"/>
                  </a:cubicBezTo>
                  <a:lnTo>
                    <a:pt x="6449" y="4501"/>
                  </a:lnTo>
                  <a:cubicBezTo>
                    <a:pt x="5690" y="5085"/>
                    <a:pt x="5019" y="5775"/>
                    <a:pt x="4452" y="6549"/>
                  </a:cubicBezTo>
                  <a:lnTo>
                    <a:pt x="2510" y="5772"/>
                  </a:lnTo>
                  <a:cubicBezTo>
                    <a:pt x="2414" y="5734"/>
                    <a:pt x="2316" y="5716"/>
                    <a:pt x="2219" y="5716"/>
                  </a:cubicBezTo>
                  <a:cubicBezTo>
                    <a:pt x="1910" y="5716"/>
                    <a:pt x="1616" y="5901"/>
                    <a:pt x="1493" y="6208"/>
                  </a:cubicBezTo>
                  <a:lnTo>
                    <a:pt x="161" y="9542"/>
                  </a:lnTo>
                  <a:cubicBezTo>
                    <a:pt x="0" y="9944"/>
                    <a:pt x="194" y="10398"/>
                    <a:pt x="596" y="10558"/>
                  </a:cubicBezTo>
                  <a:lnTo>
                    <a:pt x="2537" y="11335"/>
                  </a:lnTo>
                  <a:cubicBezTo>
                    <a:pt x="2415" y="12285"/>
                    <a:pt x="2426" y="13249"/>
                    <a:pt x="2572" y="14195"/>
                  </a:cubicBezTo>
                  <a:lnTo>
                    <a:pt x="651" y="15018"/>
                  </a:lnTo>
                  <a:cubicBezTo>
                    <a:pt x="253" y="15189"/>
                    <a:pt x="71" y="15649"/>
                    <a:pt x="241" y="16046"/>
                  </a:cubicBezTo>
                  <a:lnTo>
                    <a:pt x="1655" y="19347"/>
                  </a:lnTo>
                  <a:cubicBezTo>
                    <a:pt x="1781" y="19643"/>
                    <a:pt x="2070" y="19821"/>
                    <a:pt x="2373" y="19821"/>
                  </a:cubicBezTo>
                  <a:cubicBezTo>
                    <a:pt x="2476" y="19821"/>
                    <a:pt x="2581" y="19800"/>
                    <a:pt x="2681" y="19756"/>
                  </a:cubicBezTo>
                  <a:lnTo>
                    <a:pt x="4603" y="18933"/>
                  </a:lnTo>
                  <a:cubicBezTo>
                    <a:pt x="5189" y="19692"/>
                    <a:pt x="5879" y="20365"/>
                    <a:pt x="6651" y="20930"/>
                  </a:cubicBezTo>
                  <a:lnTo>
                    <a:pt x="5874" y="22873"/>
                  </a:lnTo>
                  <a:cubicBezTo>
                    <a:pt x="5714" y="23273"/>
                    <a:pt x="5909" y="23728"/>
                    <a:pt x="6310" y="23888"/>
                  </a:cubicBezTo>
                  <a:lnTo>
                    <a:pt x="9645" y="25222"/>
                  </a:lnTo>
                  <a:cubicBezTo>
                    <a:pt x="9740" y="25260"/>
                    <a:pt x="9838" y="25278"/>
                    <a:pt x="9935" y="25278"/>
                  </a:cubicBezTo>
                  <a:cubicBezTo>
                    <a:pt x="10245" y="25278"/>
                    <a:pt x="10538" y="25092"/>
                    <a:pt x="10660" y="24786"/>
                  </a:cubicBezTo>
                  <a:lnTo>
                    <a:pt x="11437" y="22845"/>
                  </a:lnTo>
                  <a:cubicBezTo>
                    <a:pt x="11871" y="22901"/>
                    <a:pt x="12308" y="22929"/>
                    <a:pt x="12745" y="22929"/>
                  </a:cubicBezTo>
                  <a:cubicBezTo>
                    <a:pt x="13264" y="22929"/>
                    <a:pt x="13784" y="22889"/>
                    <a:pt x="14299" y="22810"/>
                  </a:cubicBezTo>
                  <a:lnTo>
                    <a:pt x="15122" y="24732"/>
                  </a:lnTo>
                  <a:cubicBezTo>
                    <a:pt x="15248" y="25028"/>
                    <a:pt x="15536" y="25206"/>
                    <a:pt x="15839" y="25206"/>
                  </a:cubicBezTo>
                  <a:cubicBezTo>
                    <a:pt x="15943" y="25206"/>
                    <a:pt x="16047" y="25185"/>
                    <a:pt x="16148" y="25142"/>
                  </a:cubicBezTo>
                  <a:lnTo>
                    <a:pt x="19449" y="23728"/>
                  </a:lnTo>
                  <a:cubicBezTo>
                    <a:pt x="19846" y="23558"/>
                    <a:pt x="20030" y="23098"/>
                    <a:pt x="19860" y="22701"/>
                  </a:cubicBezTo>
                  <a:lnTo>
                    <a:pt x="19037" y="20780"/>
                  </a:lnTo>
                  <a:cubicBezTo>
                    <a:pt x="19794" y="20194"/>
                    <a:pt x="20467" y="19503"/>
                    <a:pt x="21034" y="18732"/>
                  </a:cubicBezTo>
                  <a:lnTo>
                    <a:pt x="22975" y="19508"/>
                  </a:lnTo>
                  <a:cubicBezTo>
                    <a:pt x="23070" y="19546"/>
                    <a:pt x="23168" y="19564"/>
                    <a:pt x="23265" y="19564"/>
                  </a:cubicBezTo>
                  <a:cubicBezTo>
                    <a:pt x="23576" y="19564"/>
                    <a:pt x="23869" y="19378"/>
                    <a:pt x="23992" y="19073"/>
                  </a:cubicBezTo>
                  <a:lnTo>
                    <a:pt x="25326" y="15737"/>
                  </a:lnTo>
                  <a:cubicBezTo>
                    <a:pt x="25486" y="15337"/>
                    <a:pt x="25290" y="14882"/>
                    <a:pt x="24890" y="14722"/>
                  </a:cubicBezTo>
                  <a:lnTo>
                    <a:pt x="22948" y="13945"/>
                  </a:lnTo>
                  <a:cubicBezTo>
                    <a:pt x="23071" y="12994"/>
                    <a:pt x="23060" y="12032"/>
                    <a:pt x="22914" y="11084"/>
                  </a:cubicBezTo>
                  <a:lnTo>
                    <a:pt x="24835" y="10261"/>
                  </a:lnTo>
                  <a:cubicBezTo>
                    <a:pt x="25231" y="10091"/>
                    <a:pt x="25415" y="9631"/>
                    <a:pt x="25245" y="9234"/>
                  </a:cubicBezTo>
                  <a:lnTo>
                    <a:pt x="23830" y="5934"/>
                  </a:lnTo>
                  <a:cubicBezTo>
                    <a:pt x="23703" y="5637"/>
                    <a:pt x="23414" y="5459"/>
                    <a:pt x="23111" y="5459"/>
                  </a:cubicBezTo>
                  <a:cubicBezTo>
                    <a:pt x="23008" y="5459"/>
                    <a:pt x="22904" y="5479"/>
                    <a:pt x="22803" y="5522"/>
                  </a:cubicBezTo>
                  <a:lnTo>
                    <a:pt x="20882" y="6347"/>
                  </a:lnTo>
                  <a:cubicBezTo>
                    <a:pt x="20297" y="5588"/>
                    <a:pt x="19607" y="4915"/>
                    <a:pt x="18835" y="4348"/>
                  </a:cubicBezTo>
                  <a:lnTo>
                    <a:pt x="19610" y="2408"/>
                  </a:lnTo>
                  <a:cubicBezTo>
                    <a:pt x="19770" y="2006"/>
                    <a:pt x="19577" y="1551"/>
                    <a:pt x="19175" y="1391"/>
                  </a:cubicBezTo>
                  <a:lnTo>
                    <a:pt x="15841" y="57"/>
                  </a:lnTo>
                  <a:cubicBezTo>
                    <a:pt x="15745" y="19"/>
                    <a:pt x="15647" y="1"/>
                    <a:pt x="1555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5" name="Google Shape;8873;p59">
              <a:extLst>
                <a:ext uri="{FF2B5EF4-FFF2-40B4-BE49-F238E27FC236}">
                  <a16:creationId xmlns:a16="http://schemas.microsoft.com/office/drawing/2014/main" id="{0D43BD17-9218-DBDE-EDC7-FD0BB4B1A1C3}"/>
                </a:ext>
              </a:extLst>
            </p:cNvPr>
            <p:cNvSpPr/>
            <p:nvPr/>
          </p:nvSpPr>
          <p:spPr>
            <a:xfrm>
              <a:off x="4557499" y="1656607"/>
              <a:ext cx="306674" cy="306648"/>
            </a:xfrm>
            <a:custGeom>
              <a:avLst/>
              <a:gdLst/>
              <a:ahLst/>
              <a:cxnLst/>
              <a:rect l="l" t="t" r="r" b="b"/>
              <a:pathLst>
                <a:path w="24034" h="24032" extrusionOk="0">
                  <a:moveTo>
                    <a:pt x="12017" y="4775"/>
                  </a:moveTo>
                  <a:cubicBezTo>
                    <a:pt x="16016" y="4775"/>
                    <a:pt x="19258" y="8018"/>
                    <a:pt x="19258" y="12017"/>
                  </a:cubicBezTo>
                  <a:cubicBezTo>
                    <a:pt x="19258" y="16015"/>
                    <a:pt x="16016" y="19256"/>
                    <a:pt x="12019" y="19256"/>
                  </a:cubicBezTo>
                  <a:lnTo>
                    <a:pt x="12017" y="19256"/>
                  </a:lnTo>
                  <a:cubicBezTo>
                    <a:pt x="8019" y="19256"/>
                    <a:pt x="4778" y="16015"/>
                    <a:pt x="4778" y="12017"/>
                  </a:cubicBezTo>
                  <a:cubicBezTo>
                    <a:pt x="4778" y="8018"/>
                    <a:pt x="8019" y="4775"/>
                    <a:pt x="12017" y="4775"/>
                  </a:cubicBezTo>
                  <a:close/>
                  <a:moveTo>
                    <a:pt x="10336" y="0"/>
                  </a:moveTo>
                  <a:cubicBezTo>
                    <a:pt x="9932" y="0"/>
                    <a:pt x="9604" y="327"/>
                    <a:pt x="9604" y="732"/>
                  </a:cubicBezTo>
                  <a:lnTo>
                    <a:pt x="9604" y="2689"/>
                  </a:lnTo>
                  <a:cubicBezTo>
                    <a:pt x="8734" y="2913"/>
                    <a:pt x="7902" y="3259"/>
                    <a:pt x="7128" y="3714"/>
                  </a:cubicBezTo>
                  <a:lnTo>
                    <a:pt x="5745" y="2330"/>
                  </a:lnTo>
                  <a:cubicBezTo>
                    <a:pt x="5602" y="2187"/>
                    <a:pt x="5415" y="2115"/>
                    <a:pt x="5228" y="2115"/>
                  </a:cubicBezTo>
                  <a:cubicBezTo>
                    <a:pt x="5040" y="2115"/>
                    <a:pt x="4853" y="2187"/>
                    <a:pt x="4710" y="2330"/>
                  </a:cubicBezTo>
                  <a:lnTo>
                    <a:pt x="2332" y="4708"/>
                  </a:lnTo>
                  <a:cubicBezTo>
                    <a:pt x="2046" y="4995"/>
                    <a:pt x="2046" y="5457"/>
                    <a:pt x="2332" y="5744"/>
                  </a:cubicBezTo>
                  <a:lnTo>
                    <a:pt x="3716" y="7128"/>
                  </a:lnTo>
                  <a:cubicBezTo>
                    <a:pt x="3260" y="7900"/>
                    <a:pt x="2915" y="8734"/>
                    <a:pt x="2691" y="9602"/>
                  </a:cubicBezTo>
                  <a:lnTo>
                    <a:pt x="734" y="9602"/>
                  </a:lnTo>
                  <a:cubicBezTo>
                    <a:pt x="329" y="9602"/>
                    <a:pt x="1" y="9930"/>
                    <a:pt x="1" y="10335"/>
                  </a:cubicBezTo>
                  <a:lnTo>
                    <a:pt x="1" y="13698"/>
                  </a:lnTo>
                  <a:cubicBezTo>
                    <a:pt x="1" y="14101"/>
                    <a:pt x="329" y="14430"/>
                    <a:pt x="734" y="14430"/>
                  </a:cubicBezTo>
                  <a:lnTo>
                    <a:pt x="2691" y="14430"/>
                  </a:lnTo>
                  <a:cubicBezTo>
                    <a:pt x="2915" y="15298"/>
                    <a:pt x="3260" y="16132"/>
                    <a:pt x="3716" y="16904"/>
                  </a:cubicBezTo>
                  <a:lnTo>
                    <a:pt x="2332" y="18289"/>
                  </a:lnTo>
                  <a:cubicBezTo>
                    <a:pt x="2046" y="18574"/>
                    <a:pt x="2046" y="19038"/>
                    <a:pt x="2332" y="19323"/>
                  </a:cubicBezTo>
                  <a:lnTo>
                    <a:pt x="4710" y="21701"/>
                  </a:lnTo>
                  <a:cubicBezTo>
                    <a:pt x="4853" y="21845"/>
                    <a:pt x="5040" y="21916"/>
                    <a:pt x="5228" y="21916"/>
                  </a:cubicBezTo>
                  <a:cubicBezTo>
                    <a:pt x="5415" y="21916"/>
                    <a:pt x="5602" y="21845"/>
                    <a:pt x="5745" y="21701"/>
                  </a:cubicBezTo>
                  <a:lnTo>
                    <a:pt x="7128" y="20318"/>
                  </a:lnTo>
                  <a:cubicBezTo>
                    <a:pt x="7902" y="20774"/>
                    <a:pt x="8736" y="21118"/>
                    <a:pt x="9604" y="21343"/>
                  </a:cubicBezTo>
                  <a:lnTo>
                    <a:pt x="9604" y="23299"/>
                  </a:lnTo>
                  <a:cubicBezTo>
                    <a:pt x="9604" y="23705"/>
                    <a:pt x="9932" y="24031"/>
                    <a:pt x="10336" y="24031"/>
                  </a:cubicBezTo>
                  <a:lnTo>
                    <a:pt x="13699" y="24031"/>
                  </a:lnTo>
                  <a:cubicBezTo>
                    <a:pt x="14104" y="24031"/>
                    <a:pt x="14432" y="23705"/>
                    <a:pt x="14432" y="23299"/>
                  </a:cubicBezTo>
                  <a:lnTo>
                    <a:pt x="14432" y="21343"/>
                  </a:lnTo>
                  <a:cubicBezTo>
                    <a:pt x="15300" y="21118"/>
                    <a:pt x="16134" y="20773"/>
                    <a:pt x="16906" y="20318"/>
                  </a:cubicBezTo>
                  <a:lnTo>
                    <a:pt x="18290" y="21701"/>
                  </a:lnTo>
                  <a:cubicBezTo>
                    <a:pt x="18433" y="21844"/>
                    <a:pt x="18620" y="21915"/>
                    <a:pt x="18808" y="21915"/>
                  </a:cubicBezTo>
                  <a:cubicBezTo>
                    <a:pt x="18995" y="21915"/>
                    <a:pt x="19182" y="21844"/>
                    <a:pt x="19326" y="21701"/>
                  </a:cubicBezTo>
                  <a:lnTo>
                    <a:pt x="21704" y="19323"/>
                  </a:lnTo>
                  <a:cubicBezTo>
                    <a:pt x="21989" y="19037"/>
                    <a:pt x="21989" y="18574"/>
                    <a:pt x="21704" y="18287"/>
                  </a:cubicBezTo>
                  <a:lnTo>
                    <a:pt x="20320" y="16904"/>
                  </a:lnTo>
                  <a:cubicBezTo>
                    <a:pt x="20775" y="16130"/>
                    <a:pt x="21121" y="15298"/>
                    <a:pt x="21345" y="14430"/>
                  </a:cubicBezTo>
                  <a:lnTo>
                    <a:pt x="23302" y="14430"/>
                  </a:lnTo>
                  <a:cubicBezTo>
                    <a:pt x="23705" y="14430"/>
                    <a:pt x="24034" y="14101"/>
                    <a:pt x="24034" y="13696"/>
                  </a:cubicBezTo>
                  <a:lnTo>
                    <a:pt x="24034" y="10334"/>
                  </a:lnTo>
                  <a:cubicBezTo>
                    <a:pt x="24034" y="9930"/>
                    <a:pt x="23705" y="9602"/>
                    <a:pt x="23302" y="9602"/>
                  </a:cubicBezTo>
                  <a:lnTo>
                    <a:pt x="21343" y="9602"/>
                  </a:lnTo>
                  <a:cubicBezTo>
                    <a:pt x="21121" y="8734"/>
                    <a:pt x="20775" y="7900"/>
                    <a:pt x="20320" y="7128"/>
                  </a:cubicBezTo>
                  <a:lnTo>
                    <a:pt x="21704" y="5744"/>
                  </a:lnTo>
                  <a:cubicBezTo>
                    <a:pt x="21989" y="5457"/>
                    <a:pt x="21989" y="4995"/>
                    <a:pt x="21704" y="4708"/>
                  </a:cubicBezTo>
                  <a:lnTo>
                    <a:pt x="19326" y="2330"/>
                  </a:lnTo>
                  <a:cubicBezTo>
                    <a:pt x="19182" y="2187"/>
                    <a:pt x="18995" y="2115"/>
                    <a:pt x="18808" y="2115"/>
                  </a:cubicBezTo>
                  <a:cubicBezTo>
                    <a:pt x="18620" y="2115"/>
                    <a:pt x="18433" y="2187"/>
                    <a:pt x="18290" y="2330"/>
                  </a:cubicBezTo>
                  <a:lnTo>
                    <a:pt x="16906" y="3714"/>
                  </a:lnTo>
                  <a:cubicBezTo>
                    <a:pt x="16133" y="3259"/>
                    <a:pt x="15300" y="2913"/>
                    <a:pt x="14430" y="2689"/>
                  </a:cubicBezTo>
                  <a:lnTo>
                    <a:pt x="14430" y="732"/>
                  </a:lnTo>
                  <a:cubicBezTo>
                    <a:pt x="14430" y="327"/>
                    <a:pt x="14104" y="0"/>
                    <a:pt x="13699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6" name="Google Shape;8874;p59">
              <a:extLst>
                <a:ext uri="{FF2B5EF4-FFF2-40B4-BE49-F238E27FC236}">
                  <a16:creationId xmlns:a16="http://schemas.microsoft.com/office/drawing/2014/main" id="{3C833D7A-8EB1-B1EF-6A3A-2A6336C41777}"/>
                </a:ext>
              </a:extLst>
            </p:cNvPr>
            <p:cNvSpPr/>
            <p:nvPr/>
          </p:nvSpPr>
          <p:spPr>
            <a:xfrm>
              <a:off x="4251067" y="1523035"/>
              <a:ext cx="327536" cy="325023"/>
            </a:xfrm>
            <a:custGeom>
              <a:avLst/>
              <a:gdLst/>
              <a:ahLst/>
              <a:cxnLst/>
              <a:rect l="l" t="t" r="r" b="b"/>
              <a:pathLst>
                <a:path w="25669" h="25472" extrusionOk="0">
                  <a:moveTo>
                    <a:pt x="12840" y="5002"/>
                  </a:moveTo>
                  <a:cubicBezTo>
                    <a:pt x="13949" y="5002"/>
                    <a:pt x="15075" y="5242"/>
                    <a:pt x="16144" y="5747"/>
                  </a:cubicBezTo>
                  <a:cubicBezTo>
                    <a:pt x="20003" y="7575"/>
                    <a:pt x="21651" y="12185"/>
                    <a:pt x="19822" y="16044"/>
                  </a:cubicBezTo>
                  <a:cubicBezTo>
                    <a:pt x="18501" y="18836"/>
                    <a:pt x="15726" y="20470"/>
                    <a:pt x="12830" y="20470"/>
                  </a:cubicBezTo>
                  <a:cubicBezTo>
                    <a:pt x="11721" y="20470"/>
                    <a:pt x="10595" y="20230"/>
                    <a:pt x="9525" y="19724"/>
                  </a:cubicBezTo>
                  <a:cubicBezTo>
                    <a:pt x="5666" y="17897"/>
                    <a:pt x="4018" y="13286"/>
                    <a:pt x="5845" y="9427"/>
                  </a:cubicBezTo>
                  <a:cubicBezTo>
                    <a:pt x="7167" y="6636"/>
                    <a:pt x="9944" y="5002"/>
                    <a:pt x="12840" y="5002"/>
                  </a:cubicBezTo>
                  <a:close/>
                  <a:moveTo>
                    <a:pt x="10471" y="1"/>
                  </a:moveTo>
                  <a:cubicBezTo>
                    <a:pt x="10383" y="1"/>
                    <a:pt x="10294" y="16"/>
                    <a:pt x="10208" y="47"/>
                  </a:cubicBezTo>
                  <a:lnTo>
                    <a:pt x="6824" y="1256"/>
                  </a:lnTo>
                  <a:cubicBezTo>
                    <a:pt x="6417" y="1401"/>
                    <a:pt x="6206" y="1848"/>
                    <a:pt x="6351" y="2255"/>
                  </a:cubicBezTo>
                  <a:lnTo>
                    <a:pt x="7054" y="4223"/>
                  </a:lnTo>
                  <a:cubicBezTo>
                    <a:pt x="6262" y="4761"/>
                    <a:pt x="5548" y="5408"/>
                    <a:pt x="4934" y="6145"/>
                  </a:cubicBezTo>
                  <a:lnTo>
                    <a:pt x="3045" y="5249"/>
                  </a:lnTo>
                  <a:cubicBezTo>
                    <a:pt x="2937" y="5199"/>
                    <a:pt x="2823" y="5174"/>
                    <a:pt x="2711" y="5174"/>
                  </a:cubicBezTo>
                  <a:cubicBezTo>
                    <a:pt x="2418" y="5174"/>
                    <a:pt x="2137" y="5340"/>
                    <a:pt x="2004" y="5623"/>
                  </a:cubicBezTo>
                  <a:lnTo>
                    <a:pt x="467" y="8868"/>
                  </a:lnTo>
                  <a:cubicBezTo>
                    <a:pt x="282" y="9259"/>
                    <a:pt x="449" y="9725"/>
                    <a:pt x="840" y="9909"/>
                  </a:cubicBezTo>
                  <a:lnTo>
                    <a:pt x="2729" y="10804"/>
                  </a:lnTo>
                  <a:cubicBezTo>
                    <a:pt x="2548" y="11744"/>
                    <a:pt x="2500" y="12707"/>
                    <a:pt x="2587" y="13661"/>
                  </a:cubicBezTo>
                  <a:lnTo>
                    <a:pt x="619" y="14364"/>
                  </a:lnTo>
                  <a:cubicBezTo>
                    <a:pt x="212" y="14510"/>
                    <a:pt x="1" y="14957"/>
                    <a:pt x="145" y="15363"/>
                  </a:cubicBezTo>
                  <a:lnTo>
                    <a:pt x="1354" y="18747"/>
                  </a:lnTo>
                  <a:cubicBezTo>
                    <a:pt x="1467" y="19067"/>
                    <a:pt x="1768" y="19265"/>
                    <a:pt x="2089" y="19265"/>
                  </a:cubicBezTo>
                  <a:cubicBezTo>
                    <a:pt x="2177" y="19265"/>
                    <a:pt x="2266" y="19251"/>
                    <a:pt x="2353" y="19219"/>
                  </a:cubicBezTo>
                  <a:lnTo>
                    <a:pt x="4321" y="18516"/>
                  </a:lnTo>
                  <a:cubicBezTo>
                    <a:pt x="4859" y="19309"/>
                    <a:pt x="5506" y="20023"/>
                    <a:pt x="6243" y="20637"/>
                  </a:cubicBezTo>
                  <a:lnTo>
                    <a:pt x="5347" y="22526"/>
                  </a:lnTo>
                  <a:cubicBezTo>
                    <a:pt x="5163" y="22917"/>
                    <a:pt x="5330" y="23383"/>
                    <a:pt x="5721" y="23567"/>
                  </a:cubicBezTo>
                  <a:lnTo>
                    <a:pt x="8966" y="25104"/>
                  </a:lnTo>
                  <a:cubicBezTo>
                    <a:pt x="9074" y="25155"/>
                    <a:pt x="9188" y="25179"/>
                    <a:pt x="9300" y="25179"/>
                  </a:cubicBezTo>
                  <a:cubicBezTo>
                    <a:pt x="9593" y="25179"/>
                    <a:pt x="9874" y="25014"/>
                    <a:pt x="10007" y="24731"/>
                  </a:cubicBezTo>
                  <a:lnTo>
                    <a:pt x="10902" y="22842"/>
                  </a:lnTo>
                  <a:cubicBezTo>
                    <a:pt x="11540" y="22964"/>
                    <a:pt x="12187" y="23026"/>
                    <a:pt x="12836" y="23026"/>
                  </a:cubicBezTo>
                  <a:cubicBezTo>
                    <a:pt x="13144" y="23026"/>
                    <a:pt x="13452" y="23012"/>
                    <a:pt x="13759" y="22984"/>
                  </a:cubicBezTo>
                  <a:lnTo>
                    <a:pt x="14462" y="24952"/>
                  </a:lnTo>
                  <a:cubicBezTo>
                    <a:pt x="14577" y="25272"/>
                    <a:pt x="14878" y="25471"/>
                    <a:pt x="15200" y="25471"/>
                  </a:cubicBezTo>
                  <a:cubicBezTo>
                    <a:pt x="15286" y="25471"/>
                    <a:pt x="15375" y="25457"/>
                    <a:pt x="15461" y="25426"/>
                  </a:cubicBezTo>
                  <a:lnTo>
                    <a:pt x="18845" y="24217"/>
                  </a:lnTo>
                  <a:cubicBezTo>
                    <a:pt x="19252" y="24071"/>
                    <a:pt x="19463" y="23625"/>
                    <a:pt x="19318" y="23218"/>
                  </a:cubicBezTo>
                  <a:lnTo>
                    <a:pt x="18615" y="21250"/>
                  </a:lnTo>
                  <a:cubicBezTo>
                    <a:pt x="19407" y="20712"/>
                    <a:pt x="20121" y="20065"/>
                    <a:pt x="20735" y="19328"/>
                  </a:cubicBezTo>
                  <a:lnTo>
                    <a:pt x="22624" y="20223"/>
                  </a:lnTo>
                  <a:cubicBezTo>
                    <a:pt x="22732" y="20274"/>
                    <a:pt x="22846" y="20298"/>
                    <a:pt x="22958" y="20298"/>
                  </a:cubicBezTo>
                  <a:cubicBezTo>
                    <a:pt x="23251" y="20298"/>
                    <a:pt x="23532" y="20133"/>
                    <a:pt x="23665" y="19850"/>
                  </a:cubicBezTo>
                  <a:lnTo>
                    <a:pt x="25202" y="16604"/>
                  </a:lnTo>
                  <a:cubicBezTo>
                    <a:pt x="25387" y="16214"/>
                    <a:pt x="25220" y="15748"/>
                    <a:pt x="24829" y="15564"/>
                  </a:cubicBezTo>
                  <a:lnTo>
                    <a:pt x="22940" y="14668"/>
                  </a:lnTo>
                  <a:cubicBezTo>
                    <a:pt x="23121" y="13727"/>
                    <a:pt x="23169" y="12766"/>
                    <a:pt x="23082" y="11812"/>
                  </a:cubicBezTo>
                  <a:lnTo>
                    <a:pt x="25050" y="11107"/>
                  </a:lnTo>
                  <a:cubicBezTo>
                    <a:pt x="25457" y="10963"/>
                    <a:pt x="25668" y="10515"/>
                    <a:pt x="25523" y="10108"/>
                  </a:cubicBezTo>
                  <a:lnTo>
                    <a:pt x="24315" y="6726"/>
                  </a:lnTo>
                  <a:cubicBezTo>
                    <a:pt x="24201" y="6406"/>
                    <a:pt x="23898" y="6207"/>
                    <a:pt x="23577" y="6207"/>
                  </a:cubicBezTo>
                  <a:cubicBezTo>
                    <a:pt x="23491" y="6207"/>
                    <a:pt x="23402" y="6221"/>
                    <a:pt x="23316" y="6252"/>
                  </a:cubicBezTo>
                  <a:lnTo>
                    <a:pt x="21348" y="6956"/>
                  </a:lnTo>
                  <a:cubicBezTo>
                    <a:pt x="20810" y="6162"/>
                    <a:pt x="20163" y="5450"/>
                    <a:pt x="19426" y="4836"/>
                  </a:cubicBezTo>
                  <a:lnTo>
                    <a:pt x="20320" y="2947"/>
                  </a:lnTo>
                  <a:cubicBezTo>
                    <a:pt x="20506" y="2556"/>
                    <a:pt x="20339" y="2090"/>
                    <a:pt x="19948" y="1906"/>
                  </a:cubicBezTo>
                  <a:lnTo>
                    <a:pt x="16703" y="369"/>
                  </a:lnTo>
                  <a:cubicBezTo>
                    <a:pt x="16595" y="318"/>
                    <a:pt x="16481" y="294"/>
                    <a:pt x="16369" y="294"/>
                  </a:cubicBezTo>
                  <a:cubicBezTo>
                    <a:pt x="16076" y="294"/>
                    <a:pt x="15795" y="459"/>
                    <a:pt x="15662" y="742"/>
                  </a:cubicBezTo>
                  <a:lnTo>
                    <a:pt x="14767" y="2631"/>
                  </a:lnTo>
                  <a:cubicBezTo>
                    <a:pt x="14130" y="2508"/>
                    <a:pt x="13485" y="2447"/>
                    <a:pt x="12839" y="2447"/>
                  </a:cubicBezTo>
                  <a:cubicBezTo>
                    <a:pt x="12529" y="2447"/>
                    <a:pt x="12219" y="2461"/>
                    <a:pt x="11910" y="2489"/>
                  </a:cubicBezTo>
                  <a:lnTo>
                    <a:pt x="11207" y="521"/>
                  </a:lnTo>
                  <a:cubicBezTo>
                    <a:pt x="11092" y="200"/>
                    <a:pt x="10791" y="1"/>
                    <a:pt x="10471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E3E9E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7" name="Google Shape;8875;p59">
              <a:extLst>
                <a:ext uri="{FF2B5EF4-FFF2-40B4-BE49-F238E27FC236}">
                  <a16:creationId xmlns:a16="http://schemas.microsoft.com/office/drawing/2014/main" id="{D19E3567-A08C-26B7-4B74-5C9D3083EFF0}"/>
                </a:ext>
              </a:extLst>
            </p:cNvPr>
            <p:cNvSpPr/>
            <p:nvPr/>
          </p:nvSpPr>
          <p:spPr>
            <a:xfrm>
              <a:off x="4277366" y="1220917"/>
              <a:ext cx="292242" cy="292217"/>
            </a:xfrm>
            <a:custGeom>
              <a:avLst/>
              <a:gdLst/>
              <a:ahLst/>
              <a:cxnLst/>
              <a:rect l="l" t="t" r="r" b="b"/>
              <a:pathLst>
                <a:path w="22903" h="22901" extrusionOk="0">
                  <a:moveTo>
                    <a:pt x="11452" y="4551"/>
                  </a:moveTo>
                  <a:cubicBezTo>
                    <a:pt x="15263" y="4551"/>
                    <a:pt x="18352" y="7640"/>
                    <a:pt x="18352" y="11451"/>
                  </a:cubicBezTo>
                  <a:cubicBezTo>
                    <a:pt x="18352" y="15262"/>
                    <a:pt x="15263" y="18350"/>
                    <a:pt x="11452" y="18350"/>
                  </a:cubicBezTo>
                  <a:lnTo>
                    <a:pt x="11452" y="18351"/>
                  </a:lnTo>
                  <a:cubicBezTo>
                    <a:pt x="7640" y="18351"/>
                    <a:pt x="4552" y="15262"/>
                    <a:pt x="4552" y="11451"/>
                  </a:cubicBezTo>
                  <a:cubicBezTo>
                    <a:pt x="4552" y="7640"/>
                    <a:pt x="7640" y="4551"/>
                    <a:pt x="11452" y="4551"/>
                  </a:cubicBezTo>
                  <a:close/>
                  <a:moveTo>
                    <a:pt x="9850" y="0"/>
                  </a:moveTo>
                  <a:cubicBezTo>
                    <a:pt x="9464" y="0"/>
                    <a:pt x="9152" y="312"/>
                    <a:pt x="9152" y="698"/>
                  </a:cubicBezTo>
                  <a:lnTo>
                    <a:pt x="9152" y="2564"/>
                  </a:lnTo>
                  <a:cubicBezTo>
                    <a:pt x="8324" y="2777"/>
                    <a:pt x="7530" y="3105"/>
                    <a:pt x="6793" y="3539"/>
                  </a:cubicBezTo>
                  <a:lnTo>
                    <a:pt x="5474" y="2221"/>
                  </a:lnTo>
                  <a:cubicBezTo>
                    <a:pt x="5338" y="2085"/>
                    <a:pt x="5159" y="2017"/>
                    <a:pt x="4981" y="2017"/>
                  </a:cubicBezTo>
                  <a:cubicBezTo>
                    <a:pt x="4802" y="2017"/>
                    <a:pt x="4624" y="2085"/>
                    <a:pt x="4487" y="2221"/>
                  </a:cubicBezTo>
                  <a:lnTo>
                    <a:pt x="2222" y="4487"/>
                  </a:lnTo>
                  <a:cubicBezTo>
                    <a:pt x="1949" y="4759"/>
                    <a:pt x="1949" y="5201"/>
                    <a:pt x="2222" y="5473"/>
                  </a:cubicBezTo>
                  <a:lnTo>
                    <a:pt x="3541" y="6791"/>
                  </a:lnTo>
                  <a:cubicBezTo>
                    <a:pt x="3107" y="7528"/>
                    <a:pt x="2777" y="8322"/>
                    <a:pt x="2564" y="9150"/>
                  </a:cubicBezTo>
                  <a:lnTo>
                    <a:pt x="699" y="9150"/>
                  </a:lnTo>
                  <a:cubicBezTo>
                    <a:pt x="313" y="9150"/>
                    <a:pt x="1" y="9462"/>
                    <a:pt x="1" y="9848"/>
                  </a:cubicBezTo>
                  <a:lnTo>
                    <a:pt x="1" y="13053"/>
                  </a:lnTo>
                  <a:cubicBezTo>
                    <a:pt x="1" y="13438"/>
                    <a:pt x="313" y="13751"/>
                    <a:pt x="699" y="13751"/>
                  </a:cubicBezTo>
                  <a:lnTo>
                    <a:pt x="2564" y="13751"/>
                  </a:lnTo>
                  <a:cubicBezTo>
                    <a:pt x="2777" y="14579"/>
                    <a:pt x="3106" y="15373"/>
                    <a:pt x="3541" y="16109"/>
                  </a:cubicBezTo>
                  <a:lnTo>
                    <a:pt x="2222" y="17427"/>
                  </a:lnTo>
                  <a:cubicBezTo>
                    <a:pt x="1949" y="17701"/>
                    <a:pt x="1949" y="18142"/>
                    <a:pt x="2222" y="18415"/>
                  </a:cubicBezTo>
                  <a:lnTo>
                    <a:pt x="4487" y="20681"/>
                  </a:lnTo>
                  <a:cubicBezTo>
                    <a:pt x="4624" y="20817"/>
                    <a:pt x="4802" y="20885"/>
                    <a:pt x="4981" y="20885"/>
                  </a:cubicBezTo>
                  <a:cubicBezTo>
                    <a:pt x="5159" y="20885"/>
                    <a:pt x="5338" y="20817"/>
                    <a:pt x="5474" y="20681"/>
                  </a:cubicBezTo>
                  <a:lnTo>
                    <a:pt x="6793" y="19362"/>
                  </a:lnTo>
                  <a:cubicBezTo>
                    <a:pt x="7530" y="19796"/>
                    <a:pt x="8324" y="20124"/>
                    <a:pt x="9152" y="20339"/>
                  </a:cubicBezTo>
                  <a:lnTo>
                    <a:pt x="9152" y="22204"/>
                  </a:lnTo>
                  <a:cubicBezTo>
                    <a:pt x="9152" y="22588"/>
                    <a:pt x="9464" y="22901"/>
                    <a:pt x="9850" y="22901"/>
                  </a:cubicBezTo>
                  <a:lnTo>
                    <a:pt x="13055" y="22901"/>
                  </a:lnTo>
                  <a:cubicBezTo>
                    <a:pt x="13439" y="22901"/>
                    <a:pt x="13751" y="22588"/>
                    <a:pt x="13751" y="22204"/>
                  </a:cubicBezTo>
                  <a:lnTo>
                    <a:pt x="13751" y="20339"/>
                  </a:lnTo>
                  <a:cubicBezTo>
                    <a:pt x="14581" y="20124"/>
                    <a:pt x="15373" y="19796"/>
                    <a:pt x="16110" y="19362"/>
                  </a:cubicBezTo>
                  <a:lnTo>
                    <a:pt x="17429" y="20680"/>
                  </a:lnTo>
                  <a:cubicBezTo>
                    <a:pt x="17566" y="20816"/>
                    <a:pt x="17744" y="20884"/>
                    <a:pt x="17923" y="20884"/>
                  </a:cubicBezTo>
                  <a:cubicBezTo>
                    <a:pt x="18101" y="20884"/>
                    <a:pt x="18280" y="20816"/>
                    <a:pt x="18416" y="20680"/>
                  </a:cubicBezTo>
                  <a:lnTo>
                    <a:pt x="20682" y="18414"/>
                  </a:lnTo>
                  <a:cubicBezTo>
                    <a:pt x="20954" y="18142"/>
                    <a:pt x="20954" y="17700"/>
                    <a:pt x="20682" y="17427"/>
                  </a:cubicBezTo>
                  <a:lnTo>
                    <a:pt x="19364" y="16109"/>
                  </a:lnTo>
                  <a:cubicBezTo>
                    <a:pt x="19798" y="15373"/>
                    <a:pt x="20126" y="14579"/>
                    <a:pt x="20339" y="13751"/>
                  </a:cubicBezTo>
                  <a:lnTo>
                    <a:pt x="22205" y="13751"/>
                  </a:lnTo>
                  <a:cubicBezTo>
                    <a:pt x="22591" y="13751"/>
                    <a:pt x="22903" y="13438"/>
                    <a:pt x="22903" y="13053"/>
                  </a:cubicBezTo>
                  <a:lnTo>
                    <a:pt x="22903" y="9850"/>
                  </a:lnTo>
                  <a:cubicBezTo>
                    <a:pt x="22903" y="9465"/>
                    <a:pt x="22592" y="9152"/>
                    <a:pt x="22208" y="9152"/>
                  </a:cubicBezTo>
                  <a:cubicBezTo>
                    <a:pt x="22207" y="9152"/>
                    <a:pt x="22206" y="9152"/>
                    <a:pt x="22205" y="9152"/>
                  </a:cubicBezTo>
                  <a:lnTo>
                    <a:pt x="20339" y="9152"/>
                  </a:lnTo>
                  <a:cubicBezTo>
                    <a:pt x="20126" y="8322"/>
                    <a:pt x="19798" y="7530"/>
                    <a:pt x="19364" y="6793"/>
                  </a:cubicBezTo>
                  <a:lnTo>
                    <a:pt x="20682" y="5473"/>
                  </a:lnTo>
                  <a:cubicBezTo>
                    <a:pt x="20954" y="5201"/>
                    <a:pt x="20954" y="4759"/>
                    <a:pt x="20682" y="4487"/>
                  </a:cubicBezTo>
                  <a:lnTo>
                    <a:pt x="18416" y="2221"/>
                  </a:lnTo>
                  <a:cubicBezTo>
                    <a:pt x="18280" y="2085"/>
                    <a:pt x="18101" y="2017"/>
                    <a:pt x="17923" y="2017"/>
                  </a:cubicBezTo>
                  <a:cubicBezTo>
                    <a:pt x="17744" y="2017"/>
                    <a:pt x="17566" y="2085"/>
                    <a:pt x="17429" y="2221"/>
                  </a:cubicBezTo>
                  <a:lnTo>
                    <a:pt x="16110" y="3541"/>
                  </a:lnTo>
                  <a:cubicBezTo>
                    <a:pt x="15373" y="3105"/>
                    <a:pt x="14581" y="2777"/>
                    <a:pt x="13751" y="2564"/>
                  </a:cubicBezTo>
                  <a:lnTo>
                    <a:pt x="13751" y="698"/>
                  </a:lnTo>
                  <a:cubicBezTo>
                    <a:pt x="13751" y="312"/>
                    <a:pt x="13439" y="0"/>
                    <a:pt x="13055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28" name="Google Shape;8876;p59">
              <a:extLst>
                <a:ext uri="{FF2B5EF4-FFF2-40B4-BE49-F238E27FC236}">
                  <a16:creationId xmlns:a16="http://schemas.microsoft.com/office/drawing/2014/main" id="{BAF6EEAD-4958-AD3A-ED0C-F220682EDA85}"/>
                </a:ext>
              </a:extLst>
            </p:cNvPr>
            <p:cNvGrpSpPr/>
            <p:nvPr/>
          </p:nvGrpSpPr>
          <p:grpSpPr>
            <a:xfrm>
              <a:off x="4644280" y="1290523"/>
              <a:ext cx="143716" cy="29463"/>
              <a:chOff x="4644280" y="1290523"/>
              <a:chExt cx="143716" cy="29463"/>
            </a:xfrm>
          </p:grpSpPr>
          <p:sp>
            <p:nvSpPr>
              <p:cNvPr id="1758" name="Google Shape;8877;p59">
                <a:extLst>
                  <a:ext uri="{FF2B5EF4-FFF2-40B4-BE49-F238E27FC236}">
                    <a16:creationId xmlns:a16="http://schemas.microsoft.com/office/drawing/2014/main" id="{6FA0DC60-6C06-420F-FAC5-77114DB96DA5}"/>
                  </a:ext>
                </a:extLst>
              </p:cNvPr>
              <p:cNvSpPr/>
              <p:nvPr/>
            </p:nvSpPr>
            <p:spPr>
              <a:xfrm>
                <a:off x="4736292" y="1294223"/>
                <a:ext cx="51704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19" extrusionOk="0">
                    <a:moveTo>
                      <a:pt x="273" y="0"/>
                    </a:moveTo>
                    <a:cubicBezTo>
                      <a:pt x="158" y="0"/>
                      <a:pt x="53" y="81"/>
                      <a:pt x="29" y="199"/>
                    </a:cubicBezTo>
                    <a:cubicBezTo>
                      <a:pt x="0" y="339"/>
                      <a:pt x="87" y="475"/>
                      <a:pt x="225" y="507"/>
                    </a:cubicBezTo>
                    <a:cubicBezTo>
                      <a:pt x="1077" y="720"/>
                      <a:pt x="1895" y="1048"/>
                      <a:pt x="2655" y="1487"/>
                    </a:cubicBezTo>
                    <a:lnTo>
                      <a:pt x="2505" y="1740"/>
                    </a:lnTo>
                    <a:cubicBezTo>
                      <a:pt x="2459" y="1818"/>
                      <a:pt x="2511" y="1919"/>
                      <a:pt x="2603" y="1925"/>
                    </a:cubicBezTo>
                    <a:lnTo>
                      <a:pt x="3885" y="2018"/>
                    </a:lnTo>
                    <a:cubicBezTo>
                      <a:pt x="3889" y="2019"/>
                      <a:pt x="3892" y="2019"/>
                      <a:pt x="3896" y="2019"/>
                    </a:cubicBezTo>
                    <a:cubicBezTo>
                      <a:pt x="3991" y="2019"/>
                      <a:pt x="4052" y="1911"/>
                      <a:pt x="3999" y="1829"/>
                    </a:cubicBezTo>
                    <a:lnTo>
                      <a:pt x="3302" y="747"/>
                    </a:lnTo>
                    <a:cubicBezTo>
                      <a:pt x="3278" y="709"/>
                      <a:pt x="3238" y="690"/>
                      <a:pt x="3198" y="690"/>
                    </a:cubicBezTo>
                    <a:cubicBezTo>
                      <a:pt x="3157" y="690"/>
                      <a:pt x="3116" y="710"/>
                      <a:pt x="3093" y="750"/>
                    </a:cubicBezTo>
                    <a:lnTo>
                      <a:pt x="2917" y="1048"/>
                    </a:lnTo>
                    <a:cubicBezTo>
                      <a:pt x="2108" y="582"/>
                      <a:pt x="1237" y="231"/>
                      <a:pt x="330" y="7"/>
                    </a:cubicBezTo>
                    <a:cubicBezTo>
                      <a:pt x="311" y="3"/>
                      <a:pt x="292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8878;p59">
                <a:extLst>
                  <a:ext uri="{FF2B5EF4-FFF2-40B4-BE49-F238E27FC236}">
                    <a16:creationId xmlns:a16="http://schemas.microsoft.com/office/drawing/2014/main" id="{C32FE687-A1C5-06F6-4368-58F573B58617}"/>
                  </a:ext>
                </a:extLst>
              </p:cNvPr>
              <p:cNvSpPr/>
              <p:nvPr/>
            </p:nvSpPr>
            <p:spPr>
              <a:xfrm>
                <a:off x="4700066" y="1290523"/>
                <a:ext cx="32206" cy="7988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6" extrusionOk="0">
                    <a:moveTo>
                      <a:pt x="787" y="1"/>
                    </a:moveTo>
                    <a:cubicBezTo>
                      <a:pt x="606" y="1"/>
                      <a:pt x="423" y="7"/>
                      <a:pt x="242" y="18"/>
                    </a:cubicBezTo>
                    <a:cubicBezTo>
                      <a:pt x="104" y="31"/>
                      <a:pt x="0" y="151"/>
                      <a:pt x="10" y="291"/>
                    </a:cubicBezTo>
                    <a:cubicBezTo>
                      <a:pt x="21" y="425"/>
                      <a:pt x="131" y="526"/>
                      <a:pt x="264" y="526"/>
                    </a:cubicBezTo>
                    <a:cubicBezTo>
                      <a:pt x="269" y="526"/>
                      <a:pt x="274" y="526"/>
                      <a:pt x="279" y="526"/>
                    </a:cubicBezTo>
                    <a:cubicBezTo>
                      <a:pt x="447" y="516"/>
                      <a:pt x="617" y="510"/>
                      <a:pt x="787" y="510"/>
                    </a:cubicBezTo>
                    <a:cubicBezTo>
                      <a:pt x="1261" y="512"/>
                      <a:pt x="1735" y="548"/>
                      <a:pt x="2204" y="622"/>
                    </a:cubicBezTo>
                    <a:cubicBezTo>
                      <a:pt x="2218" y="624"/>
                      <a:pt x="2232" y="626"/>
                      <a:pt x="2246" y="626"/>
                    </a:cubicBezTo>
                    <a:cubicBezTo>
                      <a:pt x="2364" y="626"/>
                      <a:pt x="2469" y="542"/>
                      <a:pt x="2495" y="422"/>
                    </a:cubicBezTo>
                    <a:cubicBezTo>
                      <a:pt x="2524" y="281"/>
                      <a:pt x="2430" y="145"/>
                      <a:pt x="2289" y="121"/>
                    </a:cubicBezTo>
                    <a:cubicBezTo>
                      <a:pt x="1792" y="41"/>
                      <a:pt x="1289" y="1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8879;p59">
                <a:extLst>
                  <a:ext uri="{FF2B5EF4-FFF2-40B4-BE49-F238E27FC236}">
                    <a16:creationId xmlns:a16="http://schemas.microsoft.com/office/drawing/2014/main" id="{3C51D8F7-755B-F1CE-D2E9-56E02C50EA85}"/>
                  </a:ext>
                </a:extLst>
              </p:cNvPr>
              <p:cNvSpPr/>
              <p:nvPr/>
            </p:nvSpPr>
            <p:spPr>
              <a:xfrm>
                <a:off x="4644280" y="1300641"/>
                <a:ext cx="20225" cy="13283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41" extrusionOk="0">
                    <a:moveTo>
                      <a:pt x="1331" y="0"/>
                    </a:moveTo>
                    <a:cubicBezTo>
                      <a:pt x="1304" y="0"/>
                      <a:pt x="1277" y="6"/>
                      <a:pt x="1251" y="16"/>
                    </a:cubicBezTo>
                    <a:cubicBezTo>
                      <a:pt x="880" y="175"/>
                      <a:pt x="518" y="356"/>
                      <a:pt x="170" y="558"/>
                    </a:cubicBezTo>
                    <a:cubicBezTo>
                      <a:pt x="60" y="622"/>
                      <a:pt x="1" y="758"/>
                      <a:pt x="47" y="876"/>
                    </a:cubicBezTo>
                    <a:cubicBezTo>
                      <a:pt x="87" y="979"/>
                      <a:pt x="185" y="1040"/>
                      <a:pt x="287" y="1040"/>
                    </a:cubicBezTo>
                    <a:cubicBezTo>
                      <a:pt x="330" y="1040"/>
                      <a:pt x="373" y="1029"/>
                      <a:pt x="414" y="1006"/>
                    </a:cubicBezTo>
                    <a:cubicBezTo>
                      <a:pt x="729" y="822"/>
                      <a:pt x="1056" y="657"/>
                      <a:pt x="1391" y="513"/>
                    </a:cubicBezTo>
                    <a:cubicBezTo>
                      <a:pt x="1520" y="457"/>
                      <a:pt x="1584" y="311"/>
                      <a:pt x="1540" y="178"/>
                    </a:cubicBezTo>
                    <a:lnTo>
                      <a:pt x="1527" y="141"/>
                    </a:lnTo>
                    <a:cubicBezTo>
                      <a:pt x="1497" y="55"/>
                      <a:pt x="1417" y="0"/>
                      <a:pt x="133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8880;p59">
                <a:extLst>
                  <a:ext uri="{FF2B5EF4-FFF2-40B4-BE49-F238E27FC236}">
                    <a16:creationId xmlns:a16="http://schemas.microsoft.com/office/drawing/2014/main" id="{3963D4E2-54A4-2D3C-8BDD-8731344C7390}"/>
                  </a:ext>
                </a:extLst>
              </p:cNvPr>
              <p:cNvSpPr/>
              <p:nvPr/>
            </p:nvSpPr>
            <p:spPr>
              <a:xfrm>
                <a:off x="4667822" y="1291888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3"/>
                    </a:cubicBezTo>
                    <a:lnTo>
                      <a:pt x="1871" y="4"/>
                    </a:lnTo>
                    <a:cubicBezTo>
                      <a:pt x="1306" y="88"/>
                      <a:pt x="748" y="220"/>
                      <a:pt x="205" y="400"/>
                    </a:cubicBezTo>
                    <a:cubicBezTo>
                      <a:pt x="71" y="446"/>
                      <a:pt x="0" y="592"/>
                      <a:pt x="47" y="725"/>
                    </a:cubicBezTo>
                    <a:cubicBezTo>
                      <a:pt x="84" y="830"/>
                      <a:pt x="182" y="896"/>
                      <a:pt x="288" y="896"/>
                    </a:cubicBezTo>
                    <a:cubicBezTo>
                      <a:pt x="315" y="896"/>
                      <a:pt x="343" y="891"/>
                      <a:pt x="370" y="882"/>
                    </a:cubicBezTo>
                    <a:cubicBezTo>
                      <a:pt x="881" y="714"/>
                      <a:pt x="1406" y="587"/>
                      <a:pt x="1940" y="509"/>
                    </a:cubicBezTo>
                    <a:cubicBezTo>
                      <a:pt x="2079" y="490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29" name="Google Shape;8881;p59">
              <a:extLst>
                <a:ext uri="{FF2B5EF4-FFF2-40B4-BE49-F238E27FC236}">
                  <a16:creationId xmlns:a16="http://schemas.microsoft.com/office/drawing/2014/main" id="{7A34903E-73EC-1D8C-E5A5-6286290BF101}"/>
                </a:ext>
              </a:extLst>
            </p:cNvPr>
            <p:cNvGrpSpPr/>
            <p:nvPr/>
          </p:nvGrpSpPr>
          <p:grpSpPr>
            <a:xfrm>
              <a:off x="4356567" y="1191441"/>
              <a:ext cx="143690" cy="29488"/>
              <a:chOff x="4356567" y="1191441"/>
              <a:chExt cx="143690" cy="29488"/>
            </a:xfrm>
          </p:grpSpPr>
          <p:sp>
            <p:nvSpPr>
              <p:cNvPr id="1754" name="Google Shape;8882;p59">
                <a:extLst>
                  <a:ext uri="{FF2B5EF4-FFF2-40B4-BE49-F238E27FC236}">
                    <a16:creationId xmlns:a16="http://schemas.microsoft.com/office/drawing/2014/main" id="{41196B19-2499-2527-D368-83A7494BC638}"/>
                  </a:ext>
                </a:extLst>
              </p:cNvPr>
              <p:cNvSpPr/>
              <p:nvPr/>
            </p:nvSpPr>
            <p:spPr>
              <a:xfrm>
                <a:off x="4448554" y="1195154"/>
                <a:ext cx="51704" cy="25775"/>
              </a:xfrm>
              <a:custGeom>
                <a:avLst/>
                <a:gdLst/>
                <a:ahLst/>
                <a:cxnLst/>
                <a:rect l="l" t="t" r="r" b="b"/>
                <a:pathLst>
                  <a:path w="4052" h="2020" extrusionOk="0">
                    <a:moveTo>
                      <a:pt x="272" y="1"/>
                    </a:moveTo>
                    <a:cubicBezTo>
                      <a:pt x="157" y="1"/>
                      <a:pt x="54" y="82"/>
                      <a:pt x="29" y="200"/>
                    </a:cubicBezTo>
                    <a:cubicBezTo>
                      <a:pt x="0" y="338"/>
                      <a:pt x="87" y="474"/>
                      <a:pt x="225" y="507"/>
                    </a:cubicBezTo>
                    <a:cubicBezTo>
                      <a:pt x="1077" y="719"/>
                      <a:pt x="1895" y="1049"/>
                      <a:pt x="2657" y="1486"/>
                    </a:cubicBezTo>
                    <a:lnTo>
                      <a:pt x="2505" y="1740"/>
                    </a:lnTo>
                    <a:cubicBezTo>
                      <a:pt x="2459" y="1819"/>
                      <a:pt x="2511" y="1918"/>
                      <a:pt x="2603" y="1926"/>
                    </a:cubicBezTo>
                    <a:lnTo>
                      <a:pt x="3887" y="2019"/>
                    </a:lnTo>
                    <a:cubicBezTo>
                      <a:pt x="3890" y="2019"/>
                      <a:pt x="3893" y="2019"/>
                      <a:pt x="3895" y="2019"/>
                    </a:cubicBezTo>
                    <a:cubicBezTo>
                      <a:pt x="3991" y="2019"/>
                      <a:pt x="4052" y="1913"/>
                      <a:pt x="3999" y="1830"/>
                    </a:cubicBezTo>
                    <a:lnTo>
                      <a:pt x="3302" y="746"/>
                    </a:lnTo>
                    <a:cubicBezTo>
                      <a:pt x="3278" y="709"/>
                      <a:pt x="3239" y="690"/>
                      <a:pt x="3200" y="690"/>
                    </a:cubicBezTo>
                    <a:cubicBezTo>
                      <a:pt x="3159" y="690"/>
                      <a:pt x="3118" y="711"/>
                      <a:pt x="3094" y="751"/>
                    </a:cubicBezTo>
                    <a:lnTo>
                      <a:pt x="2917" y="1047"/>
                    </a:lnTo>
                    <a:cubicBezTo>
                      <a:pt x="2108" y="581"/>
                      <a:pt x="1237" y="230"/>
                      <a:pt x="330" y="8"/>
                    </a:cubicBezTo>
                    <a:cubicBezTo>
                      <a:pt x="311" y="3"/>
                      <a:pt x="291" y="1"/>
                      <a:pt x="272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Google Shape;8883;p59">
                <a:extLst>
                  <a:ext uri="{FF2B5EF4-FFF2-40B4-BE49-F238E27FC236}">
                    <a16:creationId xmlns:a16="http://schemas.microsoft.com/office/drawing/2014/main" id="{D45F7258-7AB2-F27E-3C82-7AC808B0C670}"/>
                  </a:ext>
                </a:extLst>
              </p:cNvPr>
              <p:cNvSpPr/>
              <p:nvPr/>
            </p:nvSpPr>
            <p:spPr>
              <a:xfrm>
                <a:off x="4412341" y="1191441"/>
                <a:ext cx="32206" cy="8013"/>
              </a:xfrm>
              <a:custGeom>
                <a:avLst/>
                <a:gdLst/>
                <a:ahLst/>
                <a:cxnLst/>
                <a:rect l="l" t="t" r="r" b="b"/>
                <a:pathLst>
                  <a:path w="2524" h="628" extrusionOk="0">
                    <a:moveTo>
                      <a:pt x="787" y="1"/>
                    </a:moveTo>
                    <a:cubicBezTo>
                      <a:pt x="605" y="1"/>
                      <a:pt x="424" y="7"/>
                      <a:pt x="241" y="19"/>
                    </a:cubicBezTo>
                    <a:cubicBezTo>
                      <a:pt x="103" y="31"/>
                      <a:pt x="1" y="153"/>
                      <a:pt x="11" y="291"/>
                    </a:cubicBezTo>
                    <a:cubicBezTo>
                      <a:pt x="20" y="425"/>
                      <a:pt x="132" y="528"/>
                      <a:pt x="263" y="528"/>
                    </a:cubicBezTo>
                    <a:cubicBezTo>
                      <a:pt x="268" y="528"/>
                      <a:pt x="273" y="528"/>
                      <a:pt x="278" y="528"/>
                    </a:cubicBezTo>
                    <a:cubicBezTo>
                      <a:pt x="448" y="518"/>
                      <a:pt x="617" y="512"/>
                      <a:pt x="787" y="512"/>
                    </a:cubicBezTo>
                    <a:cubicBezTo>
                      <a:pt x="1261" y="512"/>
                      <a:pt x="1734" y="550"/>
                      <a:pt x="2203" y="624"/>
                    </a:cubicBezTo>
                    <a:cubicBezTo>
                      <a:pt x="2217" y="626"/>
                      <a:pt x="2231" y="627"/>
                      <a:pt x="2245" y="627"/>
                    </a:cubicBezTo>
                    <a:cubicBezTo>
                      <a:pt x="2363" y="627"/>
                      <a:pt x="2470" y="544"/>
                      <a:pt x="2494" y="424"/>
                    </a:cubicBezTo>
                    <a:cubicBezTo>
                      <a:pt x="2523" y="283"/>
                      <a:pt x="2430" y="145"/>
                      <a:pt x="2288" y="121"/>
                    </a:cubicBezTo>
                    <a:cubicBezTo>
                      <a:pt x="1791" y="43"/>
                      <a:pt x="1288" y="3"/>
                      <a:pt x="78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Google Shape;8884;p59">
                <a:extLst>
                  <a:ext uri="{FF2B5EF4-FFF2-40B4-BE49-F238E27FC236}">
                    <a16:creationId xmlns:a16="http://schemas.microsoft.com/office/drawing/2014/main" id="{D2271BC4-6E52-48B2-7EFD-1B75B47D0B50}"/>
                  </a:ext>
                </a:extLst>
              </p:cNvPr>
              <p:cNvSpPr/>
              <p:nvPr/>
            </p:nvSpPr>
            <p:spPr>
              <a:xfrm>
                <a:off x="4356567" y="1201573"/>
                <a:ext cx="20212" cy="13270"/>
              </a:xfrm>
              <a:custGeom>
                <a:avLst/>
                <a:gdLst/>
                <a:ahLst/>
                <a:cxnLst/>
                <a:rect l="l" t="t" r="r" b="b"/>
                <a:pathLst>
                  <a:path w="1584" h="1040" extrusionOk="0">
                    <a:moveTo>
                      <a:pt x="1330" y="1"/>
                    </a:moveTo>
                    <a:cubicBezTo>
                      <a:pt x="1303" y="1"/>
                      <a:pt x="1276" y="6"/>
                      <a:pt x="1249" y="17"/>
                    </a:cubicBezTo>
                    <a:cubicBezTo>
                      <a:pt x="878" y="174"/>
                      <a:pt x="518" y="355"/>
                      <a:pt x="168" y="557"/>
                    </a:cubicBezTo>
                    <a:cubicBezTo>
                      <a:pt x="58" y="621"/>
                      <a:pt x="0" y="757"/>
                      <a:pt x="47" y="876"/>
                    </a:cubicBezTo>
                    <a:cubicBezTo>
                      <a:pt x="86" y="979"/>
                      <a:pt x="183" y="1040"/>
                      <a:pt x="284" y="1040"/>
                    </a:cubicBezTo>
                    <a:cubicBezTo>
                      <a:pt x="327" y="1040"/>
                      <a:pt x="371" y="1029"/>
                      <a:pt x="412" y="1005"/>
                    </a:cubicBezTo>
                    <a:cubicBezTo>
                      <a:pt x="727" y="823"/>
                      <a:pt x="1054" y="658"/>
                      <a:pt x="1389" y="512"/>
                    </a:cubicBezTo>
                    <a:cubicBezTo>
                      <a:pt x="1518" y="458"/>
                      <a:pt x="1584" y="312"/>
                      <a:pt x="1538" y="177"/>
                    </a:cubicBezTo>
                    <a:lnTo>
                      <a:pt x="1525" y="141"/>
                    </a:lnTo>
                    <a:cubicBezTo>
                      <a:pt x="1496" y="54"/>
                      <a:pt x="1415" y="1"/>
                      <a:pt x="133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Google Shape;8885;p59">
                <a:extLst>
                  <a:ext uri="{FF2B5EF4-FFF2-40B4-BE49-F238E27FC236}">
                    <a16:creationId xmlns:a16="http://schemas.microsoft.com/office/drawing/2014/main" id="{1B716B3A-2545-F156-07A5-F2BC8DEF4755}"/>
                  </a:ext>
                </a:extLst>
              </p:cNvPr>
              <p:cNvSpPr/>
              <p:nvPr/>
            </p:nvSpPr>
            <p:spPr>
              <a:xfrm>
                <a:off x="4380084" y="1192832"/>
                <a:ext cx="27779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7" h="896" extrusionOk="0">
                    <a:moveTo>
                      <a:pt x="1906" y="0"/>
                    </a:moveTo>
                    <a:cubicBezTo>
                      <a:pt x="1894" y="0"/>
                      <a:pt x="1883" y="1"/>
                      <a:pt x="1871" y="2"/>
                    </a:cubicBezTo>
                    <a:cubicBezTo>
                      <a:pt x="1306" y="87"/>
                      <a:pt x="748" y="220"/>
                      <a:pt x="205" y="400"/>
                    </a:cubicBezTo>
                    <a:cubicBezTo>
                      <a:pt x="71" y="444"/>
                      <a:pt x="0" y="590"/>
                      <a:pt x="47" y="725"/>
                    </a:cubicBezTo>
                    <a:cubicBezTo>
                      <a:pt x="84" y="829"/>
                      <a:pt x="183" y="895"/>
                      <a:pt x="288" y="895"/>
                    </a:cubicBezTo>
                    <a:cubicBezTo>
                      <a:pt x="316" y="895"/>
                      <a:pt x="343" y="891"/>
                      <a:pt x="370" y="882"/>
                    </a:cubicBezTo>
                    <a:cubicBezTo>
                      <a:pt x="883" y="712"/>
                      <a:pt x="1408" y="587"/>
                      <a:pt x="1941" y="507"/>
                    </a:cubicBezTo>
                    <a:cubicBezTo>
                      <a:pt x="2081" y="488"/>
                      <a:pt x="2177" y="360"/>
                      <a:pt x="2157" y="220"/>
                    </a:cubicBezTo>
                    <a:cubicBezTo>
                      <a:pt x="2140" y="93"/>
                      <a:pt x="2031" y="0"/>
                      <a:pt x="1906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0" name="Google Shape;8886;p59">
              <a:extLst>
                <a:ext uri="{FF2B5EF4-FFF2-40B4-BE49-F238E27FC236}">
                  <a16:creationId xmlns:a16="http://schemas.microsoft.com/office/drawing/2014/main" id="{7D250CDB-1AF6-A151-8901-17DDD7448857}"/>
                </a:ext>
              </a:extLst>
            </p:cNvPr>
            <p:cNvGrpSpPr/>
            <p:nvPr/>
          </p:nvGrpSpPr>
          <p:grpSpPr>
            <a:xfrm>
              <a:off x="4339009" y="1863727"/>
              <a:ext cx="143703" cy="29476"/>
              <a:chOff x="4339009" y="1863727"/>
              <a:chExt cx="143703" cy="29476"/>
            </a:xfrm>
          </p:grpSpPr>
          <p:sp>
            <p:nvSpPr>
              <p:cNvPr id="1750" name="Google Shape;8887;p59">
                <a:extLst>
                  <a:ext uri="{FF2B5EF4-FFF2-40B4-BE49-F238E27FC236}">
                    <a16:creationId xmlns:a16="http://schemas.microsoft.com/office/drawing/2014/main" id="{C04BE9B6-07A9-D0D1-F25F-C7C3BF1502DD}"/>
                  </a:ext>
                </a:extLst>
              </p:cNvPr>
              <p:cNvSpPr/>
              <p:nvPr/>
            </p:nvSpPr>
            <p:spPr>
              <a:xfrm>
                <a:off x="4339009" y="1863727"/>
                <a:ext cx="51691" cy="25762"/>
              </a:xfrm>
              <a:custGeom>
                <a:avLst/>
                <a:gdLst/>
                <a:ahLst/>
                <a:cxnLst/>
                <a:rect l="l" t="t" r="r" b="b"/>
                <a:pathLst>
                  <a:path w="4051" h="2019" extrusionOk="0">
                    <a:moveTo>
                      <a:pt x="157" y="1"/>
                    </a:moveTo>
                    <a:cubicBezTo>
                      <a:pt x="61" y="1"/>
                      <a:pt x="1" y="107"/>
                      <a:pt x="54" y="190"/>
                    </a:cubicBezTo>
                    <a:lnTo>
                      <a:pt x="750" y="1274"/>
                    </a:lnTo>
                    <a:cubicBezTo>
                      <a:pt x="774" y="1311"/>
                      <a:pt x="813" y="1330"/>
                      <a:pt x="852" y="1330"/>
                    </a:cubicBezTo>
                    <a:cubicBezTo>
                      <a:pt x="893" y="1330"/>
                      <a:pt x="935" y="1309"/>
                      <a:pt x="958" y="1269"/>
                    </a:cubicBezTo>
                    <a:lnTo>
                      <a:pt x="1136" y="973"/>
                    </a:lnTo>
                    <a:cubicBezTo>
                      <a:pt x="1945" y="1439"/>
                      <a:pt x="2816" y="1788"/>
                      <a:pt x="3722" y="2012"/>
                    </a:cubicBezTo>
                    <a:cubicBezTo>
                      <a:pt x="3741" y="2017"/>
                      <a:pt x="3761" y="2019"/>
                      <a:pt x="3779" y="2019"/>
                    </a:cubicBezTo>
                    <a:cubicBezTo>
                      <a:pt x="3895" y="2019"/>
                      <a:pt x="3999" y="1938"/>
                      <a:pt x="4023" y="1820"/>
                    </a:cubicBezTo>
                    <a:cubicBezTo>
                      <a:pt x="4051" y="1682"/>
                      <a:pt x="3964" y="1546"/>
                      <a:pt x="3828" y="1512"/>
                    </a:cubicBezTo>
                    <a:cubicBezTo>
                      <a:pt x="2976" y="1301"/>
                      <a:pt x="2158" y="971"/>
                      <a:pt x="1396" y="534"/>
                    </a:cubicBezTo>
                    <a:lnTo>
                      <a:pt x="1548" y="279"/>
                    </a:lnTo>
                    <a:cubicBezTo>
                      <a:pt x="1594" y="201"/>
                      <a:pt x="1541" y="100"/>
                      <a:pt x="1450" y="94"/>
                    </a:cubicBezTo>
                    <a:lnTo>
                      <a:pt x="166" y="1"/>
                    </a:lnTo>
                    <a:cubicBezTo>
                      <a:pt x="163" y="1"/>
                      <a:pt x="160" y="1"/>
                      <a:pt x="157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8888;p59">
                <a:extLst>
                  <a:ext uri="{FF2B5EF4-FFF2-40B4-BE49-F238E27FC236}">
                    <a16:creationId xmlns:a16="http://schemas.microsoft.com/office/drawing/2014/main" id="{64113963-7A08-FE75-EDF1-DE34B759410C}"/>
                  </a:ext>
                </a:extLst>
              </p:cNvPr>
              <p:cNvSpPr/>
              <p:nvPr/>
            </p:nvSpPr>
            <p:spPr>
              <a:xfrm>
                <a:off x="4394732" y="1885202"/>
                <a:ext cx="32193" cy="8001"/>
              </a:xfrm>
              <a:custGeom>
                <a:avLst/>
                <a:gdLst/>
                <a:ahLst/>
                <a:cxnLst/>
                <a:rect l="l" t="t" r="r" b="b"/>
                <a:pathLst>
                  <a:path w="2523" h="627" extrusionOk="0">
                    <a:moveTo>
                      <a:pt x="279" y="1"/>
                    </a:moveTo>
                    <a:cubicBezTo>
                      <a:pt x="160" y="1"/>
                      <a:pt x="54" y="84"/>
                      <a:pt x="29" y="204"/>
                    </a:cubicBezTo>
                    <a:cubicBezTo>
                      <a:pt x="1" y="345"/>
                      <a:pt x="93" y="483"/>
                      <a:pt x="236" y="507"/>
                    </a:cubicBezTo>
                    <a:cubicBezTo>
                      <a:pt x="732" y="585"/>
                      <a:pt x="1235" y="625"/>
                      <a:pt x="1738" y="627"/>
                    </a:cubicBezTo>
                    <a:cubicBezTo>
                      <a:pt x="1919" y="627"/>
                      <a:pt x="2102" y="621"/>
                      <a:pt x="2282" y="609"/>
                    </a:cubicBezTo>
                    <a:cubicBezTo>
                      <a:pt x="2420" y="596"/>
                      <a:pt x="2523" y="475"/>
                      <a:pt x="2513" y="337"/>
                    </a:cubicBezTo>
                    <a:cubicBezTo>
                      <a:pt x="2504" y="203"/>
                      <a:pt x="2392" y="100"/>
                      <a:pt x="2260" y="100"/>
                    </a:cubicBezTo>
                    <a:cubicBezTo>
                      <a:pt x="2255" y="100"/>
                      <a:pt x="2251" y="100"/>
                      <a:pt x="2246" y="100"/>
                    </a:cubicBezTo>
                    <a:cubicBezTo>
                      <a:pt x="2076" y="110"/>
                      <a:pt x="1908" y="116"/>
                      <a:pt x="1738" y="116"/>
                    </a:cubicBezTo>
                    <a:cubicBezTo>
                      <a:pt x="1262" y="116"/>
                      <a:pt x="790" y="78"/>
                      <a:pt x="321" y="4"/>
                    </a:cubicBezTo>
                    <a:cubicBezTo>
                      <a:pt x="307" y="2"/>
                      <a:pt x="293" y="1"/>
                      <a:pt x="27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8889;p59">
                <a:extLst>
                  <a:ext uri="{FF2B5EF4-FFF2-40B4-BE49-F238E27FC236}">
                    <a16:creationId xmlns:a16="http://schemas.microsoft.com/office/drawing/2014/main" id="{BEEC5433-901F-BFA3-EB1E-63CDD91EB483}"/>
                  </a:ext>
                </a:extLst>
              </p:cNvPr>
              <p:cNvSpPr/>
              <p:nvPr/>
            </p:nvSpPr>
            <p:spPr>
              <a:xfrm>
                <a:off x="4462488" y="1869814"/>
                <a:ext cx="20225" cy="13258"/>
              </a:xfrm>
              <a:custGeom>
                <a:avLst/>
                <a:gdLst/>
                <a:ahLst/>
                <a:cxnLst/>
                <a:rect l="l" t="t" r="r" b="b"/>
                <a:pathLst>
                  <a:path w="1585" h="1039" extrusionOk="0">
                    <a:moveTo>
                      <a:pt x="1300" y="0"/>
                    </a:moveTo>
                    <a:cubicBezTo>
                      <a:pt x="1257" y="0"/>
                      <a:pt x="1213" y="11"/>
                      <a:pt x="1173" y="35"/>
                    </a:cubicBezTo>
                    <a:cubicBezTo>
                      <a:pt x="857" y="217"/>
                      <a:pt x="531" y="382"/>
                      <a:pt x="196" y="528"/>
                    </a:cubicBezTo>
                    <a:cubicBezTo>
                      <a:pt x="66" y="582"/>
                      <a:pt x="1" y="728"/>
                      <a:pt x="47" y="863"/>
                    </a:cubicBezTo>
                    <a:lnTo>
                      <a:pt x="60" y="899"/>
                    </a:lnTo>
                    <a:cubicBezTo>
                      <a:pt x="89" y="986"/>
                      <a:pt x="169" y="1039"/>
                      <a:pt x="255" y="1039"/>
                    </a:cubicBezTo>
                    <a:cubicBezTo>
                      <a:pt x="282" y="1039"/>
                      <a:pt x="309" y="1034"/>
                      <a:pt x="335" y="1023"/>
                    </a:cubicBezTo>
                    <a:cubicBezTo>
                      <a:pt x="707" y="866"/>
                      <a:pt x="1067" y="685"/>
                      <a:pt x="1416" y="483"/>
                    </a:cubicBezTo>
                    <a:cubicBezTo>
                      <a:pt x="1527" y="419"/>
                      <a:pt x="1584" y="283"/>
                      <a:pt x="1538" y="164"/>
                    </a:cubicBezTo>
                    <a:cubicBezTo>
                      <a:pt x="1499" y="61"/>
                      <a:pt x="1401" y="0"/>
                      <a:pt x="130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8890;p59">
                <a:extLst>
                  <a:ext uri="{FF2B5EF4-FFF2-40B4-BE49-F238E27FC236}">
                    <a16:creationId xmlns:a16="http://schemas.microsoft.com/office/drawing/2014/main" id="{832C339D-F4A1-7E11-5ACC-2DC09BE5F554}"/>
                  </a:ext>
                </a:extLst>
              </p:cNvPr>
              <p:cNvSpPr/>
              <p:nvPr/>
            </p:nvSpPr>
            <p:spPr>
              <a:xfrm>
                <a:off x="4431392" y="1880392"/>
                <a:ext cx="27804" cy="11433"/>
              </a:xfrm>
              <a:custGeom>
                <a:avLst/>
                <a:gdLst/>
                <a:ahLst/>
                <a:cxnLst/>
                <a:rect l="l" t="t" r="r" b="b"/>
                <a:pathLst>
                  <a:path w="2179" h="896" extrusionOk="0">
                    <a:moveTo>
                      <a:pt x="1890" y="1"/>
                    </a:moveTo>
                    <a:cubicBezTo>
                      <a:pt x="1863" y="1"/>
                      <a:pt x="1835" y="5"/>
                      <a:pt x="1808" y="14"/>
                    </a:cubicBezTo>
                    <a:cubicBezTo>
                      <a:pt x="1296" y="184"/>
                      <a:pt x="771" y="309"/>
                      <a:pt x="237" y="389"/>
                    </a:cubicBezTo>
                    <a:cubicBezTo>
                      <a:pt x="98" y="408"/>
                      <a:pt x="0" y="536"/>
                      <a:pt x="20" y="676"/>
                    </a:cubicBezTo>
                    <a:cubicBezTo>
                      <a:pt x="37" y="803"/>
                      <a:pt x="147" y="896"/>
                      <a:pt x="273" y="896"/>
                    </a:cubicBezTo>
                    <a:cubicBezTo>
                      <a:pt x="284" y="896"/>
                      <a:pt x="296" y="895"/>
                      <a:pt x="308" y="893"/>
                    </a:cubicBezTo>
                    <a:cubicBezTo>
                      <a:pt x="873" y="809"/>
                      <a:pt x="1430" y="676"/>
                      <a:pt x="1973" y="496"/>
                    </a:cubicBezTo>
                    <a:cubicBezTo>
                      <a:pt x="2106" y="451"/>
                      <a:pt x="2178" y="306"/>
                      <a:pt x="2132" y="171"/>
                    </a:cubicBezTo>
                    <a:cubicBezTo>
                      <a:pt x="2095" y="67"/>
                      <a:pt x="1996" y="1"/>
                      <a:pt x="189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1" name="Google Shape;8891;p59">
              <a:extLst>
                <a:ext uri="{FF2B5EF4-FFF2-40B4-BE49-F238E27FC236}">
                  <a16:creationId xmlns:a16="http://schemas.microsoft.com/office/drawing/2014/main" id="{3AA9C5C1-DFD0-6F27-7F54-F1EA447BFE6D}"/>
                </a:ext>
              </a:extLst>
            </p:cNvPr>
            <p:cNvGrpSpPr/>
            <p:nvPr/>
          </p:nvGrpSpPr>
          <p:grpSpPr>
            <a:xfrm>
              <a:off x="4206459" y="1607315"/>
              <a:ext cx="29539" cy="142899"/>
              <a:chOff x="4206459" y="1607315"/>
              <a:chExt cx="29539" cy="142899"/>
            </a:xfrm>
          </p:grpSpPr>
          <p:sp>
            <p:nvSpPr>
              <p:cNvPr id="1746" name="Google Shape;8892;p59">
                <a:extLst>
                  <a:ext uri="{FF2B5EF4-FFF2-40B4-BE49-F238E27FC236}">
                    <a16:creationId xmlns:a16="http://schemas.microsoft.com/office/drawing/2014/main" id="{9A900920-2F5A-ABCA-6D8B-B6A0CC815F2E}"/>
                  </a:ext>
                </a:extLst>
              </p:cNvPr>
              <p:cNvSpPr/>
              <p:nvPr/>
            </p:nvSpPr>
            <p:spPr>
              <a:xfrm>
                <a:off x="4209840" y="1607315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920" y="0"/>
                    </a:moveTo>
                    <a:cubicBezTo>
                      <a:pt x="1898" y="0"/>
                      <a:pt x="1876" y="6"/>
                      <a:pt x="1854" y="20"/>
                    </a:cubicBezTo>
                    <a:lnTo>
                      <a:pt x="772" y="717"/>
                    </a:lnTo>
                    <a:cubicBezTo>
                      <a:pt x="695" y="766"/>
                      <a:pt x="697" y="878"/>
                      <a:pt x="775" y="926"/>
                    </a:cubicBezTo>
                    <a:lnTo>
                      <a:pt x="1073" y="1102"/>
                    </a:lnTo>
                    <a:cubicBezTo>
                      <a:pt x="607" y="1911"/>
                      <a:pt x="256" y="2782"/>
                      <a:pt x="32" y="3689"/>
                    </a:cubicBezTo>
                    <a:cubicBezTo>
                      <a:pt x="0" y="3825"/>
                      <a:pt x="87" y="3962"/>
                      <a:pt x="224" y="3990"/>
                    </a:cubicBezTo>
                    <a:cubicBezTo>
                      <a:pt x="242" y="3993"/>
                      <a:pt x="260" y="3995"/>
                      <a:pt x="278" y="3995"/>
                    </a:cubicBezTo>
                    <a:cubicBezTo>
                      <a:pt x="397" y="3995"/>
                      <a:pt x="502" y="3914"/>
                      <a:pt x="532" y="3794"/>
                    </a:cubicBezTo>
                    <a:cubicBezTo>
                      <a:pt x="743" y="2942"/>
                      <a:pt x="1073" y="2124"/>
                      <a:pt x="1512" y="1363"/>
                    </a:cubicBezTo>
                    <a:lnTo>
                      <a:pt x="1765" y="1514"/>
                    </a:lnTo>
                    <a:cubicBezTo>
                      <a:pt x="1785" y="1526"/>
                      <a:pt x="1806" y="1531"/>
                      <a:pt x="1827" y="1531"/>
                    </a:cubicBezTo>
                    <a:cubicBezTo>
                      <a:pt x="1888" y="1531"/>
                      <a:pt x="1946" y="1484"/>
                      <a:pt x="1951" y="1416"/>
                    </a:cubicBezTo>
                    <a:lnTo>
                      <a:pt x="2043" y="134"/>
                    </a:lnTo>
                    <a:cubicBezTo>
                      <a:pt x="2049" y="57"/>
                      <a:pt x="1988" y="0"/>
                      <a:pt x="1920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8893;p59">
                <a:extLst>
                  <a:ext uri="{FF2B5EF4-FFF2-40B4-BE49-F238E27FC236}">
                    <a16:creationId xmlns:a16="http://schemas.microsoft.com/office/drawing/2014/main" id="{69C59D4C-9148-05C9-2592-22B4257449BB}"/>
                  </a:ext>
                </a:extLst>
              </p:cNvPr>
              <p:cNvSpPr/>
              <p:nvPr/>
            </p:nvSpPr>
            <p:spPr>
              <a:xfrm>
                <a:off x="4206459" y="1662910"/>
                <a:ext cx="8230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5" h="2491" extrusionOk="0">
                    <a:moveTo>
                      <a:pt x="371" y="1"/>
                    </a:moveTo>
                    <a:cubicBezTo>
                      <a:pt x="249" y="1"/>
                      <a:pt x="141" y="89"/>
                      <a:pt x="121" y="212"/>
                    </a:cubicBezTo>
                    <a:cubicBezTo>
                      <a:pt x="41" y="709"/>
                      <a:pt x="1" y="1212"/>
                      <a:pt x="1" y="1714"/>
                    </a:cubicBezTo>
                    <a:cubicBezTo>
                      <a:pt x="1" y="1895"/>
                      <a:pt x="7" y="2078"/>
                      <a:pt x="19" y="2259"/>
                    </a:cubicBezTo>
                    <a:cubicBezTo>
                      <a:pt x="31" y="2390"/>
                      <a:pt x="140" y="2490"/>
                      <a:pt x="270" y="2490"/>
                    </a:cubicBezTo>
                    <a:cubicBezTo>
                      <a:pt x="277" y="2490"/>
                      <a:pt x="284" y="2490"/>
                      <a:pt x="291" y="2489"/>
                    </a:cubicBezTo>
                    <a:cubicBezTo>
                      <a:pt x="428" y="2480"/>
                      <a:pt x="534" y="2361"/>
                      <a:pt x="526" y="2222"/>
                    </a:cubicBezTo>
                    <a:cubicBezTo>
                      <a:pt x="517" y="2054"/>
                      <a:pt x="510" y="1884"/>
                      <a:pt x="510" y="1714"/>
                    </a:cubicBezTo>
                    <a:cubicBezTo>
                      <a:pt x="512" y="1240"/>
                      <a:pt x="549" y="766"/>
                      <a:pt x="622" y="297"/>
                    </a:cubicBezTo>
                    <a:cubicBezTo>
                      <a:pt x="645" y="163"/>
                      <a:pt x="557" y="35"/>
                      <a:pt x="422" y="6"/>
                    </a:cubicBezTo>
                    <a:cubicBezTo>
                      <a:pt x="405" y="2"/>
                      <a:pt x="388" y="1"/>
                      <a:pt x="371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8894;p59">
                <a:extLst>
                  <a:ext uri="{FF2B5EF4-FFF2-40B4-BE49-F238E27FC236}">
                    <a16:creationId xmlns:a16="http://schemas.microsoft.com/office/drawing/2014/main" id="{4DB7F9F2-84E3-506D-1DAF-771EE4642036}"/>
                  </a:ext>
                </a:extLst>
              </p:cNvPr>
              <p:cNvSpPr/>
              <p:nvPr/>
            </p:nvSpPr>
            <p:spPr>
              <a:xfrm>
                <a:off x="4216194" y="1730768"/>
                <a:ext cx="14227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5" h="1524" extrusionOk="0">
                    <a:moveTo>
                      <a:pt x="296" y="1"/>
                    </a:moveTo>
                    <a:cubicBezTo>
                      <a:pt x="267" y="1"/>
                      <a:pt x="237" y="5"/>
                      <a:pt x="208" y="15"/>
                    </a:cubicBezTo>
                    <a:lnTo>
                      <a:pt x="171" y="28"/>
                    </a:lnTo>
                    <a:cubicBezTo>
                      <a:pt x="58" y="67"/>
                      <a:pt x="0" y="193"/>
                      <a:pt x="47" y="304"/>
                    </a:cubicBezTo>
                    <a:cubicBezTo>
                      <a:pt x="205" y="675"/>
                      <a:pt x="384" y="1035"/>
                      <a:pt x="588" y="1385"/>
                    </a:cubicBezTo>
                    <a:cubicBezTo>
                      <a:pt x="637" y="1469"/>
                      <a:pt x="728" y="1524"/>
                      <a:pt x="822" y="1524"/>
                    </a:cubicBezTo>
                    <a:cubicBezTo>
                      <a:pt x="850" y="1524"/>
                      <a:pt x="879" y="1519"/>
                      <a:pt x="906" y="1508"/>
                    </a:cubicBezTo>
                    <a:cubicBezTo>
                      <a:pt x="1052" y="1450"/>
                      <a:pt x="1115" y="1277"/>
                      <a:pt x="1036" y="1141"/>
                    </a:cubicBezTo>
                    <a:cubicBezTo>
                      <a:pt x="852" y="826"/>
                      <a:pt x="687" y="499"/>
                      <a:pt x="543" y="164"/>
                    </a:cubicBezTo>
                    <a:cubicBezTo>
                      <a:pt x="499" y="63"/>
                      <a:pt x="400" y="1"/>
                      <a:pt x="296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8895;p59">
                <a:extLst>
                  <a:ext uri="{FF2B5EF4-FFF2-40B4-BE49-F238E27FC236}">
                    <a16:creationId xmlns:a16="http://schemas.microsoft.com/office/drawing/2014/main" id="{267F1DF8-4B34-5378-E620-68C464079A41}"/>
                  </a:ext>
                </a:extLst>
              </p:cNvPr>
              <p:cNvSpPr/>
              <p:nvPr/>
            </p:nvSpPr>
            <p:spPr>
              <a:xfrm>
                <a:off x="4207607" y="1699506"/>
                <a:ext cx="12045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4" h="2128" extrusionOk="0">
                    <a:moveTo>
                      <a:pt x="273" y="0"/>
                    </a:moveTo>
                    <a:cubicBezTo>
                      <a:pt x="261" y="0"/>
                      <a:pt x="249" y="1"/>
                      <a:pt x="238" y="3"/>
                    </a:cubicBezTo>
                    <a:cubicBezTo>
                      <a:pt x="98" y="22"/>
                      <a:pt x="1" y="150"/>
                      <a:pt x="20" y="289"/>
                    </a:cubicBezTo>
                    <a:lnTo>
                      <a:pt x="21" y="289"/>
                    </a:lnTo>
                    <a:cubicBezTo>
                      <a:pt x="105" y="854"/>
                      <a:pt x="238" y="1412"/>
                      <a:pt x="417" y="1955"/>
                    </a:cubicBezTo>
                    <a:cubicBezTo>
                      <a:pt x="454" y="2061"/>
                      <a:pt x="553" y="2127"/>
                      <a:pt x="658" y="2127"/>
                    </a:cubicBezTo>
                    <a:cubicBezTo>
                      <a:pt x="686" y="2127"/>
                      <a:pt x="714" y="2123"/>
                      <a:pt x="742" y="2113"/>
                    </a:cubicBezTo>
                    <a:cubicBezTo>
                      <a:pt x="875" y="2067"/>
                      <a:pt x="944" y="1923"/>
                      <a:pt x="899" y="1790"/>
                    </a:cubicBezTo>
                    <a:cubicBezTo>
                      <a:pt x="731" y="1279"/>
                      <a:pt x="604" y="754"/>
                      <a:pt x="526" y="220"/>
                    </a:cubicBezTo>
                    <a:cubicBezTo>
                      <a:pt x="508" y="93"/>
                      <a:pt x="398" y="0"/>
                      <a:pt x="273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732" name="Google Shape;8896;p59">
              <a:extLst>
                <a:ext uri="{FF2B5EF4-FFF2-40B4-BE49-F238E27FC236}">
                  <a16:creationId xmlns:a16="http://schemas.microsoft.com/office/drawing/2014/main" id="{FBB8D456-19AB-D9ED-4E7B-F9FBCC4F9E75}"/>
                </a:ext>
              </a:extLst>
            </p:cNvPr>
            <p:cNvSpPr/>
            <p:nvPr/>
          </p:nvSpPr>
          <p:spPr>
            <a:xfrm>
              <a:off x="4250519" y="1416170"/>
              <a:ext cx="26783" cy="52303"/>
            </a:xfrm>
            <a:custGeom>
              <a:avLst/>
              <a:gdLst/>
              <a:ahLst/>
              <a:cxnLst/>
              <a:rect l="l" t="t" r="r" b="b"/>
              <a:pathLst>
                <a:path w="2099" h="4099" extrusionOk="0">
                  <a:moveTo>
                    <a:pt x="412" y="1"/>
                  </a:moveTo>
                  <a:cubicBezTo>
                    <a:pt x="358" y="1"/>
                    <a:pt x="305" y="37"/>
                    <a:pt x="292" y="98"/>
                  </a:cubicBezTo>
                  <a:lnTo>
                    <a:pt x="18" y="1357"/>
                  </a:lnTo>
                  <a:cubicBezTo>
                    <a:pt x="1" y="1436"/>
                    <a:pt x="62" y="1506"/>
                    <a:pt x="139" y="1506"/>
                  </a:cubicBezTo>
                  <a:cubicBezTo>
                    <a:pt x="149" y="1506"/>
                    <a:pt x="158" y="1505"/>
                    <a:pt x="169" y="1502"/>
                  </a:cubicBezTo>
                  <a:lnTo>
                    <a:pt x="503" y="1416"/>
                  </a:lnTo>
                  <a:cubicBezTo>
                    <a:pt x="745" y="2317"/>
                    <a:pt x="1113" y="3181"/>
                    <a:pt x="1597" y="3981"/>
                  </a:cubicBezTo>
                  <a:cubicBezTo>
                    <a:pt x="1644" y="4057"/>
                    <a:pt x="1725" y="4099"/>
                    <a:pt x="1809" y="4099"/>
                  </a:cubicBezTo>
                  <a:cubicBezTo>
                    <a:pt x="1856" y="4099"/>
                    <a:pt x="1903" y="4086"/>
                    <a:pt x="1946" y="4058"/>
                  </a:cubicBezTo>
                  <a:cubicBezTo>
                    <a:pt x="2063" y="3980"/>
                    <a:pt x="2098" y="3823"/>
                    <a:pt x="2024" y="3703"/>
                  </a:cubicBezTo>
                  <a:cubicBezTo>
                    <a:pt x="1571" y="2950"/>
                    <a:pt x="1225" y="2138"/>
                    <a:pt x="998" y="1291"/>
                  </a:cubicBezTo>
                  <a:lnTo>
                    <a:pt x="1283" y="1217"/>
                  </a:lnTo>
                  <a:cubicBezTo>
                    <a:pt x="1373" y="1195"/>
                    <a:pt x="1406" y="1086"/>
                    <a:pt x="1347" y="1017"/>
                  </a:cubicBezTo>
                  <a:lnTo>
                    <a:pt x="505" y="44"/>
                  </a:lnTo>
                  <a:cubicBezTo>
                    <a:pt x="479" y="14"/>
                    <a:pt x="445" y="1"/>
                    <a:pt x="412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3" name="Google Shape;8897;p59">
              <a:extLst>
                <a:ext uri="{FF2B5EF4-FFF2-40B4-BE49-F238E27FC236}">
                  <a16:creationId xmlns:a16="http://schemas.microsoft.com/office/drawing/2014/main" id="{1A5FA37A-F1F4-0C14-8210-AB8338870A4C}"/>
                </a:ext>
              </a:extLst>
            </p:cNvPr>
            <p:cNvSpPr/>
            <p:nvPr/>
          </p:nvSpPr>
          <p:spPr>
            <a:xfrm>
              <a:off x="4276166" y="1471370"/>
              <a:ext cx="24359" cy="25290"/>
            </a:xfrm>
            <a:custGeom>
              <a:avLst/>
              <a:gdLst/>
              <a:ahLst/>
              <a:cxnLst/>
              <a:rect l="l" t="t" r="r" b="b"/>
              <a:pathLst>
                <a:path w="1909" h="1982" extrusionOk="0">
                  <a:moveTo>
                    <a:pt x="291" y="0"/>
                  </a:moveTo>
                  <a:cubicBezTo>
                    <a:pt x="243" y="0"/>
                    <a:pt x="195" y="14"/>
                    <a:pt x="152" y="41"/>
                  </a:cubicBezTo>
                  <a:cubicBezTo>
                    <a:pt x="30" y="121"/>
                    <a:pt x="0" y="285"/>
                    <a:pt x="85" y="403"/>
                  </a:cubicBezTo>
                  <a:cubicBezTo>
                    <a:pt x="380" y="810"/>
                    <a:pt x="706" y="1193"/>
                    <a:pt x="1062" y="1548"/>
                  </a:cubicBezTo>
                  <a:cubicBezTo>
                    <a:pt x="1190" y="1678"/>
                    <a:pt x="1323" y="1801"/>
                    <a:pt x="1459" y="1921"/>
                  </a:cubicBezTo>
                  <a:cubicBezTo>
                    <a:pt x="1507" y="1962"/>
                    <a:pt x="1566" y="1981"/>
                    <a:pt x="1624" y="1981"/>
                  </a:cubicBezTo>
                  <a:cubicBezTo>
                    <a:pt x="1695" y="1981"/>
                    <a:pt x="1766" y="1952"/>
                    <a:pt x="1816" y="1894"/>
                  </a:cubicBezTo>
                  <a:cubicBezTo>
                    <a:pt x="1909" y="1788"/>
                    <a:pt x="1898" y="1628"/>
                    <a:pt x="1794" y="1535"/>
                  </a:cubicBezTo>
                  <a:cubicBezTo>
                    <a:pt x="1665" y="1423"/>
                    <a:pt x="1542" y="1308"/>
                    <a:pt x="1422" y="1188"/>
                  </a:cubicBezTo>
                  <a:cubicBezTo>
                    <a:pt x="1087" y="851"/>
                    <a:pt x="778" y="490"/>
                    <a:pt x="500" y="107"/>
                  </a:cubicBezTo>
                  <a:cubicBezTo>
                    <a:pt x="449" y="38"/>
                    <a:pt x="371" y="0"/>
                    <a:pt x="29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4" name="Google Shape;8898;p59">
              <a:extLst>
                <a:ext uri="{FF2B5EF4-FFF2-40B4-BE49-F238E27FC236}">
                  <a16:creationId xmlns:a16="http://schemas.microsoft.com/office/drawing/2014/main" id="{385D4327-1953-59B9-AD55-1B46850CA0B2}"/>
                </a:ext>
              </a:extLst>
            </p:cNvPr>
            <p:cNvSpPr/>
            <p:nvPr/>
          </p:nvSpPr>
          <p:spPr>
            <a:xfrm>
              <a:off x="4330231" y="1513121"/>
              <a:ext cx="21462" cy="10986"/>
            </a:xfrm>
            <a:custGeom>
              <a:avLst/>
              <a:gdLst/>
              <a:ahLst/>
              <a:cxnLst/>
              <a:rect l="l" t="t" r="r" b="b"/>
              <a:pathLst>
                <a:path w="1682" h="861" extrusionOk="0">
                  <a:moveTo>
                    <a:pt x="311" y="0"/>
                  </a:moveTo>
                  <a:cubicBezTo>
                    <a:pt x="211" y="0"/>
                    <a:pt x="116" y="56"/>
                    <a:pt x="69" y="151"/>
                  </a:cubicBezTo>
                  <a:lnTo>
                    <a:pt x="53" y="185"/>
                  </a:lnTo>
                  <a:cubicBezTo>
                    <a:pt x="0" y="292"/>
                    <a:pt x="48" y="423"/>
                    <a:pt x="160" y="468"/>
                  </a:cubicBezTo>
                  <a:cubicBezTo>
                    <a:pt x="533" y="619"/>
                    <a:pt x="916" y="747"/>
                    <a:pt x="1307" y="851"/>
                  </a:cubicBezTo>
                  <a:cubicBezTo>
                    <a:pt x="1331" y="857"/>
                    <a:pt x="1355" y="861"/>
                    <a:pt x="1379" y="861"/>
                  </a:cubicBezTo>
                  <a:cubicBezTo>
                    <a:pt x="1480" y="861"/>
                    <a:pt x="1576" y="806"/>
                    <a:pt x="1618" y="713"/>
                  </a:cubicBezTo>
                  <a:cubicBezTo>
                    <a:pt x="1682" y="569"/>
                    <a:pt x="1602" y="403"/>
                    <a:pt x="1451" y="363"/>
                  </a:cubicBezTo>
                  <a:cubicBezTo>
                    <a:pt x="1097" y="268"/>
                    <a:pt x="751" y="154"/>
                    <a:pt x="412" y="20"/>
                  </a:cubicBezTo>
                  <a:cubicBezTo>
                    <a:pt x="379" y="7"/>
                    <a:pt x="345" y="0"/>
                    <a:pt x="311" y="0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5" name="Google Shape;8899;p59">
              <a:extLst>
                <a:ext uri="{FF2B5EF4-FFF2-40B4-BE49-F238E27FC236}">
                  <a16:creationId xmlns:a16="http://schemas.microsoft.com/office/drawing/2014/main" id="{355D21A1-DF02-3CEC-9E51-CED35E5E5A3B}"/>
                </a:ext>
              </a:extLst>
            </p:cNvPr>
            <p:cNvSpPr/>
            <p:nvPr/>
          </p:nvSpPr>
          <p:spPr>
            <a:xfrm>
              <a:off x="4302005" y="1497298"/>
              <a:ext cx="25469" cy="17647"/>
            </a:xfrm>
            <a:custGeom>
              <a:avLst/>
              <a:gdLst/>
              <a:ahLst/>
              <a:cxnLst/>
              <a:rect l="l" t="t" r="r" b="b"/>
              <a:pathLst>
                <a:path w="1996" h="1383" extrusionOk="0">
                  <a:moveTo>
                    <a:pt x="289" y="1"/>
                  </a:moveTo>
                  <a:cubicBezTo>
                    <a:pt x="212" y="1"/>
                    <a:pt x="136" y="36"/>
                    <a:pt x="86" y="102"/>
                  </a:cubicBezTo>
                  <a:cubicBezTo>
                    <a:pt x="1" y="214"/>
                    <a:pt x="23" y="374"/>
                    <a:pt x="135" y="459"/>
                  </a:cubicBezTo>
                  <a:cubicBezTo>
                    <a:pt x="595" y="800"/>
                    <a:pt x="1082" y="1100"/>
                    <a:pt x="1592" y="1356"/>
                  </a:cubicBezTo>
                  <a:cubicBezTo>
                    <a:pt x="1629" y="1374"/>
                    <a:pt x="1667" y="1382"/>
                    <a:pt x="1705" y="1382"/>
                  </a:cubicBezTo>
                  <a:cubicBezTo>
                    <a:pt x="1799" y="1382"/>
                    <a:pt x="1891" y="1329"/>
                    <a:pt x="1935" y="1239"/>
                  </a:cubicBezTo>
                  <a:cubicBezTo>
                    <a:pt x="1996" y="1113"/>
                    <a:pt x="1943" y="960"/>
                    <a:pt x="1817" y="898"/>
                  </a:cubicBezTo>
                  <a:cubicBezTo>
                    <a:pt x="1336" y="656"/>
                    <a:pt x="875" y="373"/>
                    <a:pt x="443" y="52"/>
                  </a:cubicBezTo>
                  <a:cubicBezTo>
                    <a:pt x="397" y="18"/>
                    <a:pt x="343" y="1"/>
                    <a:pt x="289" y="1"/>
                  </a:cubicBezTo>
                  <a:close/>
                </a:path>
              </a:pathLst>
            </a:custGeom>
            <a:solidFill>
              <a:srgbClr val="667E9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6" name="Google Shape;8900;p59">
              <a:extLst>
                <a:ext uri="{FF2B5EF4-FFF2-40B4-BE49-F238E27FC236}">
                  <a16:creationId xmlns:a16="http://schemas.microsoft.com/office/drawing/2014/main" id="{7AAB7174-2555-042A-6487-3F5AA7CBB212}"/>
                </a:ext>
              </a:extLst>
            </p:cNvPr>
            <p:cNvGrpSpPr/>
            <p:nvPr/>
          </p:nvGrpSpPr>
          <p:grpSpPr>
            <a:xfrm>
              <a:off x="4889463" y="1423737"/>
              <a:ext cx="29552" cy="142899"/>
              <a:chOff x="4889463" y="1423737"/>
              <a:chExt cx="29552" cy="142899"/>
            </a:xfrm>
          </p:grpSpPr>
          <p:sp>
            <p:nvSpPr>
              <p:cNvPr id="1742" name="Google Shape;8901;p59">
                <a:extLst>
                  <a:ext uri="{FF2B5EF4-FFF2-40B4-BE49-F238E27FC236}">
                    <a16:creationId xmlns:a16="http://schemas.microsoft.com/office/drawing/2014/main" id="{3F5F2EA8-0D74-DA4B-2A33-989C7B24D0E7}"/>
                  </a:ext>
                </a:extLst>
              </p:cNvPr>
              <p:cNvSpPr/>
              <p:nvPr/>
            </p:nvSpPr>
            <p:spPr>
              <a:xfrm>
                <a:off x="4889463" y="1515647"/>
                <a:ext cx="26158" cy="50989"/>
              </a:xfrm>
              <a:custGeom>
                <a:avLst/>
                <a:gdLst/>
                <a:ahLst/>
                <a:cxnLst/>
                <a:rect l="l" t="t" r="r" b="b"/>
                <a:pathLst>
                  <a:path w="2050" h="3996" extrusionOk="0">
                    <a:moveTo>
                      <a:pt x="1772" y="0"/>
                    </a:moveTo>
                    <a:cubicBezTo>
                      <a:pt x="1653" y="0"/>
                      <a:pt x="1547" y="82"/>
                      <a:pt x="1518" y="201"/>
                    </a:cubicBezTo>
                    <a:cubicBezTo>
                      <a:pt x="1307" y="1053"/>
                      <a:pt x="977" y="1872"/>
                      <a:pt x="540" y="2634"/>
                    </a:cubicBezTo>
                    <a:lnTo>
                      <a:pt x="285" y="2482"/>
                    </a:lnTo>
                    <a:cubicBezTo>
                      <a:pt x="265" y="2470"/>
                      <a:pt x="244" y="2465"/>
                      <a:pt x="223" y="2465"/>
                    </a:cubicBezTo>
                    <a:cubicBezTo>
                      <a:pt x="162" y="2465"/>
                      <a:pt x="104" y="2511"/>
                      <a:pt x="99" y="2579"/>
                    </a:cubicBezTo>
                    <a:lnTo>
                      <a:pt x="6" y="3864"/>
                    </a:lnTo>
                    <a:cubicBezTo>
                      <a:pt x="0" y="3939"/>
                      <a:pt x="62" y="3995"/>
                      <a:pt x="129" y="3995"/>
                    </a:cubicBezTo>
                    <a:cubicBezTo>
                      <a:pt x="152" y="3995"/>
                      <a:pt x="174" y="3989"/>
                      <a:pt x="195" y="3976"/>
                    </a:cubicBezTo>
                    <a:lnTo>
                      <a:pt x="1278" y="3279"/>
                    </a:lnTo>
                    <a:cubicBezTo>
                      <a:pt x="1355" y="3229"/>
                      <a:pt x="1353" y="3117"/>
                      <a:pt x="1275" y="3071"/>
                    </a:cubicBezTo>
                    <a:lnTo>
                      <a:pt x="978" y="2893"/>
                    </a:lnTo>
                    <a:cubicBezTo>
                      <a:pt x="1444" y="2085"/>
                      <a:pt x="1794" y="1213"/>
                      <a:pt x="2018" y="307"/>
                    </a:cubicBezTo>
                    <a:cubicBezTo>
                      <a:pt x="2050" y="171"/>
                      <a:pt x="1963" y="35"/>
                      <a:pt x="1826" y="6"/>
                    </a:cubicBezTo>
                    <a:cubicBezTo>
                      <a:pt x="1808" y="2"/>
                      <a:pt x="1790" y="0"/>
                      <a:pt x="177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Google Shape;8902;p59">
                <a:extLst>
                  <a:ext uri="{FF2B5EF4-FFF2-40B4-BE49-F238E27FC236}">
                    <a16:creationId xmlns:a16="http://schemas.microsoft.com/office/drawing/2014/main" id="{AC46F9C4-35E2-2AAE-1570-1827746BB4D1}"/>
                  </a:ext>
                </a:extLst>
              </p:cNvPr>
              <p:cNvSpPr/>
              <p:nvPr/>
            </p:nvSpPr>
            <p:spPr>
              <a:xfrm>
                <a:off x="4910772" y="1479256"/>
                <a:ext cx="8243" cy="31785"/>
              </a:xfrm>
              <a:custGeom>
                <a:avLst/>
                <a:gdLst/>
                <a:ahLst/>
                <a:cxnLst/>
                <a:rect l="l" t="t" r="r" b="b"/>
                <a:pathLst>
                  <a:path w="646" h="2491" extrusionOk="0">
                    <a:moveTo>
                      <a:pt x="375" y="0"/>
                    </a:moveTo>
                    <a:cubicBezTo>
                      <a:pt x="368" y="0"/>
                      <a:pt x="361" y="1"/>
                      <a:pt x="354" y="1"/>
                    </a:cubicBezTo>
                    <a:cubicBezTo>
                      <a:pt x="216" y="11"/>
                      <a:pt x="111" y="129"/>
                      <a:pt x="119" y="269"/>
                    </a:cubicBezTo>
                    <a:cubicBezTo>
                      <a:pt x="128" y="438"/>
                      <a:pt x="135" y="607"/>
                      <a:pt x="135" y="776"/>
                    </a:cubicBezTo>
                    <a:cubicBezTo>
                      <a:pt x="135" y="1252"/>
                      <a:pt x="96" y="1724"/>
                      <a:pt x="23" y="2193"/>
                    </a:cubicBezTo>
                    <a:cubicBezTo>
                      <a:pt x="0" y="2328"/>
                      <a:pt x="88" y="2458"/>
                      <a:pt x="223" y="2485"/>
                    </a:cubicBezTo>
                    <a:cubicBezTo>
                      <a:pt x="240" y="2488"/>
                      <a:pt x="257" y="2490"/>
                      <a:pt x="274" y="2490"/>
                    </a:cubicBezTo>
                    <a:cubicBezTo>
                      <a:pt x="396" y="2490"/>
                      <a:pt x="504" y="2403"/>
                      <a:pt x="526" y="2278"/>
                    </a:cubicBezTo>
                    <a:cubicBezTo>
                      <a:pt x="604" y="1782"/>
                      <a:pt x="644" y="1279"/>
                      <a:pt x="646" y="776"/>
                    </a:cubicBezTo>
                    <a:cubicBezTo>
                      <a:pt x="646" y="595"/>
                      <a:pt x="638" y="413"/>
                      <a:pt x="626" y="232"/>
                    </a:cubicBezTo>
                    <a:cubicBezTo>
                      <a:pt x="616" y="101"/>
                      <a:pt x="505" y="0"/>
                      <a:pt x="375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Google Shape;8903;p59">
                <a:extLst>
                  <a:ext uri="{FF2B5EF4-FFF2-40B4-BE49-F238E27FC236}">
                    <a16:creationId xmlns:a16="http://schemas.microsoft.com/office/drawing/2014/main" id="{FA763D68-72B9-AEA6-8EF4-7083777A5C24}"/>
                  </a:ext>
                </a:extLst>
              </p:cNvPr>
              <p:cNvSpPr/>
              <p:nvPr/>
            </p:nvSpPr>
            <p:spPr>
              <a:xfrm>
                <a:off x="4895052" y="1423737"/>
                <a:ext cx="14215" cy="19446"/>
              </a:xfrm>
              <a:custGeom>
                <a:avLst/>
                <a:gdLst/>
                <a:ahLst/>
                <a:cxnLst/>
                <a:rect l="l" t="t" r="r" b="b"/>
                <a:pathLst>
                  <a:path w="1114" h="1524" extrusionOk="0">
                    <a:moveTo>
                      <a:pt x="293" y="1"/>
                    </a:moveTo>
                    <a:cubicBezTo>
                      <a:pt x="265" y="1"/>
                      <a:pt x="236" y="5"/>
                      <a:pt x="209" y="16"/>
                    </a:cubicBezTo>
                    <a:cubicBezTo>
                      <a:pt x="62" y="74"/>
                      <a:pt x="1" y="246"/>
                      <a:pt x="79" y="383"/>
                    </a:cubicBezTo>
                    <a:cubicBezTo>
                      <a:pt x="262" y="698"/>
                      <a:pt x="427" y="1025"/>
                      <a:pt x="573" y="1359"/>
                    </a:cubicBezTo>
                    <a:cubicBezTo>
                      <a:pt x="615" y="1461"/>
                      <a:pt x="714" y="1523"/>
                      <a:pt x="819" y="1523"/>
                    </a:cubicBezTo>
                    <a:cubicBezTo>
                      <a:pt x="848" y="1523"/>
                      <a:pt x="878" y="1518"/>
                      <a:pt x="907" y="1508"/>
                    </a:cubicBezTo>
                    <a:lnTo>
                      <a:pt x="942" y="1495"/>
                    </a:lnTo>
                    <a:cubicBezTo>
                      <a:pt x="1056" y="1457"/>
                      <a:pt x="1114" y="1331"/>
                      <a:pt x="1067" y="1220"/>
                    </a:cubicBezTo>
                    <a:cubicBezTo>
                      <a:pt x="910" y="849"/>
                      <a:pt x="729" y="488"/>
                      <a:pt x="528" y="139"/>
                    </a:cubicBezTo>
                    <a:cubicBezTo>
                      <a:pt x="478" y="54"/>
                      <a:pt x="387" y="1"/>
                      <a:pt x="293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Google Shape;8904;p59">
                <a:extLst>
                  <a:ext uri="{FF2B5EF4-FFF2-40B4-BE49-F238E27FC236}">
                    <a16:creationId xmlns:a16="http://schemas.microsoft.com/office/drawing/2014/main" id="{51E50A82-AE1F-6910-EF0D-F23E573FD738}"/>
                  </a:ext>
                </a:extLst>
              </p:cNvPr>
              <p:cNvSpPr/>
              <p:nvPr/>
            </p:nvSpPr>
            <p:spPr>
              <a:xfrm>
                <a:off x="4905783" y="1447292"/>
                <a:ext cx="12071" cy="27153"/>
              </a:xfrm>
              <a:custGeom>
                <a:avLst/>
                <a:gdLst/>
                <a:ahLst/>
                <a:cxnLst/>
                <a:rect l="l" t="t" r="r" b="b"/>
                <a:pathLst>
                  <a:path w="946" h="2128" extrusionOk="0">
                    <a:moveTo>
                      <a:pt x="288" y="0"/>
                    </a:moveTo>
                    <a:cubicBezTo>
                      <a:pt x="260" y="0"/>
                      <a:pt x="232" y="5"/>
                      <a:pt x="204" y="15"/>
                    </a:cubicBezTo>
                    <a:cubicBezTo>
                      <a:pt x="71" y="61"/>
                      <a:pt x="1" y="205"/>
                      <a:pt x="47" y="338"/>
                    </a:cubicBezTo>
                    <a:cubicBezTo>
                      <a:pt x="215" y="850"/>
                      <a:pt x="342" y="1376"/>
                      <a:pt x="420" y="1909"/>
                    </a:cubicBezTo>
                    <a:cubicBezTo>
                      <a:pt x="438" y="2036"/>
                      <a:pt x="548" y="2128"/>
                      <a:pt x="673" y="2128"/>
                    </a:cubicBezTo>
                    <a:cubicBezTo>
                      <a:pt x="685" y="2128"/>
                      <a:pt x="696" y="2127"/>
                      <a:pt x="708" y="2125"/>
                    </a:cubicBezTo>
                    <a:cubicBezTo>
                      <a:pt x="848" y="2106"/>
                      <a:pt x="945" y="1978"/>
                      <a:pt x="926" y="1839"/>
                    </a:cubicBezTo>
                    <a:lnTo>
                      <a:pt x="925" y="1839"/>
                    </a:lnTo>
                    <a:cubicBezTo>
                      <a:pt x="841" y="1273"/>
                      <a:pt x="708" y="716"/>
                      <a:pt x="529" y="173"/>
                    </a:cubicBezTo>
                    <a:cubicBezTo>
                      <a:pt x="492" y="67"/>
                      <a:pt x="393" y="0"/>
                      <a:pt x="288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37" name="Google Shape;8905;p59">
              <a:extLst>
                <a:ext uri="{FF2B5EF4-FFF2-40B4-BE49-F238E27FC236}">
                  <a16:creationId xmlns:a16="http://schemas.microsoft.com/office/drawing/2014/main" id="{733BFF5F-97D0-2801-54D2-8D8C930FDFF7}"/>
                </a:ext>
              </a:extLst>
            </p:cNvPr>
            <p:cNvGrpSpPr/>
            <p:nvPr/>
          </p:nvGrpSpPr>
          <p:grpSpPr>
            <a:xfrm>
              <a:off x="4771663" y="1876896"/>
              <a:ext cx="108651" cy="100447"/>
              <a:chOff x="4771663" y="1876896"/>
              <a:chExt cx="108651" cy="100447"/>
            </a:xfrm>
          </p:grpSpPr>
          <p:sp>
            <p:nvSpPr>
              <p:cNvPr id="1738" name="Google Shape;8906;p59">
                <a:extLst>
                  <a:ext uri="{FF2B5EF4-FFF2-40B4-BE49-F238E27FC236}">
                    <a16:creationId xmlns:a16="http://schemas.microsoft.com/office/drawing/2014/main" id="{49A78760-D72B-F803-2C84-32834E866FC3}"/>
                  </a:ext>
                </a:extLst>
              </p:cNvPr>
              <p:cNvSpPr/>
              <p:nvPr/>
            </p:nvSpPr>
            <p:spPr>
              <a:xfrm>
                <a:off x="4771663" y="1951210"/>
                <a:ext cx="53184" cy="26132"/>
              </a:xfrm>
              <a:custGeom>
                <a:avLst/>
                <a:gdLst/>
                <a:ahLst/>
                <a:cxnLst/>
                <a:rect l="l" t="t" r="r" b="b"/>
                <a:pathLst>
                  <a:path w="4168" h="2048" extrusionOk="0">
                    <a:moveTo>
                      <a:pt x="3871" y="0"/>
                    </a:moveTo>
                    <a:cubicBezTo>
                      <a:pt x="3824" y="0"/>
                      <a:pt x="3777" y="13"/>
                      <a:pt x="3735" y="39"/>
                    </a:cubicBezTo>
                    <a:cubicBezTo>
                      <a:pt x="2982" y="492"/>
                      <a:pt x="2170" y="838"/>
                      <a:pt x="1323" y="1067"/>
                    </a:cubicBezTo>
                    <a:lnTo>
                      <a:pt x="1249" y="780"/>
                    </a:lnTo>
                    <a:cubicBezTo>
                      <a:pt x="1235" y="721"/>
                      <a:pt x="1183" y="687"/>
                      <a:pt x="1130" y="687"/>
                    </a:cubicBezTo>
                    <a:cubicBezTo>
                      <a:pt x="1102" y="687"/>
                      <a:pt x="1073" y="696"/>
                      <a:pt x="1049" y="717"/>
                    </a:cubicBezTo>
                    <a:lnTo>
                      <a:pt x="76" y="1560"/>
                    </a:lnTo>
                    <a:cubicBezTo>
                      <a:pt x="0" y="1625"/>
                      <a:pt x="32" y="1750"/>
                      <a:pt x="130" y="1773"/>
                    </a:cubicBezTo>
                    <a:lnTo>
                      <a:pt x="1389" y="2045"/>
                    </a:lnTo>
                    <a:cubicBezTo>
                      <a:pt x="1398" y="2047"/>
                      <a:pt x="1407" y="2048"/>
                      <a:pt x="1416" y="2048"/>
                    </a:cubicBezTo>
                    <a:cubicBezTo>
                      <a:pt x="1493" y="2048"/>
                      <a:pt x="1555" y="1975"/>
                      <a:pt x="1534" y="1894"/>
                    </a:cubicBezTo>
                    <a:lnTo>
                      <a:pt x="1450" y="1561"/>
                    </a:lnTo>
                    <a:cubicBezTo>
                      <a:pt x="2351" y="1318"/>
                      <a:pt x="3214" y="950"/>
                      <a:pt x="4013" y="466"/>
                    </a:cubicBezTo>
                    <a:cubicBezTo>
                      <a:pt x="4132" y="392"/>
                      <a:pt x="4167" y="235"/>
                      <a:pt x="4090" y="119"/>
                    </a:cubicBezTo>
                    <a:cubicBezTo>
                      <a:pt x="4039" y="42"/>
                      <a:pt x="3956" y="0"/>
                      <a:pt x="3871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8907;p59">
                <a:extLst>
                  <a:ext uri="{FF2B5EF4-FFF2-40B4-BE49-F238E27FC236}">
                    <a16:creationId xmlns:a16="http://schemas.microsoft.com/office/drawing/2014/main" id="{5660C07E-B127-185C-4847-2454E41BF0DD}"/>
                  </a:ext>
                </a:extLst>
              </p:cNvPr>
              <p:cNvSpPr/>
              <p:nvPr/>
            </p:nvSpPr>
            <p:spPr>
              <a:xfrm>
                <a:off x="4826850" y="1927897"/>
                <a:ext cx="26081" cy="23529"/>
              </a:xfrm>
              <a:custGeom>
                <a:avLst/>
                <a:gdLst/>
                <a:ahLst/>
                <a:cxnLst/>
                <a:rect l="l" t="t" r="r" b="b"/>
                <a:pathLst>
                  <a:path w="2044" h="1844" extrusionOk="0">
                    <a:moveTo>
                      <a:pt x="1760" y="1"/>
                    </a:moveTo>
                    <a:cubicBezTo>
                      <a:pt x="1689" y="1"/>
                      <a:pt x="1619" y="31"/>
                      <a:pt x="1568" y="88"/>
                    </a:cubicBezTo>
                    <a:cubicBezTo>
                      <a:pt x="1456" y="215"/>
                      <a:pt x="1341" y="338"/>
                      <a:pt x="1221" y="458"/>
                    </a:cubicBezTo>
                    <a:cubicBezTo>
                      <a:pt x="885" y="793"/>
                      <a:pt x="524" y="1102"/>
                      <a:pt x="140" y="1380"/>
                    </a:cubicBezTo>
                    <a:cubicBezTo>
                      <a:pt x="29" y="1460"/>
                      <a:pt x="1" y="1612"/>
                      <a:pt x="74" y="1728"/>
                    </a:cubicBezTo>
                    <a:cubicBezTo>
                      <a:pt x="124" y="1803"/>
                      <a:pt x="205" y="1844"/>
                      <a:pt x="288" y="1844"/>
                    </a:cubicBezTo>
                    <a:cubicBezTo>
                      <a:pt x="339" y="1844"/>
                      <a:pt x="391" y="1828"/>
                      <a:pt x="436" y="1797"/>
                    </a:cubicBezTo>
                    <a:cubicBezTo>
                      <a:pt x="843" y="1500"/>
                      <a:pt x="1226" y="1174"/>
                      <a:pt x="1581" y="820"/>
                    </a:cubicBezTo>
                    <a:cubicBezTo>
                      <a:pt x="1711" y="690"/>
                      <a:pt x="1834" y="557"/>
                      <a:pt x="1954" y="421"/>
                    </a:cubicBezTo>
                    <a:cubicBezTo>
                      <a:pt x="2044" y="315"/>
                      <a:pt x="2033" y="155"/>
                      <a:pt x="1927" y="64"/>
                    </a:cubicBezTo>
                    <a:cubicBezTo>
                      <a:pt x="1879" y="22"/>
                      <a:pt x="1819" y="1"/>
                      <a:pt x="1760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8908;p59">
                <a:extLst>
                  <a:ext uri="{FF2B5EF4-FFF2-40B4-BE49-F238E27FC236}">
                    <a16:creationId xmlns:a16="http://schemas.microsoft.com/office/drawing/2014/main" id="{952F50F2-A5C0-690B-48B7-30DFA500EB05}"/>
                  </a:ext>
                </a:extLst>
              </p:cNvPr>
              <p:cNvSpPr/>
              <p:nvPr/>
            </p:nvSpPr>
            <p:spPr>
              <a:xfrm>
                <a:off x="4868600" y="1876896"/>
                <a:ext cx="11714" cy="20531"/>
              </a:xfrm>
              <a:custGeom>
                <a:avLst/>
                <a:gdLst/>
                <a:ahLst/>
                <a:cxnLst/>
                <a:rect l="l" t="t" r="r" b="b"/>
                <a:pathLst>
                  <a:path w="918" h="1609" extrusionOk="0">
                    <a:moveTo>
                      <a:pt x="642" y="0"/>
                    </a:moveTo>
                    <a:cubicBezTo>
                      <a:pt x="531" y="0"/>
                      <a:pt x="426" y="74"/>
                      <a:pt x="396" y="189"/>
                    </a:cubicBezTo>
                    <a:cubicBezTo>
                      <a:pt x="301" y="543"/>
                      <a:pt x="187" y="889"/>
                      <a:pt x="53" y="1228"/>
                    </a:cubicBezTo>
                    <a:cubicBezTo>
                      <a:pt x="0" y="1360"/>
                      <a:pt x="58" y="1509"/>
                      <a:pt x="184" y="1571"/>
                    </a:cubicBezTo>
                    <a:lnTo>
                      <a:pt x="218" y="1587"/>
                    </a:lnTo>
                    <a:cubicBezTo>
                      <a:pt x="248" y="1602"/>
                      <a:pt x="280" y="1608"/>
                      <a:pt x="311" y="1608"/>
                    </a:cubicBezTo>
                    <a:cubicBezTo>
                      <a:pt x="392" y="1608"/>
                      <a:pt x="469" y="1561"/>
                      <a:pt x="501" y="1480"/>
                    </a:cubicBezTo>
                    <a:cubicBezTo>
                      <a:pt x="653" y="1107"/>
                      <a:pt x="780" y="724"/>
                      <a:pt x="886" y="333"/>
                    </a:cubicBezTo>
                    <a:cubicBezTo>
                      <a:pt x="918" y="210"/>
                      <a:pt x="862" y="74"/>
                      <a:pt x="746" y="22"/>
                    </a:cubicBezTo>
                    <a:cubicBezTo>
                      <a:pt x="712" y="7"/>
                      <a:pt x="677" y="0"/>
                      <a:pt x="642" y="0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8909;p59">
                <a:extLst>
                  <a:ext uri="{FF2B5EF4-FFF2-40B4-BE49-F238E27FC236}">
                    <a16:creationId xmlns:a16="http://schemas.microsoft.com/office/drawing/2014/main" id="{624C3F21-8B5B-B472-FD60-E30F2FC204BF}"/>
                  </a:ext>
                </a:extLst>
              </p:cNvPr>
              <p:cNvSpPr/>
              <p:nvPr/>
            </p:nvSpPr>
            <p:spPr>
              <a:xfrm>
                <a:off x="4852804" y="1901038"/>
                <a:ext cx="18528" cy="24589"/>
              </a:xfrm>
              <a:custGeom>
                <a:avLst/>
                <a:gdLst/>
                <a:ahLst/>
                <a:cxnLst/>
                <a:rect l="l" t="t" r="r" b="b"/>
                <a:pathLst>
                  <a:path w="1452" h="1927" extrusionOk="0">
                    <a:moveTo>
                      <a:pt x="1159" y="1"/>
                    </a:moveTo>
                    <a:cubicBezTo>
                      <a:pt x="1064" y="1"/>
                      <a:pt x="974" y="53"/>
                      <a:pt x="931" y="143"/>
                    </a:cubicBezTo>
                    <a:cubicBezTo>
                      <a:pt x="689" y="625"/>
                      <a:pt x="405" y="1085"/>
                      <a:pt x="85" y="1519"/>
                    </a:cubicBezTo>
                    <a:cubicBezTo>
                      <a:pt x="0" y="1631"/>
                      <a:pt x="21" y="1790"/>
                      <a:pt x="135" y="1874"/>
                    </a:cubicBezTo>
                    <a:cubicBezTo>
                      <a:pt x="181" y="1909"/>
                      <a:pt x="235" y="1926"/>
                      <a:pt x="289" y="1926"/>
                    </a:cubicBezTo>
                    <a:cubicBezTo>
                      <a:pt x="366" y="1926"/>
                      <a:pt x="441" y="1892"/>
                      <a:pt x="492" y="1826"/>
                    </a:cubicBezTo>
                    <a:cubicBezTo>
                      <a:pt x="831" y="1367"/>
                      <a:pt x="1132" y="878"/>
                      <a:pt x="1389" y="368"/>
                    </a:cubicBezTo>
                    <a:cubicBezTo>
                      <a:pt x="1451" y="241"/>
                      <a:pt x="1398" y="87"/>
                      <a:pt x="1270" y="26"/>
                    </a:cubicBezTo>
                    <a:cubicBezTo>
                      <a:pt x="1234" y="9"/>
                      <a:pt x="1196" y="1"/>
                      <a:pt x="1159" y="1"/>
                    </a:cubicBezTo>
                    <a:close/>
                  </a:path>
                </a:pathLst>
              </a:custGeom>
              <a:solidFill>
                <a:srgbClr val="667E9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62" name="Google Shape;8969;p59">
            <a:extLst>
              <a:ext uri="{FF2B5EF4-FFF2-40B4-BE49-F238E27FC236}">
                <a16:creationId xmlns:a16="http://schemas.microsoft.com/office/drawing/2014/main" id="{5313CED3-6720-E22D-48DE-7EA154F2A15F}"/>
              </a:ext>
            </a:extLst>
          </p:cNvPr>
          <p:cNvGrpSpPr/>
          <p:nvPr/>
        </p:nvGrpSpPr>
        <p:grpSpPr>
          <a:xfrm>
            <a:off x="7515376" y="4681173"/>
            <a:ext cx="1238099" cy="756166"/>
            <a:chOff x="238125" y="999450"/>
            <a:chExt cx="7140700" cy="3708225"/>
          </a:xfrm>
        </p:grpSpPr>
        <p:sp>
          <p:nvSpPr>
            <p:cNvPr id="1763" name="Google Shape;8970;p59">
              <a:extLst>
                <a:ext uri="{FF2B5EF4-FFF2-40B4-BE49-F238E27FC236}">
                  <a16:creationId xmlns:a16="http://schemas.microsoft.com/office/drawing/2014/main" id="{5D21A756-9A95-187F-96C3-C8E0FAB73855}"/>
                </a:ext>
              </a:extLst>
            </p:cNvPr>
            <p:cNvSpPr/>
            <p:nvPr/>
          </p:nvSpPr>
          <p:spPr>
            <a:xfrm>
              <a:off x="2171975" y="3872925"/>
              <a:ext cx="7900" cy="25"/>
            </a:xfrm>
            <a:custGeom>
              <a:avLst/>
              <a:gdLst/>
              <a:ahLst/>
              <a:cxnLst/>
              <a:rect l="l" t="t" r="r" b="b"/>
              <a:pathLst>
                <a:path w="316" h="1" extrusionOk="0">
                  <a:moveTo>
                    <a:pt x="316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667E92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4" name="Google Shape;8971;p59">
              <a:extLst>
                <a:ext uri="{FF2B5EF4-FFF2-40B4-BE49-F238E27FC236}">
                  <a16:creationId xmlns:a16="http://schemas.microsoft.com/office/drawing/2014/main" id="{27B8E6C0-E532-E8FB-8E22-41B6087B676B}"/>
                </a:ext>
              </a:extLst>
            </p:cNvPr>
            <p:cNvSpPr/>
            <p:nvPr/>
          </p:nvSpPr>
          <p:spPr>
            <a:xfrm>
              <a:off x="2180300" y="999450"/>
              <a:ext cx="3256350" cy="3708225"/>
            </a:xfrm>
            <a:custGeom>
              <a:avLst/>
              <a:gdLst/>
              <a:ahLst/>
              <a:cxnLst/>
              <a:rect l="l" t="t" r="r" b="b"/>
              <a:pathLst>
                <a:path w="130254" h="148329" extrusionOk="0">
                  <a:moveTo>
                    <a:pt x="130254" y="0"/>
                  </a:moveTo>
                  <a:cubicBezTo>
                    <a:pt x="90641" y="0"/>
                    <a:pt x="69506" y="34788"/>
                    <a:pt x="50871" y="65485"/>
                  </a:cubicBezTo>
                  <a:cubicBezTo>
                    <a:pt x="32725" y="95360"/>
                    <a:pt x="19404" y="114939"/>
                    <a:pt x="0" y="114939"/>
                  </a:cubicBezTo>
                  <a:cubicBezTo>
                    <a:pt x="9213" y="114939"/>
                    <a:pt x="16695" y="122421"/>
                    <a:pt x="16695" y="131634"/>
                  </a:cubicBezTo>
                  <a:cubicBezTo>
                    <a:pt x="16695" y="140846"/>
                    <a:pt x="9213" y="148328"/>
                    <a:pt x="0" y="148328"/>
                  </a:cubicBezTo>
                  <a:cubicBezTo>
                    <a:pt x="39630" y="148328"/>
                    <a:pt x="60765" y="113541"/>
                    <a:pt x="79400" y="82844"/>
                  </a:cubicBezTo>
                  <a:cubicBezTo>
                    <a:pt x="97528" y="52951"/>
                    <a:pt x="110867" y="33372"/>
                    <a:pt x="130254" y="33372"/>
                  </a:cubicBezTo>
                  <a:cubicBezTo>
                    <a:pt x="121041" y="33075"/>
                    <a:pt x="113804" y="25383"/>
                    <a:pt x="114083" y="16170"/>
                  </a:cubicBezTo>
                  <a:cubicBezTo>
                    <a:pt x="114346" y="7360"/>
                    <a:pt x="121425" y="280"/>
                    <a:pt x="130254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667E9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5" name="Google Shape;8972;p59">
              <a:extLst>
                <a:ext uri="{FF2B5EF4-FFF2-40B4-BE49-F238E27FC236}">
                  <a16:creationId xmlns:a16="http://schemas.microsoft.com/office/drawing/2014/main" id="{31BB314B-2269-DC76-1FC1-8D89DE0081A7}"/>
                </a:ext>
              </a:extLst>
            </p:cNvPr>
            <p:cNvSpPr/>
            <p:nvPr/>
          </p:nvSpPr>
          <p:spPr>
            <a:xfrm>
              <a:off x="238125" y="2853750"/>
              <a:ext cx="2358675" cy="1853475"/>
            </a:xfrm>
            <a:custGeom>
              <a:avLst/>
              <a:gdLst/>
              <a:ahLst/>
              <a:cxnLst/>
              <a:rect l="l" t="t" r="r" b="b"/>
              <a:pathLst>
                <a:path w="94347" h="74139" extrusionOk="0">
                  <a:moveTo>
                    <a:pt x="33354" y="1"/>
                  </a:moveTo>
                  <a:cubicBezTo>
                    <a:pt x="33354" y="9196"/>
                    <a:pt x="25872" y="16661"/>
                    <a:pt x="16642" y="16661"/>
                  </a:cubicBezTo>
                  <a:cubicBezTo>
                    <a:pt x="7482" y="16661"/>
                    <a:pt x="0" y="9196"/>
                    <a:pt x="0" y="1"/>
                  </a:cubicBezTo>
                  <a:lnTo>
                    <a:pt x="0" y="1"/>
                  </a:lnTo>
                  <a:cubicBezTo>
                    <a:pt x="0" y="40872"/>
                    <a:pt x="34858" y="74139"/>
                    <a:pt x="77670" y="74139"/>
                  </a:cubicBezTo>
                  <a:cubicBezTo>
                    <a:pt x="86882" y="74139"/>
                    <a:pt x="94347" y="66657"/>
                    <a:pt x="94347" y="57444"/>
                  </a:cubicBezTo>
                  <a:cubicBezTo>
                    <a:pt x="94347" y="48214"/>
                    <a:pt x="86882" y="40767"/>
                    <a:pt x="77670" y="40767"/>
                  </a:cubicBezTo>
                  <a:lnTo>
                    <a:pt x="77355" y="40767"/>
                  </a:lnTo>
                  <a:cubicBezTo>
                    <a:pt x="53073" y="40610"/>
                    <a:pt x="33354" y="22394"/>
                    <a:pt x="33354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6" name="Google Shape;8973;p59">
              <a:extLst>
                <a:ext uri="{FF2B5EF4-FFF2-40B4-BE49-F238E27FC236}">
                  <a16:creationId xmlns:a16="http://schemas.microsoft.com/office/drawing/2014/main" id="{5DB89C74-0B08-732D-0D58-BF7E83F97DEF}"/>
                </a:ext>
              </a:extLst>
            </p:cNvPr>
            <p:cNvSpPr/>
            <p:nvPr/>
          </p:nvSpPr>
          <p:spPr>
            <a:xfrm>
              <a:off x="238125" y="999450"/>
              <a:ext cx="1942200" cy="2270400"/>
            </a:xfrm>
            <a:custGeom>
              <a:avLst/>
              <a:gdLst/>
              <a:ahLst/>
              <a:cxnLst/>
              <a:rect l="l" t="t" r="r" b="b"/>
              <a:pathLst>
                <a:path w="77688" h="90816" extrusionOk="0">
                  <a:moveTo>
                    <a:pt x="77687" y="0"/>
                  </a:moveTo>
                  <a:cubicBezTo>
                    <a:pt x="34858" y="0"/>
                    <a:pt x="0" y="33249"/>
                    <a:pt x="0" y="74138"/>
                  </a:cubicBezTo>
                  <a:cubicBezTo>
                    <a:pt x="0" y="83368"/>
                    <a:pt x="7482" y="90815"/>
                    <a:pt x="16695" y="90815"/>
                  </a:cubicBezTo>
                  <a:cubicBezTo>
                    <a:pt x="25925" y="90815"/>
                    <a:pt x="33372" y="83351"/>
                    <a:pt x="33389" y="74138"/>
                  </a:cubicBezTo>
                  <a:lnTo>
                    <a:pt x="33389" y="74120"/>
                  </a:lnTo>
                  <a:cubicBezTo>
                    <a:pt x="33389" y="51654"/>
                    <a:pt x="53222" y="33378"/>
                    <a:pt x="77639" y="33354"/>
                  </a:cubicBezTo>
                  <a:lnTo>
                    <a:pt x="77639" y="33354"/>
                  </a:lnTo>
                  <a:cubicBezTo>
                    <a:pt x="77644" y="33354"/>
                    <a:pt x="77650" y="33354"/>
                    <a:pt x="77655" y="33354"/>
                  </a:cubicBezTo>
                  <a:cubicBezTo>
                    <a:pt x="77666" y="33354"/>
                    <a:pt x="77676" y="33354"/>
                    <a:pt x="77687" y="33354"/>
                  </a:cubicBezTo>
                  <a:cubicBezTo>
                    <a:pt x="77671" y="33354"/>
                    <a:pt x="77655" y="33354"/>
                    <a:pt x="77639" y="33354"/>
                  </a:cubicBezTo>
                  <a:lnTo>
                    <a:pt x="77639" y="33354"/>
                  </a:lnTo>
                  <a:cubicBezTo>
                    <a:pt x="68431" y="33346"/>
                    <a:pt x="60992" y="25874"/>
                    <a:pt x="60992" y="16695"/>
                  </a:cubicBezTo>
                  <a:cubicBezTo>
                    <a:pt x="60992" y="7482"/>
                    <a:pt x="68457" y="0"/>
                    <a:pt x="77687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445D7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7" name="Google Shape;8974;p59">
              <a:extLst>
                <a:ext uri="{FF2B5EF4-FFF2-40B4-BE49-F238E27FC236}">
                  <a16:creationId xmlns:a16="http://schemas.microsoft.com/office/drawing/2014/main" id="{07EA0854-8ED3-2223-54E7-800BC85F7BAD}"/>
                </a:ext>
              </a:extLst>
            </p:cNvPr>
            <p:cNvSpPr/>
            <p:nvPr/>
          </p:nvSpPr>
          <p:spPr>
            <a:xfrm>
              <a:off x="3808250" y="2852875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0" y="1"/>
                  </a:moveTo>
                  <a:close/>
                </a:path>
              </a:pathLst>
            </a:custGeom>
            <a:solidFill>
              <a:srgbClr val="DB634B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8" name="Google Shape;8975;p59">
              <a:extLst>
                <a:ext uri="{FF2B5EF4-FFF2-40B4-BE49-F238E27FC236}">
                  <a16:creationId xmlns:a16="http://schemas.microsoft.com/office/drawing/2014/main" id="{3951D623-78D3-FDCA-5A7F-F852EB38ACBE}"/>
                </a:ext>
              </a:extLst>
            </p:cNvPr>
            <p:cNvSpPr/>
            <p:nvPr/>
          </p:nvSpPr>
          <p:spPr>
            <a:xfrm>
              <a:off x="1762475" y="999450"/>
              <a:ext cx="2386250" cy="2044875"/>
            </a:xfrm>
            <a:custGeom>
              <a:avLst/>
              <a:gdLst/>
              <a:ahLst/>
              <a:cxnLst/>
              <a:rect l="l" t="t" r="r" b="b"/>
              <a:pathLst>
                <a:path w="95450" h="81795" extrusionOk="0">
                  <a:moveTo>
                    <a:pt x="16696" y="0"/>
                  </a:moveTo>
                  <a:cubicBezTo>
                    <a:pt x="7465" y="0"/>
                    <a:pt x="1" y="7482"/>
                    <a:pt x="1" y="16695"/>
                  </a:cubicBezTo>
                  <a:cubicBezTo>
                    <a:pt x="1" y="25925"/>
                    <a:pt x="7465" y="33389"/>
                    <a:pt x="16696" y="33389"/>
                  </a:cubicBezTo>
                  <a:cubicBezTo>
                    <a:pt x="36030" y="33389"/>
                    <a:pt x="49473" y="53038"/>
                    <a:pt x="66325" y="80781"/>
                  </a:cubicBezTo>
                  <a:cubicBezTo>
                    <a:pt x="66552" y="81130"/>
                    <a:pt x="66762" y="81463"/>
                    <a:pt x="67007" y="81795"/>
                  </a:cubicBezTo>
                  <a:cubicBezTo>
                    <a:pt x="63021" y="74086"/>
                    <a:pt x="65643" y="64471"/>
                    <a:pt x="73178" y="59891"/>
                  </a:cubicBezTo>
                  <a:cubicBezTo>
                    <a:pt x="75886" y="58251"/>
                    <a:pt x="78874" y="57469"/>
                    <a:pt x="81824" y="57469"/>
                  </a:cubicBezTo>
                  <a:cubicBezTo>
                    <a:pt x="87083" y="57469"/>
                    <a:pt x="92224" y="59953"/>
                    <a:pt x="95449" y="64488"/>
                  </a:cubicBezTo>
                  <a:cubicBezTo>
                    <a:pt x="95274" y="64139"/>
                    <a:pt x="95064" y="63789"/>
                    <a:pt x="94855" y="63439"/>
                  </a:cubicBezTo>
                  <a:cubicBezTo>
                    <a:pt x="77653" y="35190"/>
                    <a:pt x="56291" y="0"/>
                    <a:pt x="16696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213B5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9" name="Google Shape;8976;p59">
              <a:extLst>
                <a:ext uri="{FF2B5EF4-FFF2-40B4-BE49-F238E27FC236}">
                  <a16:creationId xmlns:a16="http://schemas.microsoft.com/office/drawing/2014/main" id="{9FFE5488-0FCE-3860-BE90-EB944D9EC54C}"/>
                </a:ext>
              </a:extLst>
            </p:cNvPr>
            <p:cNvSpPr/>
            <p:nvPr/>
          </p:nvSpPr>
          <p:spPr>
            <a:xfrm>
              <a:off x="3338000" y="2435975"/>
              <a:ext cx="2101275" cy="2271250"/>
            </a:xfrm>
            <a:custGeom>
              <a:avLst/>
              <a:gdLst/>
              <a:ahLst/>
              <a:cxnLst/>
              <a:rect l="l" t="t" r="r" b="b"/>
              <a:pathLst>
                <a:path w="84051" h="90850" extrusionOk="0">
                  <a:moveTo>
                    <a:pt x="84011" y="57465"/>
                  </a:moveTo>
                  <a:cubicBezTo>
                    <a:pt x="83994" y="57465"/>
                    <a:pt x="83972" y="57469"/>
                    <a:pt x="83946" y="57478"/>
                  </a:cubicBezTo>
                  <a:lnTo>
                    <a:pt x="84050" y="57478"/>
                  </a:lnTo>
                  <a:cubicBezTo>
                    <a:pt x="84042" y="57469"/>
                    <a:pt x="84029" y="57465"/>
                    <a:pt x="84011" y="57465"/>
                  </a:cubicBezTo>
                  <a:close/>
                  <a:moveTo>
                    <a:pt x="18801" y="0"/>
                  </a:moveTo>
                  <a:cubicBezTo>
                    <a:pt x="15851" y="0"/>
                    <a:pt x="12864" y="784"/>
                    <a:pt x="10157" y="2430"/>
                  </a:cubicBezTo>
                  <a:cubicBezTo>
                    <a:pt x="2622" y="7027"/>
                    <a:pt x="0" y="16625"/>
                    <a:pt x="3986" y="24334"/>
                  </a:cubicBezTo>
                  <a:cubicBezTo>
                    <a:pt x="4161" y="24683"/>
                    <a:pt x="4370" y="25033"/>
                    <a:pt x="4563" y="25348"/>
                  </a:cubicBezTo>
                  <a:cubicBezTo>
                    <a:pt x="23198" y="56062"/>
                    <a:pt x="44333" y="90850"/>
                    <a:pt x="83963" y="90850"/>
                  </a:cubicBezTo>
                  <a:cubicBezTo>
                    <a:pt x="74750" y="90850"/>
                    <a:pt x="67268" y="83368"/>
                    <a:pt x="67268" y="74155"/>
                  </a:cubicBezTo>
                  <a:cubicBezTo>
                    <a:pt x="67268" y="64925"/>
                    <a:pt x="74750" y="57478"/>
                    <a:pt x="83946" y="57478"/>
                  </a:cubicBezTo>
                  <a:cubicBezTo>
                    <a:pt x="64541" y="57478"/>
                    <a:pt x="51220" y="37899"/>
                    <a:pt x="33075" y="8024"/>
                  </a:cubicBezTo>
                  <a:cubicBezTo>
                    <a:pt x="32865" y="7674"/>
                    <a:pt x="32638" y="7342"/>
                    <a:pt x="32428" y="7027"/>
                  </a:cubicBezTo>
                  <a:cubicBezTo>
                    <a:pt x="29202" y="2491"/>
                    <a:pt x="24061" y="0"/>
                    <a:pt x="1880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A5B7C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0" name="Google Shape;8977;p59">
              <a:extLst>
                <a:ext uri="{FF2B5EF4-FFF2-40B4-BE49-F238E27FC236}">
                  <a16:creationId xmlns:a16="http://schemas.microsoft.com/office/drawing/2014/main" id="{10DF64DE-B016-87ED-884B-60A18FB1D60B}"/>
                </a:ext>
              </a:extLst>
            </p:cNvPr>
            <p:cNvSpPr/>
            <p:nvPr/>
          </p:nvSpPr>
          <p:spPr>
            <a:xfrm>
              <a:off x="5019250" y="2852875"/>
              <a:ext cx="2359150" cy="1854350"/>
            </a:xfrm>
            <a:custGeom>
              <a:avLst/>
              <a:gdLst/>
              <a:ahLst/>
              <a:cxnLst/>
              <a:rect l="l" t="t" r="r" b="b"/>
              <a:pathLst>
                <a:path w="94366" h="74174" extrusionOk="0">
                  <a:moveTo>
                    <a:pt x="94365" y="18"/>
                  </a:moveTo>
                  <a:cubicBezTo>
                    <a:pt x="94365" y="47"/>
                    <a:pt x="94365" y="76"/>
                    <a:pt x="94365" y="105"/>
                  </a:cubicBezTo>
                  <a:lnTo>
                    <a:pt x="94365" y="105"/>
                  </a:lnTo>
                  <a:cubicBezTo>
                    <a:pt x="94365" y="76"/>
                    <a:pt x="94365" y="47"/>
                    <a:pt x="94365" y="18"/>
                  </a:cubicBezTo>
                  <a:close/>
                  <a:moveTo>
                    <a:pt x="60993" y="1"/>
                  </a:moveTo>
                  <a:cubicBezTo>
                    <a:pt x="60993" y="22447"/>
                    <a:pt x="41187" y="40715"/>
                    <a:pt x="16800" y="40785"/>
                  </a:cubicBezTo>
                  <a:lnTo>
                    <a:pt x="16696" y="40785"/>
                  </a:lnTo>
                  <a:cubicBezTo>
                    <a:pt x="7465" y="40785"/>
                    <a:pt x="1" y="48249"/>
                    <a:pt x="1" y="57479"/>
                  </a:cubicBezTo>
                  <a:cubicBezTo>
                    <a:pt x="1" y="66692"/>
                    <a:pt x="7483" y="74174"/>
                    <a:pt x="16696" y="74174"/>
                  </a:cubicBezTo>
                  <a:cubicBezTo>
                    <a:pt x="59495" y="74174"/>
                    <a:pt x="94316" y="40954"/>
                    <a:pt x="94365" y="105"/>
                  </a:cubicBezTo>
                  <a:lnTo>
                    <a:pt x="94365" y="105"/>
                  </a:lnTo>
                  <a:cubicBezTo>
                    <a:pt x="94336" y="9278"/>
                    <a:pt x="86872" y="16696"/>
                    <a:pt x="77688" y="16696"/>
                  </a:cubicBezTo>
                  <a:cubicBezTo>
                    <a:pt x="68458" y="16696"/>
                    <a:pt x="60993" y="9231"/>
                    <a:pt x="60993" y="1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CFD9E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1" name="Google Shape;8978;p59">
              <a:extLst>
                <a:ext uri="{FF2B5EF4-FFF2-40B4-BE49-F238E27FC236}">
                  <a16:creationId xmlns:a16="http://schemas.microsoft.com/office/drawing/2014/main" id="{92F685E0-2CEC-BF3A-25B1-12F92318BA83}"/>
                </a:ext>
              </a:extLst>
            </p:cNvPr>
            <p:cNvSpPr/>
            <p:nvPr/>
          </p:nvSpPr>
          <p:spPr>
            <a:xfrm>
              <a:off x="5025375" y="999450"/>
              <a:ext cx="2353450" cy="2270825"/>
            </a:xfrm>
            <a:custGeom>
              <a:avLst/>
              <a:gdLst/>
              <a:ahLst/>
              <a:cxnLst/>
              <a:rect l="l" t="t" r="r" b="b"/>
              <a:pathLst>
                <a:path w="94138" h="90833" extrusionOk="0">
                  <a:moveTo>
                    <a:pt x="16451" y="0"/>
                  </a:moveTo>
                  <a:cubicBezTo>
                    <a:pt x="7640" y="280"/>
                    <a:pt x="560" y="7360"/>
                    <a:pt x="280" y="16170"/>
                  </a:cubicBezTo>
                  <a:cubicBezTo>
                    <a:pt x="1" y="25400"/>
                    <a:pt x="7238" y="33092"/>
                    <a:pt x="16451" y="33372"/>
                  </a:cubicBezTo>
                  <a:lnTo>
                    <a:pt x="16520" y="33372"/>
                  </a:lnTo>
                  <a:cubicBezTo>
                    <a:pt x="40907" y="33389"/>
                    <a:pt x="60748" y="51675"/>
                    <a:pt x="60748" y="74138"/>
                  </a:cubicBezTo>
                  <a:cubicBezTo>
                    <a:pt x="60748" y="83368"/>
                    <a:pt x="68213" y="90833"/>
                    <a:pt x="77443" y="90833"/>
                  </a:cubicBezTo>
                  <a:cubicBezTo>
                    <a:pt x="86656" y="90833"/>
                    <a:pt x="94138" y="83368"/>
                    <a:pt x="94138" y="74138"/>
                  </a:cubicBezTo>
                  <a:cubicBezTo>
                    <a:pt x="94138" y="33249"/>
                    <a:pt x="59280" y="0"/>
                    <a:pt x="16451" y="0"/>
                  </a:cubicBezTo>
                  <a:close/>
                </a:path>
              </a:pathLst>
            </a:custGeom>
            <a:noFill/>
            <a:ln w="9525" cap="flat" cmpd="sng">
              <a:solidFill>
                <a:srgbClr val="869FB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45"/>
          <p:cNvSpPr txBox="1">
            <a:spLocks noGrp="1"/>
          </p:cNvSpPr>
          <p:nvPr>
            <p:ph type="title"/>
          </p:nvPr>
        </p:nvSpPr>
        <p:spPr>
          <a:xfrm>
            <a:off x="2603399" y="566400"/>
            <a:ext cx="3937200" cy="72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CONCLUSION</a:t>
            </a:r>
          </a:p>
        </p:txBody>
      </p:sp>
      <p:sp>
        <p:nvSpPr>
          <p:cNvPr id="1702" name="Google Shape;1702;p45"/>
          <p:cNvSpPr txBox="1">
            <a:spLocks noGrp="1"/>
          </p:cNvSpPr>
          <p:nvPr>
            <p:ph type="subTitle" idx="1"/>
          </p:nvPr>
        </p:nvSpPr>
        <p:spPr>
          <a:xfrm>
            <a:off x="850106" y="1459515"/>
            <a:ext cx="7443787" cy="3512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buNone/>
            </a:pPr>
            <a:r>
              <a:rPr lang="en-US" dirty="0"/>
              <a:t>The proposed AI-based Face Recognition Attendance System presents a modern and effective alternative to traditional manual methods. It streamlines the attendance process, improves accuracy, and reduces administrative workload. Key highlights of the system include: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High Accuracy &amp; Automation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The system marks attendance automatically with an accuracy exceeding </a:t>
            </a:r>
            <a:r>
              <a:rPr lang="en-US" b="1" dirty="0"/>
              <a:t>80%</a:t>
            </a:r>
            <a:r>
              <a:rPr lang="en-US" dirty="0"/>
              <a:t>, minimizing human error and saving valuable time.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Modular, Scalable, and Secure Design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Built with a modular structure, it allows for </a:t>
            </a:r>
            <a:r>
              <a:rPr lang="en-US" b="1" dirty="0"/>
              <a:t>easy upgrades</a:t>
            </a:r>
            <a:r>
              <a:rPr lang="en-US" dirty="0"/>
              <a:t>, </a:t>
            </a:r>
            <a:r>
              <a:rPr lang="en-US" b="1" dirty="0"/>
              <a:t>scalability across departments</a:t>
            </a:r>
            <a:r>
              <a:rPr lang="en-US" dirty="0"/>
              <a:t>, and </a:t>
            </a:r>
            <a:r>
              <a:rPr lang="en-US" b="1" dirty="0"/>
              <a:t>data protection</a:t>
            </a:r>
            <a:r>
              <a:rPr lang="en-US" dirty="0"/>
              <a:t> through secure storage and access protocols.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Easy Integration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The system is designed to be easily deployable in various environments such as </a:t>
            </a:r>
            <a:r>
              <a:rPr lang="en-US" b="1" dirty="0"/>
              <a:t>schools, colleges, corporate offices</a:t>
            </a:r>
            <a:r>
              <a:rPr lang="en-US" dirty="0"/>
              <a:t>, and </a:t>
            </a:r>
            <a:r>
              <a:rPr lang="en-US" b="1" dirty="0"/>
              <a:t>government institutions</a:t>
            </a:r>
            <a:r>
              <a:rPr lang="en-US" dirty="0"/>
              <a:t> with minimal setup effort.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/>
              <a:t>Support for Expansion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It supports </a:t>
            </a:r>
            <a:r>
              <a:rPr lang="en-US" b="1" dirty="0"/>
              <a:t>continuous updates</a:t>
            </a:r>
            <a:r>
              <a:rPr lang="en-US" dirty="0"/>
              <a:t>, </a:t>
            </a:r>
            <a:r>
              <a:rPr lang="en-US" b="1" dirty="0"/>
              <a:t>real-time face additions</a:t>
            </a:r>
            <a:r>
              <a:rPr lang="en-US" dirty="0"/>
              <a:t>, and seamless </a:t>
            </a:r>
            <a:r>
              <a:rPr lang="en-US" b="1" dirty="0"/>
              <a:t>user management</a:t>
            </a:r>
            <a:r>
              <a:rPr lang="en-US" dirty="0"/>
              <a:t>, making it future-ready for growing organizations.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9" name="Google Shape;185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FUTURE SCOPE</a:t>
            </a:r>
          </a:p>
        </p:txBody>
      </p:sp>
      <p:sp>
        <p:nvSpPr>
          <p:cNvPr id="1860" name="Google Shape;1860;p50"/>
          <p:cNvSpPr txBox="1">
            <a:spLocks noGrp="1"/>
          </p:cNvSpPr>
          <p:nvPr>
            <p:ph type="subTitle" idx="1"/>
          </p:nvPr>
        </p:nvSpPr>
        <p:spPr>
          <a:xfrm>
            <a:off x="720000" y="1174425"/>
            <a:ext cx="7704000" cy="258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dirty="0"/>
              <a:t>The project holds strong potential for real-world deployment and can be significantly enhanced to meet industrial-grade standards. Planned future improvements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Integration of Advanced Deep Learning Models</a:t>
            </a:r>
            <a:br>
              <a:rPr lang="en-US" dirty="0"/>
            </a:br>
            <a:r>
              <a:rPr lang="en-US" dirty="0"/>
              <a:t>Leverage powerful CNN architectures like </a:t>
            </a:r>
            <a:r>
              <a:rPr lang="en-US" b="1" dirty="0" err="1"/>
              <a:t>ResNet</a:t>
            </a:r>
            <a:r>
              <a:rPr lang="en-US" dirty="0"/>
              <a:t>, </a:t>
            </a:r>
            <a:r>
              <a:rPr lang="en-US" b="1" dirty="0" err="1"/>
              <a:t>MobileFaceNet</a:t>
            </a:r>
            <a:r>
              <a:rPr lang="en-US" dirty="0"/>
              <a:t>, or </a:t>
            </a:r>
            <a:r>
              <a:rPr lang="en-US" b="1" dirty="0" err="1"/>
              <a:t>FaceNet</a:t>
            </a:r>
            <a:r>
              <a:rPr lang="en-US" dirty="0"/>
              <a:t> to boost recognition accuracy and handle diverse lighting and angles.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Mobile Application Development</a:t>
            </a:r>
            <a:br>
              <a:rPr lang="en-US" dirty="0"/>
            </a:br>
            <a:r>
              <a:rPr lang="en-US" dirty="0"/>
              <a:t>Implement a lightweight, on-device attendance solution using </a:t>
            </a:r>
            <a:r>
              <a:rPr lang="en-US" b="1" dirty="0"/>
              <a:t>TensorFlow Lite</a:t>
            </a:r>
            <a:r>
              <a:rPr lang="en-US" dirty="0"/>
              <a:t>, enabling </a:t>
            </a:r>
            <a:r>
              <a:rPr lang="en-US" b="1" dirty="0"/>
              <a:t>real-time face recognition on smartphones and tablets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Cloud-Based Centralized Tracking</a:t>
            </a:r>
            <a:br>
              <a:rPr lang="en-US" dirty="0"/>
            </a:br>
            <a:r>
              <a:rPr lang="en-US" dirty="0"/>
              <a:t>Enable a </a:t>
            </a:r>
            <a:r>
              <a:rPr lang="en-US" b="1" dirty="0"/>
              <a:t>central server</a:t>
            </a:r>
            <a:r>
              <a:rPr lang="en-US" dirty="0"/>
              <a:t> to handle attendance data from multiple locations, ensuring </a:t>
            </a:r>
            <a:r>
              <a:rPr lang="en-US" b="1" dirty="0"/>
              <a:t>real-time synchronization</a:t>
            </a:r>
            <a:r>
              <a:rPr lang="en-US" dirty="0"/>
              <a:t> and centralized management.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Robust Anti-Spoofing Mechanisms</a:t>
            </a:r>
            <a:br>
              <a:rPr lang="en-US" dirty="0"/>
            </a:br>
            <a:r>
              <a:rPr lang="en-US" dirty="0"/>
              <a:t>Add advanced </a:t>
            </a:r>
            <a:r>
              <a:rPr lang="en-US" b="1" dirty="0"/>
              <a:t>liveness detection</a:t>
            </a:r>
            <a:r>
              <a:rPr lang="en-US" dirty="0"/>
              <a:t> features such as </a:t>
            </a:r>
            <a:r>
              <a:rPr lang="en-US" b="1" dirty="0"/>
              <a:t>blink detection</a:t>
            </a:r>
            <a:r>
              <a:rPr lang="en-US" dirty="0"/>
              <a:t>, </a:t>
            </a:r>
            <a:r>
              <a:rPr lang="en-US" b="1" dirty="0"/>
              <a:t>3D facial depth sensing</a:t>
            </a:r>
            <a:r>
              <a:rPr lang="en-US" dirty="0"/>
              <a:t>, or movement analysis to prevent misuse through photos or videos.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Multimodal Authentication</a:t>
            </a:r>
            <a:br>
              <a:rPr lang="en-US" dirty="0"/>
            </a:br>
            <a:r>
              <a:rPr lang="en-US" dirty="0"/>
              <a:t>Combine face recognition with </a:t>
            </a:r>
            <a:r>
              <a:rPr lang="en-US" b="1" dirty="0"/>
              <a:t>voice commands, ID card scanning</a:t>
            </a:r>
            <a:r>
              <a:rPr lang="en-US" dirty="0"/>
              <a:t>, or </a:t>
            </a:r>
            <a:r>
              <a:rPr lang="en-US" b="1" dirty="0"/>
              <a:t>PIN entry</a:t>
            </a:r>
            <a:r>
              <a:rPr lang="en-US" dirty="0"/>
              <a:t> for enhanced security in sensitive environments.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Automated Data Management &amp; Retraining</a:t>
            </a:r>
            <a:br>
              <a:rPr lang="en-US" dirty="0"/>
            </a:br>
            <a:r>
              <a:rPr lang="en-US" dirty="0"/>
              <a:t>Implement tools for </a:t>
            </a:r>
            <a:r>
              <a:rPr lang="en-US" b="1" dirty="0"/>
              <a:t>automatic dataset evaluation, cleaning, and model retraining</a:t>
            </a:r>
            <a:r>
              <a:rPr lang="en-US" dirty="0"/>
              <a:t>, ensuring the system adapts over time to new faces and conditions.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8">
          <a:extLst>
            <a:ext uri="{FF2B5EF4-FFF2-40B4-BE49-F238E27FC236}">
              <a16:creationId xmlns:a16="http://schemas.microsoft.com/office/drawing/2014/main" id="{EFF139C4-27F2-4F45-FB28-DEC59DAF4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Google Shape;1739;p48"/>
          <p:cNvSpPr txBox="1">
            <a:spLocks/>
          </p:cNvSpPr>
          <p:nvPr/>
        </p:nvSpPr>
        <p:spPr>
          <a:xfrm>
            <a:off x="2390169" y="1430637"/>
            <a:ext cx="4284000" cy="9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drich"/>
              <a:buNone/>
              <a:defRPr sz="3500" b="0" i="0" u="none" strike="noStrike" cap="none">
                <a:solidFill>
                  <a:schemeClr val="dk1"/>
                </a:solidFill>
                <a:latin typeface="Aldrich"/>
                <a:ea typeface="Aldrich"/>
                <a:cs typeface="Aldrich"/>
                <a:sym typeface="Aldrich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s-419"/>
              <a:t>Thanks!</a:t>
            </a:r>
            <a:endParaRPr lang="es-419" dirty="0"/>
          </a:p>
        </p:txBody>
      </p:sp>
      <p:sp>
        <p:nvSpPr>
          <p:cNvPr id="1740" name="Google Shape;1740;p48"/>
          <p:cNvSpPr txBox="1">
            <a:spLocks/>
          </p:cNvSpPr>
          <p:nvPr/>
        </p:nvSpPr>
        <p:spPr>
          <a:xfrm>
            <a:off x="2390169" y="2434860"/>
            <a:ext cx="4293900" cy="10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aira"/>
              <a:buChar char="●"/>
              <a:defRPr sz="14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●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○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Saira"/>
              <a:buChar char="■"/>
              <a:defRPr sz="1200" b="0" i="0" u="none" strike="noStrike" cap="none">
                <a:solidFill>
                  <a:schemeClr val="dk1"/>
                </a:solidFill>
                <a:latin typeface="Saira"/>
                <a:ea typeface="Saira"/>
                <a:cs typeface="Saira"/>
                <a:sym typeface="Saira"/>
              </a:defRPr>
            </a:lvl9pPr>
          </a:lstStyle>
          <a:p>
            <a:pPr marL="0" indent="0">
              <a:buFont typeface="Saira"/>
              <a:buNone/>
            </a:pPr>
            <a:r>
              <a:rPr lang="en-US" b="1"/>
              <a:t>Do you have any questions?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09865229"/>
      </p:ext>
    </p:extLst>
  </p:cSld>
  <p:clrMapOvr>
    <a:masterClrMapping/>
  </p:clrMapOvr>
</p:sld>
</file>

<file path=ppt/theme/theme1.xml><?xml version="1.0" encoding="utf-8"?>
<a:theme xmlns:a="http://schemas.openxmlformats.org/drawingml/2006/main" name="Information Technology Project Proposal by Slidesgo">
  <a:themeElements>
    <a:clrScheme name="Simple Light">
      <a:dk1>
        <a:srgbClr val="FFFFFF"/>
      </a:dk1>
      <a:lt1>
        <a:srgbClr val="000000"/>
      </a:lt1>
      <a:dk2>
        <a:srgbClr val="B7B7B7"/>
      </a:dk2>
      <a:lt2>
        <a:srgbClr val="EFEFEF"/>
      </a:lt2>
      <a:accent1>
        <a:srgbClr val="CCCCCC"/>
      </a:accent1>
      <a:accent2>
        <a:srgbClr val="66666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1147</Words>
  <Application>Microsoft Office PowerPoint</Application>
  <PresentationFormat>On-screen Show (16:9)</PresentationFormat>
  <Paragraphs>152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Open Sans</vt:lpstr>
      <vt:lpstr>Aldrich</vt:lpstr>
      <vt:lpstr>Saira</vt:lpstr>
      <vt:lpstr>Nunito Light</vt:lpstr>
      <vt:lpstr>Information Technology Project Proposal by Slidesgo</vt:lpstr>
      <vt:lpstr>ATTENDANCE  SYSTEM</vt:lpstr>
      <vt:lpstr>ABSTRACT</vt:lpstr>
      <vt:lpstr>PowerPoint Presentation</vt:lpstr>
      <vt:lpstr>PROBLEM STATEMENT</vt:lpstr>
      <vt:lpstr>OBJECTIVE</vt:lpstr>
      <vt:lpstr>SYSTEM  ARCHITECTURE</vt:lpstr>
      <vt:lpstr>TOOLS AND TECHNOLOGIES</vt:lpstr>
      <vt:lpstr>METHODOLOGY</vt:lpstr>
      <vt:lpstr>IMPLEMENTATION  DETAILS</vt:lpstr>
      <vt:lpstr>DATASET PREPERATION</vt:lpstr>
      <vt:lpstr>ACCURACY  ANALYSIS</vt:lpstr>
      <vt:lpstr>CHALLENGES AND SOLUTIONS</vt:lpstr>
      <vt:lpstr>RESULTS AND  OBSERVATIONS</vt:lpstr>
      <vt:lpstr>CONCLUSION</vt:lpstr>
      <vt:lpstr>FUTURE SCOPE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Keshav Bansal</dc:creator>
  <cp:lastModifiedBy>Keshav Bansal</cp:lastModifiedBy>
  <cp:revision>1</cp:revision>
  <dcterms:modified xsi:type="dcterms:W3CDTF">2025-05-08T04:24:31Z</dcterms:modified>
</cp:coreProperties>
</file>